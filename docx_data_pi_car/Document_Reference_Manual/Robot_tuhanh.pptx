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14"/>
  </p:notesMasterIdLst>
  <p:sldIdLst>
    <p:sldId id="256" r:id="rId2"/>
    <p:sldId id="258" r:id="rId3"/>
    <p:sldId id="259" r:id="rId4"/>
    <p:sldId id="260" r:id="rId5"/>
    <p:sldId id="305" r:id="rId6"/>
    <p:sldId id="306" r:id="rId7"/>
    <p:sldId id="307" r:id="rId8"/>
    <p:sldId id="280" r:id="rId9"/>
    <p:sldId id="309" r:id="rId10"/>
    <p:sldId id="265" r:id="rId11"/>
    <p:sldId id="310" r:id="rId12"/>
    <p:sldId id="283" r:id="rId13"/>
  </p:sldIdLst>
  <p:sldSz cx="9144000" cy="5143500" type="screen16x9"/>
  <p:notesSz cx="6858000" cy="9144000"/>
  <p:embeddedFontLst>
    <p:embeddedFont>
      <p:font typeface="Big Shoulders Text" panose="020B0604020202020204" charset="0"/>
      <p:regular r:id="rId15"/>
      <p:bold r:id="rId16"/>
    </p:embeddedFont>
    <p:embeddedFont>
      <p:font typeface="Big Shoulders Text ExtraBold" panose="020B0604020202020204" charset="0"/>
      <p:bold r:id="rId17"/>
    </p:embeddedFont>
    <p:embeddedFont>
      <p:font typeface="Cambay" panose="020B0604020202020204" charset="0"/>
      <p:regular r:id="rId18"/>
      <p:bold r:id="rId19"/>
      <p:italic r:id="rId20"/>
      <p:boldItalic r:id="rId21"/>
    </p:embeddedFont>
    <p:embeddedFont>
      <p:font typeface="Montserrat ExtraBold" panose="00000900000000000000" pitchFamily="2" charset="0"/>
      <p:bold r:id="rId22"/>
      <p:boldItalic r:id="rId23"/>
    </p:embeddedFont>
    <p:embeddedFont>
      <p:font typeface="Nunito Light" pitchFamily="2" charset="0"/>
      <p:regular r:id="rId24"/>
      <p: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F27C40-5C88-4FCF-A441-74EEF921235E}" v="1342" dt="2022-12-19T15:51:05.706"/>
    <p1510:client id="{58DE7531-7758-4AA1-956A-A6B3250490BA}" v="68" dt="2022-12-19T15:16:02.563"/>
    <p1510:client id="{99CFF0A8-8DB9-47F7-88B5-56D31C827795}" v="132" dt="2022-12-19T15:47:49.356"/>
    <p1510:client id="{A96F09CE-CF6D-47F5-9DCE-D6AC7D7AE443}" v="1" dt="2022-12-19T14:41:28.324"/>
    <p1510:client id="{C81056DD-0D1B-4152-BAC9-DFC002220A74}" v="199" dt="2022-12-19T15:54:25.343"/>
  </p1510:revLst>
</p1510:revInfo>
</file>

<file path=ppt/tableStyles.xml><?xml version="1.0" encoding="utf-8"?>
<a:tblStyleLst xmlns:a="http://schemas.openxmlformats.org/drawingml/2006/main" def="{A3280E7A-36BE-4637-B0EF-352926EA5AAC}">
  <a:tblStyle styleId="{A3280E7A-36BE-4637-B0EF-352926EA5AA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422"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3"/>
        <p:cNvGrpSpPr/>
        <p:nvPr/>
      </p:nvGrpSpPr>
      <p:grpSpPr>
        <a:xfrm>
          <a:off x="0" y="0"/>
          <a:ext cx="0" cy="0"/>
          <a:chOff x="0" y="0"/>
          <a:chExt cx="0" cy="0"/>
        </a:xfrm>
      </p:grpSpPr>
      <p:sp>
        <p:nvSpPr>
          <p:cNvPr id="5084" name="Google Shape;508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5" name="Google Shape;508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6"/>
        <p:cNvGrpSpPr/>
        <p:nvPr/>
      </p:nvGrpSpPr>
      <p:grpSpPr>
        <a:xfrm>
          <a:off x="0" y="0"/>
          <a:ext cx="0" cy="0"/>
          <a:chOff x="0" y="0"/>
          <a:chExt cx="0" cy="0"/>
        </a:xfrm>
      </p:grpSpPr>
      <p:sp>
        <p:nvSpPr>
          <p:cNvPr id="5137" name="Google Shape;5137;g99f2f57a71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8" name="Google Shape;5138;g99f2f57a71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9"/>
        <p:cNvGrpSpPr/>
        <p:nvPr/>
      </p:nvGrpSpPr>
      <p:grpSpPr>
        <a:xfrm>
          <a:off x="0" y="0"/>
          <a:ext cx="0" cy="0"/>
          <a:chOff x="0" y="0"/>
          <a:chExt cx="0" cy="0"/>
        </a:xfrm>
      </p:grpSpPr>
      <p:sp>
        <p:nvSpPr>
          <p:cNvPr id="5160" name="Google Shape;5160;g1430e5ba7cb_0_30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1" name="Google Shape;5161;g1430e5ba7cb_0_30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7"/>
        <p:cNvGrpSpPr/>
        <p:nvPr/>
      </p:nvGrpSpPr>
      <p:grpSpPr>
        <a:xfrm>
          <a:off x="0" y="0"/>
          <a:ext cx="0" cy="0"/>
          <a:chOff x="0" y="0"/>
          <a:chExt cx="0" cy="0"/>
        </a:xfrm>
      </p:grpSpPr>
      <p:sp>
        <p:nvSpPr>
          <p:cNvPr id="5418" name="Google Shape;5418;gfdc27aef7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9" name="Google Shape;5419;gfdc27aef7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2"/>
        <p:cNvGrpSpPr/>
        <p:nvPr/>
      </p:nvGrpSpPr>
      <p:grpSpPr>
        <a:xfrm>
          <a:off x="0" y="0"/>
          <a:ext cx="0" cy="0"/>
          <a:chOff x="0" y="0"/>
          <a:chExt cx="0" cy="0"/>
        </a:xfrm>
      </p:grpSpPr>
      <p:sp>
        <p:nvSpPr>
          <p:cNvPr id="5663" name="Google Shape;5663;g1404f580dcc_0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4" name="Google Shape;5664;g1404f580dcc_0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67524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4"/>
        <p:cNvGrpSpPr/>
        <p:nvPr/>
      </p:nvGrpSpPr>
      <p:grpSpPr>
        <a:xfrm>
          <a:off x="0" y="0"/>
          <a:ext cx="0" cy="0"/>
          <a:chOff x="0" y="0"/>
          <a:chExt cx="0" cy="0"/>
        </a:xfrm>
      </p:grpSpPr>
      <p:sp>
        <p:nvSpPr>
          <p:cNvPr id="7705" name="Google Shape;7705;g1404f580dcc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6" name="Google Shape;7706;g1404f580dcc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6646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9"/>
        <p:cNvGrpSpPr/>
        <p:nvPr/>
      </p:nvGrpSpPr>
      <p:grpSpPr>
        <a:xfrm>
          <a:off x="0" y="0"/>
          <a:ext cx="0" cy="0"/>
          <a:chOff x="0" y="0"/>
          <a:chExt cx="0" cy="0"/>
        </a:xfrm>
      </p:grpSpPr>
      <p:sp>
        <p:nvSpPr>
          <p:cNvPr id="5160" name="Google Shape;5160;g1430e5ba7cb_0_30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1" name="Google Shape;5161;g1430e5ba7cb_0_30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9129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4"/>
        <p:cNvGrpSpPr/>
        <p:nvPr/>
      </p:nvGrpSpPr>
      <p:grpSpPr>
        <a:xfrm>
          <a:off x="0" y="0"/>
          <a:ext cx="0" cy="0"/>
          <a:chOff x="0" y="0"/>
          <a:chExt cx="0" cy="0"/>
        </a:xfrm>
      </p:grpSpPr>
      <p:sp>
        <p:nvSpPr>
          <p:cNvPr id="7635" name="Google Shape;7635;gfdc27aef79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36" name="Google Shape;7636;gfdc27aef79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9"/>
        <p:cNvGrpSpPr/>
        <p:nvPr/>
      </p:nvGrpSpPr>
      <p:grpSpPr>
        <a:xfrm>
          <a:off x="0" y="0"/>
          <a:ext cx="0" cy="0"/>
          <a:chOff x="0" y="0"/>
          <a:chExt cx="0" cy="0"/>
        </a:xfrm>
      </p:grpSpPr>
      <p:sp>
        <p:nvSpPr>
          <p:cNvPr id="5160" name="Google Shape;5160;g1430e5ba7cb_0_30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1" name="Google Shape;5161;g1430e5ba7cb_0_30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8985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0"/>
        <p:cNvGrpSpPr/>
        <p:nvPr/>
      </p:nvGrpSpPr>
      <p:grpSpPr>
        <a:xfrm>
          <a:off x="0" y="0"/>
          <a:ext cx="0" cy="0"/>
          <a:chOff x="0" y="0"/>
          <a:chExt cx="0" cy="0"/>
        </a:xfrm>
      </p:grpSpPr>
      <p:sp>
        <p:nvSpPr>
          <p:cNvPr id="5481" name="Google Shape;5481;gfdc27aef79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2" name="Google Shape;5482;gfdc27aef79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3"/>
        <p:cNvGrpSpPr/>
        <p:nvPr/>
      </p:nvGrpSpPr>
      <p:grpSpPr>
        <a:xfrm>
          <a:off x="0" y="0"/>
          <a:ext cx="0" cy="0"/>
          <a:chOff x="0" y="0"/>
          <a:chExt cx="0" cy="0"/>
        </a:xfrm>
      </p:grpSpPr>
      <p:sp>
        <p:nvSpPr>
          <p:cNvPr id="5424" name="Google Shape;5424;gbd6c00e730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5" name="Google Shape;5425;gbd6c00e730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70369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1"/>
        <p:cNvGrpSpPr/>
        <p:nvPr/>
      </p:nvGrpSpPr>
      <p:grpSpPr>
        <a:xfrm>
          <a:off x="0" y="0"/>
          <a:ext cx="0" cy="0"/>
          <a:chOff x="0" y="0"/>
          <a:chExt cx="0" cy="0"/>
        </a:xfrm>
      </p:grpSpPr>
      <p:sp>
        <p:nvSpPr>
          <p:cNvPr id="7712" name="Google Shape;7712;gfdc27aef79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13" name="Google Shape;7713;gfdc27aef79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74" y="63"/>
            <a:ext cx="9144153" cy="5143512"/>
            <a:chOff x="4263926" y="3811300"/>
            <a:chExt cx="2189272" cy="1231448"/>
          </a:xfrm>
        </p:grpSpPr>
        <p:sp>
          <p:nvSpPr>
            <p:cNvPr id="10" name="Google Shape;10;p2"/>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 name="Google Shape;63;p2"/>
          <p:cNvGrpSpPr/>
          <p:nvPr/>
        </p:nvGrpSpPr>
        <p:grpSpPr>
          <a:xfrm>
            <a:off x="-505952" y="1016270"/>
            <a:ext cx="6432293" cy="6055903"/>
            <a:chOff x="5187775" y="635000"/>
            <a:chExt cx="1791825" cy="1686975"/>
          </a:xfrm>
        </p:grpSpPr>
        <p:sp>
          <p:nvSpPr>
            <p:cNvPr id="64" name="Google Shape;64;p2"/>
            <p:cNvSpPr/>
            <p:nvPr/>
          </p:nvSpPr>
          <p:spPr>
            <a:xfrm>
              <a:off x="6404950" y="1750600"/>
              <a:ext cx="8000" cy="7025"/>
            </a:xfrm>
            <a:custGeom>
              <a:avLst/>
              <a:gdLst/>
              <a:ahLst/>
              <a:cxnLst/>
              <a:rect l="l" t="t" r="r" b="b"/>
              <a:pathLst>
                <a:path w="320" h="281" extrusionOk="0">
                  <a:moveTo>
                    <a:pt x="147" y="0"/>
                  </a:moveTo>
                  <a:cubicBezTo>
                    <a:pt x="91" y="0"/>
                    <a:pt x="42" y="41"/>
                    <a:pt x="23" y="98"/>
                  </a:cubicBezTo>
                  <a:cubicBezTo>
                    <a:pt x="0" y="166"/>
                    <a:pt x="46" y="257"/>
                    <a:pt x="114" y="280"/>
                  </a:cubicBezTo>
                  <a:cubicBezTo>
                    <a:pt x="206" y="280"/>
                    <a:pt x="274" y="235"/>
                    <a:pt x="297" y="166"/>
                  </a:cubicBezTo>
                  <a:cubicBezTo>
                    <a:pt x="320" y="98"/>
                    <a:pt x="274" y="29"/>
                    <a:pt x="183" y="6"/>
                  </a:cubicBezTo>
                  <a:cubicBezTo>
                    <a:pt x="171" y="2"/>
                    <a:pt x="158"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6253150" y="1585725"/>
              <a:ext cx="11450" cy="10525"/>
            </a:xfrm>
            <a:custGeom>
              <a:avLst/>
              <a:gdLst/>
              <a:ahLst/>
              <a:cxnLst/>
              <a:rect l="l" t="t" r="r" b="b"/>
              <a:pathLst>
                <a:path w="458" h="421" extrusionOk="0">
                  <a:moveTo>
                    <a:pt x="238" y="1"/>
                  </a:moveTo>
                  <a:cubicBezTo>
                    <a:pt x="155" y="1"/>
                    <a:pt x="63" y="65"/>
                    <a:pt x="23" y="165"/>
                  </a:cubicBezTo>
                  <a:cubicBezTo>
                    <a:pt x="1" y="279"/>
                    <a:pt x="69" y="393"/>
                    <a:pt x="183" y="416"/>
                  </a:cubicBezTo>
                  <a:cubicBezTo>
                    <a:pt x="198" y="419"/>
                    <a:pt x="213" y="420"/>
                    <a:pt x="227" y="420"/>
                  </a:cubicBezTo>
                  <a:cubicBezTo>
                    <a:pt x="325" y="420"/>
                    <a:pt x="414" y="355"/>
                    <a:pt x="434" y="256"/>
                  </a:cubicBezTo>
                  <a:cubicBezTo>
                    <a:pt x="457" y="165"/>
                    <a:pt x="389" y="51"/>
                    <a:pt x="274" y="5"/>
                  </a:cubicBezTo>
                  <a:cubicBezTo>
                    <a:pt x="263"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6085375" y="1643350"/>
              <a:ext cx="9725" cy="8850"/>
            </a:xfrm>
            <a:custGeom>
              <a:avLst/>
              <a:gdLst/>
              <a:ahLst/>
              <a:cxnLst/>
              <a:rect l="l" t="t" r="r" b="b"/>
              <a:pathLst>
                <a:path w="389" h="354" extrusionOk="0">
                  <a:moveTo>
                    <a:pt x="193" y="1"/>
                  </a:moveTo>
                  <a:cubicBezTo>
                    <a:pt x="115" y="1"/>
                    <a:pt x="44" y="63"/>
                    <a:pt x="24" y="142"/>
                  </a:cubicBezTo>
                  <a:cubicBezTo>
                    <a:pt x="1" y="234"/>
                    <a:pt x="69" y="325"/>
                    <a:pt x="161" y="348"/>
                  </a:cubicBezTo>
                  <a:cubicBezTo>
                    <a:pt x="176" y="352"/>
                    <a:pt x="192" y="353"/>
                    <a:pt x="207" y="353"/>
                  </a:cubicBezTo>
                  <a:cubicBezTo>
                    <a:pt x="281" y="353"/>
                    <a:pt x="347" y="309"/>
                    <a:pt x="366" y="234"/>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6088800" y="1627950"/>
              <a:ext cx="10300" cy="9950"/>
            </a:xfrm>
            <a:custGeom>
              <a:avLst/>
              <a:gdLst/>
              <a:ahLst/>
              <a:cxnLst/>
              <a:rect l="l" t="t" r="r" b="b"/>
              <a:pathLst>
                <a:path w="412" h="398" extrusionOk="0">
                  <a:moveTo>
                    <a:pt x="209" y="1"/>
                  </a:moveTo>
                  <a:cubicBezTo>
                    <a:pt x="115" y="1"/>
                    <a:pt x="44" y="65"/>
                    <a:pt x="24" y="165"/>
                  </a:cubicBezTo>
                  <a:cubicBezTo>
                    <a:pt x="1" y="256"/>
                    <a:pt x="47" y="370"/>
                    <a:pt x="161" y="393"/>
                  </a:cubicBezTo>
                  <a:cubicBezTo>
                    <a:pt x="173" y="396"/>
                    <a:pt x="185" y="397"/>
                    <a:pt x="198" y="397"/>
                  </a:cubicBezTo>
                  <a:cubicBezTo>
                    <a:pt x="280" y="397"/>
                    <a:pt x="369" y="335"/>
                    <a:pt x="389" y="256"/>
                  </a:cubicBezTo>
                  <a:cubicBezTo>
                    <a:pt x="412" y="142"/>
                    <a:pt x="343" y="51"/>
                    <a:pt x="252" y="5"/>
                  </a:cubicBezTo>
                  <a:cubicBezTo>
                    <a:pt x="237" y="2"/>
                    <a:pt x="223" y="1"/>
                    <a:pt x="20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6072825" y="1627375"/>
              <a:ext cx="9150" cy="8275"/>
            </a:xfrm>
            <a:custGeom>
              <a:avLst/>
              <a:gdLst/>
              <a:ahLst/>
              <a:cxnLst/>
              <a:rect l="l" t="t" r="r" b="b"/>
              <a:pathLst>
                <a:path w="366" h="331" extrusionOk="0">
                  <a:moveTo>
                    <a:pt x="192" y="1"/>
                  </a:moveTo>
                  <a:cubicBezTo>
                    <a:pt x="114" y="1"/>
                    <a:pt x="43" y="60"/>
                    <a:pt x="24" y="119"/>
                  </a:cubicBezTo>
                  <a:cubicBezTo>
                    <a:pt x="1" y="211"/>
                    <a:pt x="69" y="302"/>
                    <a:pt x="138" y="325"/>
                  </a:cubicBezTo>
                  <a:cubicBezTo>
                    <a:pt x="153" y="329"/>
                    <a:pt x="169" y="331"/>
                    <a:pt x="184" y="331"/>
                  </a:cubicBezTo>
                  <a:cubicBezTo>
                    <a:pt x="258" y="331"/>
                    <a:pt x="324" y="286"/>
                    <a:pt x="343" y="211"/>
                  </a:cubicBezTo>
                  <a:cubicBezTo>
                    <a:pt x="366" y="119"/>
                    <a:pt x="320" y="28"/>
                    <a:pt x="229" y="5"/>
                  </a:cubicBezTo>
                  <a:cubicBezTo>
                    <a:pt x="217" y="2"/>
                    <a:pt x="205" y="1"/>
                    <a:pt x="19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5702500" y="1262700"/>
              <a:ext cx="9725" cy="8325"/>
            </a:xfrm>
            <a:custGeom>
              <a:avLst/>
              <a:gdLst/>
              <a:ahLst/>
              <a:cxnLst/>
              <a:rect l="l" t="t" r="r" b="b"/>
              <a:pathLst>
                <a:path w="389" h="333" extrusionOk="0">
                  <a:moveTo>
                    <a:pt x="182" y="1"/>
                  </a:moveTo>
                  <a:cubicBezTo>
                    <a:pt x="108" y="1"/>
                    <a:pt x="42" y="45"/>
                    <a:pt x="23" y="121"/>
                  </a:cubicBezTo>
                  <a:cubicBezTo>
                    <a:pt x="0" y="212"/>
                    <a:pt x="69" y="304"/>
                    <a:pt x="160" y="326"/>
                  </a:cubicBezTo>
                  <a:cubicBezTo>
                    <a:pt x="176" y="330"/>
                    <a:pt x="191" y="332"/>
                    <a:pt x="207" y="332"/>
                  </a:cubicBezTo>
                  <a:cubicBezTo>
                    <a:pt x="281" y="332"/>
                    <a:pt x="346" y="288"/>
                    <a:pt x="365" y="212"/>
                  </a:cubicBezTo>
                  <a:cubicBezTo>
                    <a:pt x="388" y="121"/>
                    <a:pt x="320" y="30"/>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6409500" y="1544750"/>
              <a:ext cx="6875" cy="6300"/>
            </a:xfrm>
            <a:custGeom>
              <a:avLst/>
              <a:gdLst/>
              <a:ahLst/>
              <a:cxnLst/>
              <a:rect l="l" t="t" r="r" b="b"/>
              <a:pathLst>
                <a:path w="275" h="252" extrusionOk="0">
                  <a:moveTo>
                    <a:pt x="160" y="0"/>
                  </a:moveTo>
                  <a:cubicBezTo>
                    <a:pt x="92" y="0"/>
                    <a:pt x="24" y="23"/>
                    <a:pt x="24" y="92"/>
                  </a:cubicBezTo>
                  <a:cubicBezTo>
                    <a:pt x="1" y="160"/>
                    <a:pt x="46" y="229"/>
                    <a:pt x="115" y="252"/>
                  </a:cubicBezTo>
                  <a:cubicBezTo>
                    <a:pt x="160" y="252"/>
                    <a:pt x="229" y="229"/>
                    <a:pt x="252" y="160"/>
                  </a:cubicBezTo>
                  <a:cubicBezTo>
                    <a:pt x="275" y="92"/>
                    <a:pt x="229"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6525350" y="1792825"/>
              <a:ext cx="7425" cy="7175"/>
            </a:xfrm>
            <a:custGeom>
              <a:avLst/>
              <a:gdLst/>
              <a:ahLst/>
              <a:cxnLst/>
              <a:rect l="l" t="t" r="r" b="b"/>
              <a:pathLst>
                <a:path w="297" h="287" extrusionOk="0">
                  <a:moveTo>
                    <a:pt x="137" y="1"/>
                  </a:moveTo>
                  <a:cubicBezTo>
                    <a:pt x="69" y="1"/>
                    <a:pt x="19" y="41"/>
                    <a:pt x="0" y="98"/>
                  </a:cubicBezTo>
                  <a:cubicBezTo>
                    <a:pt x="0" y="189"/>
                    <a:pt x="46" y="258"/>
                    <a:pt x="114" y="280"/>
                  </a:cubicBezTo>
                  <a:cubicBezTo>
                    <a:pt x="126" y="284"/>
                    <a:pt x="138" y="286"/>
                    <a:pt x="149" y="286"/>
                  </a:cubicBezTo>
                  <a:cubicBezTo>
                    <a:pt x="205" y="286"/>
                    <a:pt x="255" y="242"/>
                    <a:pt x="274" y="166"/>
                  </a:cubicBezTo>
                  <a:cubicBezTo>
                    <a:pt x="297" y="98"/>
                    <a:pt x="251" y="29"/>
                    <a:pt x="183" y="6"/>
                  </a:cubicBezTo>
                  <a:cubicBezTo>
                    <a:pt x="167" y="2"/>
                    <a:pt x="151" y="1"/>
                    <a:pt x="13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6545325" y="1590850"/>
              <a:ext cx="11425" cy="10000"/>
            </a:xfrm>
            <a:custGeom>
              <a:avLst/>
              <a:gdLst/>
              <a:ahLst/>
              <a:cxnLst/>
              <a:rect l="l" t="t" r="r" b="b"/>
              <a:pathLst>
                <a:path w="457" h="400" extrusionOk="0">
                  <a:moveTo>
                    <a:pt x="238" y="1"/>
                  </a:moveTo>
                  <a:cubicBezTo>
                    <a:pt x="155" y="1"/>
                    <a:pt x="66" y="66"/>
                    <a:pt x="46" y="165"/>
                  </a:cubicBezTo>
                  <a:cubicBezTo>
                    <a:pt x="0" y="256"/>
                    <a:pt x="69" y="371"/>
                    <a:pt x="183" y="393"/>
                  </a:cubicBezTo>
                  <a:cubicBezTo>
                    <a:pt x="202" y="397"/>
                    <a:pt x="220" y="399"/>
                    <a:pt x="238" y="399"/>
                  </a:cubicBezTo>
                  <a:cubicBezTo>
                    <a:pt x="326" y="399"/>
                    <a:pt x="396" y="352"/>
                    <a:pt x="434" y="256"/>
                  </a:cubicBezTo>
                  <a:cubicBezTo>
                    <a:pt x="457" y="142"/>
                    <a:pt x="388" y="28"/>
                    <a:pt x="274" y="5"/>
                  </a:cubicBezTo>
                  <a:cubicBezTo>
                    <a:pt x="262"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6443750" y="1815075"/>
              <a:ext cx="9725" cy="8850"/>
            </a:xfrm>
            <a:custGeom>
              <a:avLst/>
              <a:gdLst/>
              <a:ahLst/>
              <a:cxnLst/>
              <a:rect l="l" t="t" r="r" b="b"/>
              <a:pathLst>
                <a:path w="389" h="354" extrusionOk="0">
                  <a:moveTo>
                    <a:pt x="182" y="1"/>
                  </a:moveTo>
                  <a:cubicBezTo>
                    <a:pt x="108" y="1"/>
                    <a:pt x="42" y="45"/>
                    <a:pt x="23" y="121"/>
                  </a:cubicBezTo>
                  <a:cubicBezTo>
                    <a:pt x="0" y="235"/>
                    <a:pt x="46" y="326"/>
                    <a:pt x="160" y="349"/>
                  </a:cubicBezTo>
                  <a:cubicBezTo>
                    <a:pt x="172" y="352"/>
                    <a:pt x="184" y="353"/>
                    <a:pt x="196" y="353"/>
                  </a:cubicBezTo>
                  <a:cubicBezTo>
                    <a:pt x="274" y="353"/>
                    <a:pt x="346" y="291"/>
                    <a:pt x="365" y="212"/>
                  </a:cubicBezTo>
                  <a:cubicBezTo>
                    <a:pt x="388" y="121"/>
                    <a:pt x="343" y="29"/>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6470000" y="1775750"/>
              <a:ext cx="11425" cy="10500"/>
            </a:xfrm>
            <a:custGeom>
              <a:avLst/>
              <a:gdLst/>
              <a:ahLst/>
              <a:cxnLst/>
              <a:rect l="l" t="t" r="r" b="b"/>
              <a:pathLst>
                <a:path w="457" h="420" extrusionOk="0">
                  <a:moveTo>
                    <a:pt x="230" y="0"/>
                  </a:moveTo>
                  <a:cubicBezTo>
                    <a:pt x="132" y="0"/>
                    <a:pt x="43" y="65"/>
                    <a:pt x="23" y="165"/>
                  </a:cubicBezTo>
                  <a:cubicBezTo>
                    <a:pt x="0" y="256"/>
                    <a:pt x="69" y="370"/>
                    <a:pt x="183" y="416"/>
                  </a:cubicBezTo>
                  <a:cubicBezTo>
                    <a:pt x="195" y="419"/>
                    <a:pt x="207" y="420"/>
                    <a:pt x="219" y="420"/>
                  </a:cubicBezTo>
                  <a:cubicBezTo>
                    <a:pt x="302" y="420"/>
                    <a:pt x="391" y="355"/>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6440325" y="1675275"/>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6" y="291"/>
                    <a:pt x="365" y="212"/>
                  </a:cubicBezTo>
                  <a:cubicBezTo>
                    <a:pt x="388"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6555025" y="1619400"/>
              <a:ext cx="9150" cy="8800"/>
            </a:xfrm>
            <a:custGeom>
              <a:avLst/>
              <a:gdLst/>
              <a:ahLst/>
              <a:cxnLst/>
              <a:rect l="l" t="t" r="r" b="b"/>
              <a:pathLst>
                <a:path w="366" h="352" extrusionOk="0">
                  <a:moveTo>
                    <a:pt x="193" y="0"/>
                  </a:moveTo>
                  <a:cubicBezTo>
                    <a:pt x="114" y="0"/>
                    <a:pt x="43" y="62"/>
                    <a:pt x="23" y="142"/>
                  </a:cubicBezTo>
                  <a:cubicBezTo>
                    <a:pt x="0" y="233"/>
                    <a:pt x="46" y="324"/>
                    <a:pt x="137" y="347"/>
                  </a:cubicBezTo>
                  <a:cubicBezTo>
                    <a:pt x="149" y="350"/>
                    <a:pt x="161" y="351"/>
                    <a:pt x="173" y="351"/>
                  </a:cubicBezTo>
                  <a:cubicBezTo>
                    <a:pt x="251" y="351"/>
                    <a:pt x="323" y="289"/>
                    <a:pt x="343" y="210"/>
                  </a:cubicBezTo>
                  <a:cubicBezTo>
                    <a:pt x="365" y="119"/>
                    <a:pt x="320" y="27"/>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6411775" y="1487550"/>
              <a:ext cx="7450" cy="6575"/>
            </a:xfrm>
            <a:custGeom>
              <a:avLst/>
              <a:gdLst/>
              <a:ahLst/>
              <a:cxnLst/>
              <a:rect l="l" t="t" r="r" b="b"/>
              <a:pathLst>
                <a:path w="298" h="263" extrusionOk="0">
                  <a:moveTo>
                    <a:pt x="147" y="0"/>
                  </a:moveTo>
                  <a:cubicBezTo>
                    <a:pt x="92" y="0"/>
                    <a:pt x="43" y="41"/>
                    <a:pt x="24" y="97"/>
                  </a:cubicBezTo>
                  <a:cubicBezTo>
                    <a:pt x="1" y="166"/>
                    <a:pt x="47" y="234"/>
                    <a:pt x="115" y="257"/>
                  </a:cubicBezTo>
                  <a:cubicBezTo>
                    <a:pt x="127" y="261"/>
                    <a:pt x="139" y="263"/>
                    <a:pt x="151" y="263"/>
                  </a:cubicBezTo>
                  <a:cubicBezTo>
                    <a:pt x="206" y="263"/>
                    <a:pt x="256" y="22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6552175" y="1694725"/>
              <a:ext cx="10850" cy="9925"/>
            </a:xfrm>
            <a:custGeom>
              <a:avLst/>
              <a:gdLst/>
              <a:ahLst/>
              <a:cxnLst/>
              <a:rect l="l" t="t" r="r" b="b"/>
              <a:pathLst>
                <a:path w="434" h="397" extrusionOk="0">
                  <a:moveTo>
                    <a:pt x="231" y="0"/>
                  </a:moveTo>
                  <a:cubicBezTo>
                    <a:pt x="137" y="0"/>
                    <a:pt x="63" y="65"/>
                    <a:pt x="23" y="164"/>
                  </a:cubicBezTo>
                  <a:cubicBezTo>
                    <a:pt x="0" y="256"/>
                    <a:pt x="68" y="370"/>
                    <a:pt x="183" y="393"/>
                  </a:cubicBezTo>
                  <a:cubicBezTo>
                    <a:pt x="195" y="396"/>
                    <a:pt x="207" y="397"/>
                    <a:pt x="220" y="397"/>
                  </a:cubicBezTo>
                  <a:cubicBezTo>
                    <a:pt x="302" y="397"/>
                    <a:pt x="391" y="335"/>
                    <a:pt x="411" y="256"/>
                  </a:cubicBezTo>
                  <a:cubicBezTo>
                    <a:pt x="434" y="141"/>
                    <a:pt x="365" y="50"/>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6418625" y="1541175"/>
              <a:ext cx="7450" cy="7175"/>
            </a:xfrm>
            <a:custGeom>
              <a:avLst/>
              <a:gdLst/>
              <a:ahLst/>
              <a:cxnLst/>
              <a:rect l="l" t="t" r="r" b="b"/>
              <a:pathLst>
                <a:path w="298" h="287" extrusionOk="0">
                  <a:moveTo>
                    <a:pt x="147" y="1"/>
                  </a:moveTo>
                  <a:cubicBezTo>
                    <a:pt x="86" y="1"/>
                    <a:pt x="24" y="45"/>
                    <a:pt x="24" y="121"/>
                  </a:cubicBezTo>
                  <a:cubicBezTo>
                    <a:pt x="1" y="189"/>
                    <a:pt x="47" y="258"/>
                    <a:pt x="115" y="280"/>
                  </a:cubicBezTo>
                  <a:cubicBezTo>
                    <a:pt x="127" y="284"/>
                    <a:pt x="140" y="286"/>
                    <a:pt x="153" y="286"/>
                  </a:cubicBezTo>
                  <a:cubicBezTo>
                    <a:pt x="214" y="286"/>
                    <a:pt x="279" y="245"/>
                    <a:pt x="298" y="189"/>
                  </a:cubicBezTo>
                  <a:cubicBezTo>
                    <a:pt x="298" y="98"/>
                    <a:pt x="252" y="29"/>
                    <a:pt x="183" y="7"/>
                  </a:cubicBezTo>
                  <a:cubicBezTo>
                    <a:pt x="172"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5440575" y="1009925"/>
              <a:ext cx="10300" cy="9400"/>
            </a:xfrm>
            <a:custGeom>
              <a:avLst/>
              <a:gdLst/>
              <a:ahLst/>
              <a:cxnLst/>
              <a:rect l="l" t="t" r="r" b="b"/>
              <a:pathLst>
                <a:path w="412" h="376" extrusionOk="0">
                  <a:moveTo>
                    <a:pt x="204" y="1"/>
                  </a:moveTo>
                  <a:cubicBezTo>
                    <a:pt x="125" y="1"/>
                    <a:pt x="42" y="48"/>
                    <a:pt x="23" y="143"/>
                  </a:cubicBezTo>
                  <a:cubicBezTo>
                    <a:pt x="0" y="234"/>
                    <a:pt x="69" y="349"/>
                    <a:pt x="160" y="371"/>
                  </a:cubicBezTo>
                  <a:cubicBezTo>
                    <a:pt x="172" y="374"/>
                    <a:pt x="184" y="376"/>
                    <a:pt x="197" y="376"/>
                  </a:cubicBezTo>
                  <a:cubicBezTo>
                    <a:pt x="280" y="376"/>
                    <a:pt x="369" y="314"/>
                    <a:pt x="388" y="234"/>
                  </a:cubicBezTo>
                  <a:cubicBezTo>
                    <a:pt x="411" y="143"/>
                    <a:pt x="343" y="29"/>
                    <a:pt x="251" y="6"/>
                  </a:cubicBezTo>
                  <a:cubicBezTo>
                    <a:pt x="236" y="2"/>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6499100" y="1836225"/>
              <a:ext cx="11425" cy="10525"/>
            </a:xfrm>
            <a:custGeom>
              <a:avLst/>
              <a:gdLst/>
              <a:ahLst/>
              <a:cxnLst/>
              <a:rect l="l" t="t" r="r" b="b"/>
              <a:pathLst>
                <a:path w="457" h="421" extrusionOk="0">
                  <a:moveTo>
                    <a:pt x="230" y="1"/>
                  </a:moveTo>
                  <a:cubicBezTo>
                    <a:pt x="132" y="1"/>
                    <a:pt x="43" y="66"/>
                    <a:pt x="23" y="165"/>
                  </a:cubicBezTo>
                  <a:cubicBezTo>
                    <a:pt x="0" y="279"/>
                    <a:pt x="69" y="370"/>
                    <a:pt x="160" y="416"/>
                  </a:cubicBezTo>
                  <a:cubicBezTo>
                    <a:pt x="175" y="419"/>
                    <a:pt x="190" y="420"/>
                    <a:pt x="204" y="420"/>
                  </a:cubicBezTo>
                  <a:cubicBezTo>
                    <a:pt x="302" y="420"/>
                    <a:pt x="391" y="356"/>
                    <a:pt x="411" y="256"/>
                  </a:cubicBezTo>
                  <a:cubicBezTo>
                    <a:pt x="457"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6463725" y="1832800"/>
              <a:ext cx="8575" cy="5275"/>
            </a:xfrm>
            <a:custGeom>
              <a:avLst/>
              <a:gdLst/>
              <a:ahLst/>
              <a:cxnLst/>
              <a:rect l="l" t="t" r="r" b="b"/>
              <a:pathLst>
                <a:path w="343" h="211" extrusionOk="0">
                  <a:moveTo>
                    <a:pt x="154" y="1"/>
                  </a:moveTo>
                  <a:cubicBezTo>
                    <a:pt x="91" y="1"/>
                    <a:pt x="20" y="60"/>
                    <a:pt x="0" y="119"/>
                  </a:cubicBezTo>
                  <a:lnTo>
                    <a:pt x="320" y="211"/>
                  </a:lnTo>
                  <a:cubicBezTo>
                    <a:pt x="342" y="119"/>
                    <a:pt x="274" y="28"/>
                    <a:pt x="183" y="5"/>
                  </a:cubicBezTo>
                  <a:cubicBezTo>
                    <a:pt x="174" y="2"/>
                    <a:pt x="164" y="1"/>
                    <a:pt x="15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6851750" y="1438250"/>
              <a:ext cx="9725" cy="9100"/>
            </a:xfrm>
            <a:custGeom>
              <a:avLst/>
              <a:gdLst/>
              <a:ahLst/>
              <a:cxnLst/>
              <a:rect l="l" t="t" r="r" b="b"/>
              <a:pathLst>
                <a:path w="389" h="364" extrusionOk="0">
                  <a:moveTo>
                    <a:pt x="180" y="0"/>
                  </a:moveTo>
                  <a:cubicBezTo>
                    <a:pt x="101" y="0"/>
                    <a:pt x="41" y="58"/>
                    <a:pt x="23" y="129"/>
                  </a:cubicBezTo>
                  <a:cubicBezTo>
                    <a:pt x="0" y="243"/>
                    <a:pt x="46" y="335"/>
                    <a:pt x="160" y="357"/>
                  </a:cubicBezTo>
                  <a:cubicBezTo>
                    <a:pt x="175" y="361"/>
                    <a:pt x="191" y="363"/>
                    <a:pt x="205" y="363"/>
                  </a:cubicBezTo>
                  <a:cubicBezTo>
                    <a:pt x="280" y="363"/>
                    <a:pt x="346" y="316"/>
                    <a:pt x="366" y="220"/>
                  </a:cubicBezTo>
                  <a:cubicBezTo>
                    <a:pt x="388" y="129"/>
                    <a:pt x="343" y="38"/>
                    <a:pt x="251" y="15"/>
                  </a:cubicBezTo>
                  <a:cubicBezTo>
                    <a:pt x="226" y="5"/>
                    <a:pt x="202" y="0"/>
                    <a:pt x="18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6845475" y="1415650"/>
              <a:ext cx="9725" cy="9400"/>
            </a:xfrm>
            <a:custGeom>
              <a:avLst/>
              <a:gdLst/>
              <a:ahLst/>
              <a:cxnLst/>
              <a:rect l="l" t="t" r="r" b="b"/>
              <a:pathLst>
                <a:path w="389" h="376" extrusionOk="0">
                  <a:moveTo>
                    <a:pt x="183" y="0"/>
                  </a:moveTo>
                  <a:cubicBezTo>
                    <a:pt x="109" y="0"/>
                    <a:pt x="42" y="48"/>
                    <a:pt x="23" y="143"/>
                  </a:cubicBezTo>
                  <a:cubicBezTo>
                    <a:pt x="0" y="234"/>
                    <a:pt x="46" y="326"/>
                    <a:pt x="137" y="371"/>
                  </a:cubicBezTo>
                  <a:cubicBezTo>
                    <a:pt x="152" y="374"/>
                    <a:pt x="167" y="376"/>
                    <a:pt x="181" y="376"/>
                  </a:cubicBezTo>
                  <a:cubicBezTo>
                    <a:pt x="274" y="376"/>
                    <a:pt x="346" y="314"/>
                    <a:pt x="365" y="234"/>
                  </a:cubicBezTo>
                  <a:cubicBezTo>
                    <a:pt x="388" y="120"/>
                    <a:pt x="343" y="29"/>
                    <a:pt x="228" y="6"/>
                  </a:cubicBezTo>
                  <a:cubicBezTo>
                    <a:pt x="213" y="2"/>
                    <a:pt x="198" y="0"/>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6867725" y="1599525"/>
              <a:ext cx="8000" cy="7600"/>
            </a:xfrm>
            <a:custGeom>
              <a:avLst/>
              <a:gdLst/>
              <a:ahLst/>
              <a:cxnLst/>
              <a:rect l="l" t="t" r="r" b="b"/>
              <a:pathLst>
                <a:path w="320" h="304" extrusionOk="0">
                  <a:moveTo>
                    <a:pt x="206" y="1"/>
                  </a:moveTo>
                  <a:cubicBezTo>
                    <a:pt x="115" y="1"/>
                    <a:pt x="46" y="46"/>
                    <a:pt x="23" y="115"/>
                  </a:cubicBezTo>
                  <a:cubicBezTo>
                    <a:pt x="0" y="206"/>
                    <a:pt x="46" y="297"/>
                    <a:pt x="115" y="297"/>
                  </a:cubicBezTo>
                  <a:cubicBezTo>
                    <a:pt x="131" y="301"/>
                    <a:pt x="147" y="303"/>
                    <a:pt x="163" y="303"/>
                  </a:cubicBezTo>
                  <a:cubicBezTo>
                    <a:pt x="236" y="303"/>
                    <a:pt x="301" y="262"/>
                    <a:pt x="320" y="206"/>
                  </a:cubicBezTo>
                  <a:cubicBezTo>
                    <a:pt x="320" y="115"/>
                    <a:pt x="274" y="24"/>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6866575" y="1359725"/>
              <a:ext cx="8600" cy="7725"/>
            </a:xfrm>
            <a:custGeom>
              <a:avLst/>
              <a:gdLst/>
              <a:ahLst/>
              <a:cxnLst/>
              <a:rect l="l" t="t" r="r" b="b"/>
              <a:pathLst>
                <a:path w="344" h="309" extrusionOk="0">
                  <a:moveTo>
                    <a:pt x="160" y="0"/>
                  </a:moveTo>
                  <a:cubicBezTo>
                    <a:pt x="86" y="0"/>
                    <a:pt x="20" y="45"/>
                    <a:pt x="1" y="120"/>
                  </a:cubicBezTo>
                  <a:cubicBezTo>
                    <a:pt x="1" y="212"/>
                    <a:pt x="46" y="280"/>
                    <a:pt x="115" y="303"/>
                  </a:cubicBezTo>
                  <a:cubicBezTo>
                    <a:pt x="131" y="307"/>
                    <a:pt x="146" y="309"/>
                    <a:pt x="162" y="309"/>
                  </a:cubicBezTo>
                  <a:cubicBezTo>
                    <a:pt x="236" y="309"/>
                    <a:pt x="301" y="264"/>
                    <a:pt x="320" y="189"/>
                  </a:cubicBezTo>
                  <a:cubicBezTo>
                    <a:pt x="343" y="97"/>
                    <a:pt x="297"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6698825" y="1787725"/>
              <a:ext cx="10850" cy="10200"/>
            </a:xfrm>
            <a:custGeom>
              <a:avLst/>
              <a:gdLst/>
              <a:ahLst/>
              <a:cxnLst/>
              <a:rect l="l" t="t" r="r" b="b"/>
              <a:pathLst>
                <a:path w="434" h="408" extrusionOk="0">
                  <a:moveTo>
                    <a:pt x="230" y="1"/>
                  </a:moveTo>
                  <a:cubicBezTo>
                    <a:pt x="132" y="1"/>
                    <a:pt x="43" y="65"/>
                    <a:pt x="23" y="165"/>
                  </a:cubicBezTo>
                  <a:cubicBezTo>
                    <a:pt x="0" y="256"/>
                    <a:pt x="69" y="370"/>
                    <a:pt x="160" y="393"/>
                  </a:cubicBezTo>
                  <a:cubicBezTo>
                    <a:pt x="184" y="403"/>
                    <a:pt x="209" y="407"/>
                    <a:pt x="232" y="407"/>
                  </a:cubicBezTo>
                  <a:cubicBezTo>
                    <a:pt x="319" y="407"/>
                    <a:pt x="393" y="346"/>
                    <a:pt x="411" y="256"/>
                  </a:cubicBezTo>
                  <a:cubicBezTo>
                    <a:pt x="434"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6655450" y="1510975"/>
              <a:ext cx="9725" cy="8825"/>
            </a:xfrm>
            <a:custGeom>
              <a:avLst/>
              <a:gdLst/>
              <a:ahLst/>
              <a:cxnLst/>
              <a:rect l="l" t="t" r="r" b="b"/>
              <a:pathLst>
                <a:path w="389" h="353" extrusionOk="0">
                  <a:moveTo>
                    <a:pt x="193" y="0"/>
                  </a:moveTo>
                  <a:cubicBezTo>
                    <a:pt x="115" y="0"/>
                    <a:pt x="43" y="62"/>
                    <a:pt x="23" y="142"/>
                  </a:cubicBezTo>
                  <a:cubicBezTo>
                    <a:pt x="0" y="233"/>
                    <a:pt x="46" y="324"/>
                    <a:pt x="137" y="347"/>
                  </a:cubicBezTo>
                  <a:cubicBezTo>
                    <a:pt x="157" y="351"/>
                    <a:pt x="176" y="353"/>
                    <a:pt x="194" y="353"/>
                  </a:cubicBezTo>
                  <a:cubicBezTo>
                    <a:pt x="281" y="353"/>
                    <a:pt x="347" y="309"/>
                    <a:pt x="366" y="233"/>
                  </a:cubicBezTo>
                  <a:cubicBezTo>
                    <a:pt x="388" y="142"/>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6597825" y="1354050"/>
              <a:ext cx="10275" cy="9400"/>
            </a:xfrm>
            <a:custGeom>
              <a:avLst/>
              <a:gdLst/>
              <a:ahLst/>
              <a:cxnLst/>
              <a:rect l="l" t="t" r="r" b="b"/>
              <a:pathLst>
                <a:path w="411" h="376" extrusionOk="0">
                  <a:moveTo>
                    <a:pt x="214" y="0"/>
                  </a:moveTo>
                  <a:cubicBezTo>
                    <a:pt x="131" y="0"/>
                    <a:pt x="43" y="63"/>
                    <a:pt x="23" y="142"/>
                  </a:cubicBezTo>
                  <a:cubicBezTo>
                    <a:pt x="0" y="256"/>
                    <a:pt x="69" y="347"/>
                    <a:pt x="160" y="370"/>
                  </a:cubicBezTo>
                  <a:cubicBezTo>
                    <a:pt x="179" y="374"/>
                    <a:pt x="197" y="376"/>
                    <a:pt x="215" y="376"/>
                  </a:cubicBezTo>
                  <a:cubicBezTo>
                    <a:pt x="302" y="376"/>
                    <a:pt x="369" y="328"/>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6548175" y="1227375"/>
              <a:ext cx="9150" cy="8275"/>
            </a:xfrm>
            <a:custGeom>
              <a:avLst/>
              <a:gdLst/>
              <a:ahLst/>
              <a:cxnLst/>
              <a:rect l="l" t="t" r="r" b="b"/>
              <a:pathLst>
                <a:path w="366" h="331" extrusionOk="0">
                  <a:moveTo>
                    <a:pt x="171" y="0"/>
                  </a:moveTo>
                  <a:cubicBezTo>
                    <a:pt x="97" y="0"/>
                    <a:pt x="43" y="62"/>
                    <a:pt x="23" y="142"/>
                  </a:cubicBezTo>
                  <a:cubicBezTo>
                    <a:pt x="0" y="210"/>
                    <a:pt x="46" y="301"/>
                    <a:pt x="137" y="324"/>
                  </a:cubicBezTo>
                  <a:cubicBezTo>
                    <a:pt x="153" y="328"/>
                    <a:pt x="169" y="330"/>
                    <a:pt x="184" y="330"/>
                  </a:cubicBezTo>
                  <a:cubicBezTo>
                    <a:pt x="258" y="330"/>
                    <a:pt x="324" y="286"/>
                    <a:pt x="343" y="210"/>
                  </a:cubicBezTo>
                  <a:cubicBezTo>
                    <a:pt x="365" y="119"/>
                    <a:pt x="297" y="27"/>
                    <a:pt x="206" y="5"/>
                  </a:cubicBezTo>
                  <a:cubicBezTo>
                    <a:pt x="194" y="2"/>
                    <a:pt x="182" y="0"/>
                    <a:pt x="17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6559000" y="1255075"/>
              <a:ext cx="11450" cy="10200"/>
            </a:xfrm>
            <a:custGeom>
              <a:avLst/>
              <a:gdLst/>
              <a:ahLst/>
              <a:cxnLst/>
              <a:rect l="l" t="t" r="r" b="b"/>
              <a:pathLst>
                <a:path w="458" h="408" extrusionOk="0">
                  <a:moveTo>
                    <a:pt x="203" y="1"/>
                  </a:moveTo>
                  <a:cubicBezTo>
                    <a:pt x="116" y="1"/>
                    <a:pt x="42" y="62"/>
                    <a:pt x="24" y="152"/>
                  </a:cubicBezTo>
                  <a:cubicBezTo>
                    <a:pt x="1" y="266"/>
                    <a:pt x="69" y="380"/>
                    <a:pt x="161" y="403"/>
                  </a:cubicBezTo>
                  <a:cubicBezTo>
                    <a:pt x="175" y="406"/>
                    <a:pt x="190" y="407"/>
                    <a:pt x="205" y="407"/>
                  </a:cubicBezTo>
                  <a:cubicBezTo>
                    <a:pt x="303" y="407"/>
                    <a:pt x="392" y="343"/>
                    <a:pt x="412" y="243"/>
                  </a:cubicBezTo>
                  <a:cubicBezTo>
                    <a:pt x="457" y="152"/>
                    <a:pt x="389" y="38"/>
                    <a:pt x="275" y="15"/>
                  </a:cubicBezTo>
                  <a:cubicBezTo>
                    <a:pt x="250" y="5"/>
                    <a:pt x="226" y="1"/>
                    <a:pt x="20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6533325" y="1229600"/>
              <a:ext cx="6300" cy="5475"/>
            </a:xfrm>
            <a:custGeom>
              <a:avLst/>
              <a:gdLst/>
              <a:ahLst/>
              <a:cxnLst/>
              <a:rect l="l" t="t" r="r" b="b"/>
              <a:pathLst>
                <a:path w="252" h="219" extrusionOk="0">
                  <a:moveTo>
                    <a:pt x="111" y="1"/>
                  </a:moveTo>
                  <a:cubicBezTo>
                    <a:pt x="68" y="1"/>
                    <a:pt x="19" y="38"/>
                    <a:pt x="1" y="75"/>
                  </a:cubicBezTo>
                  <a:cubicBezTo>
                    <a:pt x="1" y="144"/>
                    <a:pt x="24" y="212"/>
                    <a:pt x="92" y="212"/>
                  </a:cubicBezTo>
                  <a:cubicBezTo>
                    <a:pt x="100" y="217"/>
                    <a:pt x="110" y="218"/>
                    <a:pt x="119" y="218"/>
                  </a:cubicBezTo>
                  <a:cubicBezTo>
                    <a:pt x="161" y="218"/>
                    <a:pt x="210" y="181"/>
                    <a:pt x="229" y="144"/>
                  </a:cubicBezTo>
                  <a:cubicBezTo>
                    <a:pt x="252" y="75"/>
                    <a:pt x="206" y="7"/>
                    <a:pt x="138" y="7"/>
                  </a:cubicBezTo>
                  <a:cubicBezTo>
                    <a:pt x="129" y="3"/>
                    <a:pt x="120" y="1"/>
                    <a:pt x="11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6545875" y="1256425"/>
              <a:ext cx="7450" cy="6600"/>
            </a:xfrm>
            <a:custGeom>
              <a:avLst/>
              <a:gdLst/>
              <a:ahLst/>
              <a:cxnLst/>
              <a:rect l="l" t="t" r="r" b="b"/>
              <a:pathLst>
                <a:path w="298" h="264" extrusionOk="0">
                  <a:moveTo>
                    <a:pt x="146" y="1"/>
                  </a:moveTo>
                  <a:cubicBezTo>
                    <a:pt x="85" y="1"/>
                    <a:pt x="20" y="42"/>
                    <a:pt x="1" y="98"/>
                  </a:cubicBezTo>
                  <a:cubicBezTo>
                    <a:pt x="1" y="167"/>
                    <a:pt x="47" y="258"/>
                    <a:pt x="115" y="258"/>
                  </a:cubicBezTo>
                  <a:cubicBezTo>
                    <a:pt x="127" y="262"/>
                    <a:pt x="139" y="264"/>
                    <a:pt x="151" y="264"/>
                  </a:cubicBezTo>
                  <a:cubicBezTo>
                    <a:pt x="206" y="264"/>
                    <a:pt x="256" y="223"/>
                    <a:pt x="275" y="167"/>
                  </a:cubicBezTo>
                  <a:cubicBezTo>
                    <a:pt x="298" y="98"/>
                    <a:pt x="252" y="30"/>
                    <a:pt x="184" y="7"/>
                  </a:cubicBezTo>
                  <a:cubicBezTo>
                    <a:pt x="171" y="3"/>
                    <a:pt x="159"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6668575" y="1792250"/>
              <a:ext cx="10300" cy="8875"/>
            </a:xfrm>
            <a:custGeom>
              <a:avLst/>
              <a:gdLst/>
              <a:ahLst/>
              <a:cxnLst/>
              <a:rect l="l" t="t" r="r" b="b"/>
              <a:pathLst>
                <a:path w="412" h="355" extrusionOk="0">
                  <a:moveTo>
                    <a:pt x="204" y="1"/>
                  </a:moveTo>
                  <a:cubicBezTo>
                    <a:pt x="125" y="1"/>
                    <a:pt x="42" y="49"/>
                    <a:pt x="23" y="144"/>
                  </a:cubicBezTo>
                  <a:cubicBezTo>
                    <a:pt x="0" y="235"/>
                    <a:pt x="69" y="326"/>
                    <a:pt x="160" y="349"/>
                  </a:cubicBezTo>
                  <a:cubicBezTo>
                    <a:pt x="176" y="353"/>
                    <a:pt x="192" y="355"/>
                    <a:pt x="209" y="355"/>
                  </a:cubicBezTo>
                  <a:cubicBezTo>
                    <a:pt x="288" y="355"/>
                    <a:pt x="370" y="311"/>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6445450" y="1343200"/>
              <a:ext cx="11450" cy="9975"/>
            </a:xfrm>
            <a:custGeom>
              <a:avLst/>
              <a:gdLst/>
              <a:ahLst/>
              <a:cxnLst/>
              <a:rect l="l" t="t" r="r" b="b"/>
              <a:pathLst>
                <a:path w="458" h="399" extrusionOk="0">
                  <a:moveTo>
                    <a:pt x="232" y="1"/>
                  </a:moveTo>
                  <a:cubicBezTo>
                    <a:pt x="138" y="1"/>
                    <a:pt x="63" y="66"/>
                    <a:pt x="24" y="165"/>
                  </a:cubicBezTo>
                  <a:cubicBezTo>
                    <a:pt x="1" y="256"/>
                    <a:pt x="69" y="370"/>
                    <a:pt x="183" y="393"/>
                  </a:cubicBezTo>
                  <a:cubicBezTo>
                    <a:pt x="199" y="397"/>
                    <a:pt x="214" y="399"/>
                    <a:pt x="230" y="399"/>
                  </a:cubicBezTo>
                  <a:cubicBezTo>
                    <a:pt x="310" y="399"/>
                    <a:pt x="393" y="351"/>
                    <a:pt x="412" y="256"/>
                  </a:cubicBezTo>
                  <a:cubicBezTo>
                    <a:pt x="457" y="142"/>
                    <a:pt x="389" y="51"/>
                    <a:pt x="275" y="5"/>
                  </a:cubicBezTo>
                  <a:cubicBezTo>
                    <a:pt x="260" y="2"/>
                    <a:pt x="245" y="1"/>
                    <a:pt x="2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6580125" y="1388975"/>
              <a:ext cx="6300" cy="5300"/>
            </a:xfrm>
            <a:custGeom>
              <a:avLst/>
              <a:gdLst/>
              <a:ahLst/>
              <a:cxnLst/>
              <a:rect l="l" t="t" r="r" b="b"/>
              <a:pathLst>
                <a:path w="252" h="212" extrusionOk="0">
                  <a:moveTo>
                    <a:pt x="160" y="0"/>
                  </a:moveTo>
                  <a:cubicBezTo>
                    <a:pt x="92" y="0"/>
                    <a:pt x="46" y="23"/>
                    <a:pt x="23" y="91"/>
                  </a:cubicBezTo>
                  <a:cubicBezTo>
                    <a:pt x="0" y="137"/>
                    <a:pt x="46" y="183"/>
                    <a:pt x="92" y="206"/>
                  </a:cubicBezTo>
                  <a:cubicBezTo>
                    <a:pt x="104" y="210"/>
                    <a:pt x="116" y="212"/>
                    <a:pt x="127" y="212"/>
                  </a:cubicBezTo>
                  <a:cubicBezTo>
                    <a:pt x="176" y="212"/>
                    <a:pt x="210" y="174"/>
                    <a:pt x="229" y="137"/>
                  </a:cubicBezTo>
                  <a:cubicBezTo>
                    <a:pt x="252" y="69"/>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6766150" y="1658150"/>
              <a:ext cx="8575" cy="7750"/>
            </a:xfrm>
            <a:custGeom>
              <a:avLst/>
              <a:gdLst/>
              <a:ahLst/>
              <a:cxnLst/>
              <a:rect l="l" t="t" r="r" b="b"/>
              <a:pathLst>
                <a:path w="343" h="310" extrusionOk="0">
                  <a:moveTo>
                    <a:pt x="161" y="1"/>
                  </a:moveTo>
                  <a:cubicBezTo>
                    <a:pt x="92" y="1"/>
                    <a:pt x="42" y="45"/>
                    <a:pt x="23" y="121"/>
                  </a:cubicBezTo>
                  <a:cubicBezTo>
                    <a:pt x="1" y="212"/>
                    <a:pt x="46" y="281"/>
                    <a:pt x="137" y="303"/>
                  </a:cubicBezTo>
                  <a:cubicBezTo>
                    <a:pt x="149" y="307"/>
                    <a:pt x="162" y="309"/>
                    <a:pt x="174" y="309"/>
                  </a:cubicBezTo>
                  <a:cubicBezTo>
                    <a:pt x="235" y="309"/>
                    <a:pt x="301" y="265"/>
                    <a:pt x="320" y="189"/>
                  </a:cubicBezTo>
                  <a:cubicBezTo>
                    <a:pt x="343" y="121"/>
                    <a:pt x="297"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6432900" y="1008200"/>
              <a:ext cx="8025" cy="7175"/>
            </a:xfrm>
            <a:custGeom>
              <a:avLst/>
              <a:gdLst/>
              <a:ahLst/>
              <a:cxnLst/>
              <a:rect l="l" t="t" r="r" b="b"/>
              <a:pathLst>
                <a:path w="321" h="287" extrusionOk="0">
                  <a:moveTo>
                    <a:pt x="160" y="1"/>
                  </a:moveTo>
                  <a:cubicBezTo>
                    <a:pt x="92" y="1"/>
                    <a:pt x="42" y="42"/>
                    <a:pt x="23" y="98"/>
                  </a:cubicBezTo>
                  <a:cubicBezTo>
                    <a:pt x="1" y="189"/>
                    <a:pt x="46" y="258"/>
                    <a:pt x="115" y="281"/>
                  </a:cubicBezTo>
                  <a:cubicBezTo>
                    <a:pt x="131" y="285"/>
                    <a:pt x="146" y="287"/>
                    <a:pt x="161" y="287"/>
                  </a:cubicBezTo>
                  <a:cubicBezTo>
                    <a:pt x="229" y="287"/>
                    <a:pt x="278" y="246"/>
                    <a:pt x="297" y="189"/>
                  </a:cubicBezTo>
                  <a:cubicBezTo>
                    <a:pt x="320" y="98"/>
                    <a:pt x="274" y="7"/>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6571000" y="1299800"/>
              <a:ext cx="9725" cy="8850"/>
            </a:xfrm>
            <a:custGeom>
              <a:avLst/>
              <a:gdLst/>
              <a:ahLst/>
              <a:cxnLst/>
              <a:rect l="l" t="t" r="r" b="b"/>
              <a:pathLst>
                <a:path w="389" h="354" extrusionOk="0">
                  <a:moveTo>
                    <a:pt x="195" y="1"/>
                  </a:moveTo>
                  <a:cubicBezTo>
                    <a:pt x="108" y="1"/>
                    <a:pt x="42" y="45"/>
                    <a:pt x="23" y="121"/>
                  </a:cubicBezTo>
                  <a:cubicBezTo>
                    <a:pt x="0" y="212"/>
                    <a:pt x="69" y="326"/>
                    <a:pt x="160" y="349"/>
                  </a:cubicBezTo>
                  <a:cubicBezTo>
                    <a:pt x="172" y="352"/>
                    <a:pt x="184" y="353"/>
                    <a:pt x="196" y="353"/>
                  </a:cubicBezTo>
                  <a:cubicBezTo>
                    <a:pt x="274" y="353"/>
                    <a:pt x="346" y="291"/>
                    <a:pt x="365" y="212"/>
                  </a:cubicBezTo>
                  <a:cubicBezTo>
                    <a:pt x="388" y="121"/>
                    <a:pt x="343" y="29"/>
                    <a:pt x="251" y="6"/>
                  </a:cubicBezTo>
                  <a:cubicBezTo>
                    <a:pt x="232" y="3"/>
                    <a:pt x="213"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6560725" y="1275300"/>
              <a:ext cx="8000" cy="7700"/>
            </a:xfrm>
            <a:custGeom>
              <a:avLst/>
              <a:gdLst/>
              <a:ahLst/>
              <a:cxnLst/>
              <a:rect l="l" t="t" r="r" b="b"/>
              <a:pathLst>
                <a:path w="320" h="308" extrusionOk="0">
                  <a:moveTo>
                    <a:pt x="170" y="0"/>
                  </a:moveTo>
                  <a:cubicBezTo>
                    <a:pt x="97" y="0"/>
                    <a:pt x="43" y="60"/>
                    <a:pt x="23" y="119"/>
                  </a:cubicBezTo>
                  <a:cubicBezTo>
                    <a:pt x="0" y="210"/>
                    <a:pt x="46" y="279"/>
                    <a:pt x="115" y="302"/>
                  </a:cubicBezTo>
                  <a:cubicBezTo>
                    <a:pt x="130" y="306"/>
                    <a:pt x="146" y="308"/>
                    <a:pt x="161" y="308"/>
                  </a:cubicBezTo>
                  <a:cubicBezTo>
                    <a:pt x="234" y="308"/>
                    <a:pt x="297" y="263"/>
                    <a:pt x="297" y="188"/>
                  </a:cubicBezTo>
                  <a:cubicBezTo>
                    <a:pt x="320" y="119"/>
                    <a:pt x="274" y="28"/>
                    <a:pt x="206" y="5"/>
                  </a:cubicBezTo>
                  <a:cubicBezTo>
                    <a:pt x="194" y="2"/>
                    <a:pt x="182" y="0"/>
                    <a:pt x="17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6468850" y="1097800"/>
              <a:ext cx="9150" cy="8300"/>
            </a:xfrm>
            <a:custGeom>
              <a:avLst/>
              <a:gdLst/>
              <a:ahLst/>
              <a:cxnLst/>
              <a:rect l="l" t="t" r="r" b="b"/>
              <a:pathLst>
                <a:path w="366" h="332" extrusionOk="0">
                  <a:moveTo>
                    <a:pt x="182" y="0"/>
                  </a:moveTo>
                  <a:cubicBezTo>
                    <a:pt x="108" y="0"/>
                    <a:pt x="42" y="45"/>
                    <a:pt x="23" y="120"/>
                  </a:cubicBezTo>
                  <a:cubicBezTo>
                    <a:pt x="1" y="212"/>
                    <a:pt x="69" y="303"/>
                    <a:pt x="137" y="326"/>
                  </a:cubicBezTo>
                  <a:cubicBezTo>
                    <a:pt x="153" y="330"/>
                    <a:pt x="169" y="332"/>
                    <a:pt x="184" y="332"/>
                  </a:cubicBezTo>
                  <a:cubicBezTo>
                    <a:pt x="258" y="332"/>
                    <a:pt x="324" y="287"/>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6707950" y="1377975"/>
              <a:ext cx="10300" cy="8875"/>
            </a:xfrm>
            <a:custGeom>
              <a:avLst/>
              <a:gdLst/>
              <a:ahLst/>
              <a:cxnLst/>
              <a:rect l="l" t="t" r="r" b="b"/>
              <a:pathLst>
                <a:path w="412" h="355" extrusionOk="0">
                  <a:moveTo>
                    <a:pt x="204" y="1"/>
                  </a:moveTo>
                  <a:cubicBezTo>
                    <a:pt x="125" y="1"/>
                    <a:pt x="42" y="48"/>
                    <a:pt x="23" y="143"/>
                  </a:cubicBezTo>
                  <a:cubicBezTo>
                    <a:pt x="0" y="235"/>
                    <a:pt x="69" y="326"/>
                    <a:pt x="160" y="349"/>
                  </a:cubicBezTo>
                  <a:cubicBezTo>
                    <a:pt x="176" y="353"/>
                    <a:pt x="192" y="355"/>
                    <a:pt x="209" y="355"/>
                  </a:cubicBezTo>
                  <a:cubicBezTo>
                    <a:pt x="288" y="355"/>
                    <a:pt x="369" y="310"/>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5839450" y="1408225"/>
              <a:ext cx="9150" cy="7725"/>
            </a:xfrm>
            <a:custGeom>
              <a:avLst/>
              <a:gdLst/>
              <a:ahLst/>
              <a:cxnLst/>
              <a:rect l="l" t="t" r="r" b="b"/>
              <a:pathLst>
                <a:path w="366" h="309" extrusionOk="0">
                  <a:moveTo>
                    <a:pt x="182" y="0"/>
                  </a:moveTo>
                  <a:cubicBezTo>
                    <a:pt x="108" y="0"/>
                    <a:pt x="42" y="45"/>
                    <a:pt x="23" y="120"/>
                  </a:cubicBezTo>
                  <a:cubicBezTo>
                    <a:pt x="0" y="212"/>
                    <a:pt x="69" y="303"/>
                    <a:pt x="137" y="303"/>
                  </a:cubicBezTo>
                  <a:cubicBezTo>
                    <a:pt x="153" y="307"/>
                    <a:pt x="170" y="309"/>
                    <a:pt x="185" y="309"/>
                  </a:cubicBezTo>
                  <a:cubicBezTo>
                    <a:pt x="259" y="309"/>
                    <a:pt x="324" y="268"/>
                    <a:pt x="343" y="212"/>
                  </a:cubicBezTo>
                  <a:cubicBezTo>
                    <a:pt x="365" y="120"/>
                    <a:pt x="297" y="29"/>
                    <a:pt x="228"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5954700" y="1343200"/>
              <a:ext cx="9725" cy="9375"/>
            </a:xfrm>
            <a:custGeom>
              <a:avLst/>
              <a:gdLst/>
              <a:ahLst/>
              <a:cxnLst/>
              <a:rect l="l" t="t" r="r" b="b"/>
              <a:pathLst>
                <a:path w="389" h="375" extrusionOk="0">
                  <a:moveTo>
                    <a:pt x="193" y="1"/>
                  </a:moveTo>
                  <a:cubicBezTo>
                    <a:pt x="115" y="1"/>
                    <a:pt x="44" y="63"/>
                    <a:pt x="24" y="142"/>
                  </a:cubicBezTo>
                  <a:cubicBezTo>
                    <a:pt x="1" y="233"/>
                    <a:pt x="47" y="348"/>
                    <a:pt x="161" y="370"/>
                  </a:cubicBezTo>
                  <a:cubicBezTo>
                    <a:pt x="173" y="373"/>
                    <a:pt x="185" y="375"/>
                    <a:pt x="197" y="375"/>
                  </a:cubicBezTo>
                  <a:cubicBezTo>
                    <a:pt x="275" y="375"/>
                    <a:pt x="346" y="313"/>
                    <a:pt x="366" y="233"/>
                  </a:cubicBezTo>
                  <a:cubicBezTo>
                    <a:pt x="389" y="142"/>
                    <a:pt x="343"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6616075" y="1591975"/>
              <a:ext cx="6875" cy="6025"/>
            </a:xfrm>
            <a:custGeom>
              <a:avLst/>
              <a:gdLst/>
              <a:ahLst/>
              <a:cxnLst/>
              <a:rect l="l" t="t" r="r" b="b"/>
              <a:pathLst>
                <a:path w="275" h="241" extrusionOk="0">
                  <a:moveTo>
                    <a:pt x="124" y="0"/>
                  </a:moveTo>
                  <a:cubicBezTo>
                    <a:pt x="70" y="0"/>
                    <a:pt x="23" y="41"/>
                    <a:pt x="23" y="97"/>
                  </a:cubicBezTo>
                  <a:cubicBezTo>
                    <a:pt x="0" y="166"/>
                    <a:pt x="46" y="211"/>
                    <a:pt x="92" y="234"/>
                  </a:cubicBezTo>
                  <a:cubicBezTo>
                    <a:pt x="104" y="238"/>
                    <a:pt x="116" y="240"/>
                    <a:pt x="128" y="240"/>
                  </a:cubicBezTo>
                  <a:cubicBezTo>
                    <a:pt x="183" y="240"/>
                    <a:pt x="233" y="199"/>
                    <a:pt x="252" y="143"/>
                  </a:cubicBezTo>
                  <a:cubicBezTo>
                    <a:pt x="274" y="97"/>
                    <a:pt x="229" y="29"/>
                    <a:pt x="160" y="6"/>
                  </a:cubicBezTo>
                  <a:cubicBezTo>
                    <a:pt x="148" y="2"/>
                    <a:pt x="136" y="0"/>
                    <a:pt x="12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6589250" y="1479550"/>
              <a:ext cx="9725" cy="8850"/>
            </a:xfrm>
            <a:custGeom>
              <a:avLst/>
              <a:gdLst/>
              <a:ahLst/>
              <a:cxnLst/>
              <a:rect l="l" t="t" r="r" b="b"/>
              <a:pathLst>
                <a:path w="389" h="354" extrusionOk="0">
                  <a:moveTo>
                    <a:pt x="184" y="1"/>
                  </a:moveTo>
                  <a:cubicBezTo>
                    <a:pt x="109" y="1"/>
                    <a:pt x="43" y="48"/>
                    <a:pt x="23" y="143"/>
                  </a:cubicBezTo>
                  <a:cubicBezTo>
                    <a:pt x="1" y="235"/>
                    <a:pt x="46" y="326"/>
                    <a:pt x="138" y="349"/>
                  </a:cubicBezTo>
                  <a:cubicBezTo>
                    <a:pt x="150" y="352"/>
                    <a:pt x="162" y="353"/>
                    <a:pt x="175" y="353"/>
                  </a:cubicBezTo>
                  <a:cubicBezTo>
                    <a:pt x="257" y="353"/>
                    <a:pt x="346" y="291"/>
                    <a:pt x="366" y="212"/>
                  </a:cubicBezTo>
                  <a:cubicBezTo>
                    <a:pt x="389" y="121"/>
                    <a:pt x="320" y="29"/>
                    <a:pt x="229" y="6"/>
                  </a:cubicBezTo>
                  <a:cubicBezTo>
                    <a:pt x="214" y="3"/>
                    <a:pt x="198"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6485400" y="1534900"/>
              <a:ext cx="8000" cy="7175"/>
            </a:xfrm>
            <a:custGeom>
              <a:avLst/>
              <a:gdLst/>
              <a:ahLst/>
              <a:cxnLst/>
              <a:rect l="l" t="t" r="r" b="b"/>
              <a:pathLst>
                <a:path w="320" h="287" extrusionOk="0">
                  <a:moveTo>
                    <a:pt x="147" y="1"/>
                  </a:moveTo>
                  <a:cubicBezTo>
                    <a:pt x="92" y="1"/>
                    <a:pt x="42" y="41"/>
                    <a:pt x="23" y="98"/>
                  </a:cubicBezTo>
                  <a:cubicBezTo>
                    <a:pt x="0" y="166"/>
                    <a:pt x="46" y="258"/>
                    <a:pt x="115" y="280"/>
                  </a:cubicBezTo>
                  <a:cubicBezTo>
                    <a:pt x="130" y="284"/>
                    <a:pt x="145" y="286"/>
                    <a:pt x="159" y="286"/>
                  </a:cubicBezTo>
                  <a:cubicBezTo>
                    <a:pt x="228" y="286"/>
                    <a:pt x="278" y="242"/>
                    <a:pt x="297" y="166"/>
                  </a:cubicBezTo>
                  <a:cubicBezTo>
                    <a:pt x="320" y="98"/>
                    <a:pt x="274" y="6"/>
                    <a:pt x="183" y="6"/>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5448000" y="1569150"/>
              <a:ext cx="7425" cy="4725"/>
            </a:xfrm>
            <a:custGeom>
              <a:avLst/>
              <a:gdLst/>
              <a:ahLst/>
              <a:cxnLst/>
              <a:rect l="l" t="t" r="r" b="b"/>
              <a:pathLst>
                <a:path w="297" h="189" extrusionOk="0">
                  <a:moveTo>
                    <a:pt x="125" y="0"/>
                  </a:moveTo>
                  <a:cubicBezTo>
                    <a:pt x="69" y="0"/>
                    <a:pt x="19" y="44"/>
                    <a:pt x="0" y="120"/>
                  </a:cubicBezTo>
                  <a:lnTo>
                    <a:pt x="274" y="189"/>
                  </a:lnTo>
                  <a:cubicBezTo>
                    <a:pt x="297" y="120"/>
                    <a:pt x="251" y="29"/>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6871725" y="1715800"/>
              <a:ext cx="8000" cy="7150"/>
            </a:xfrm>
            <a:custGeom>
              <a:avLst/>
              <a:gdLst/>
              <a:ahLst/>
              <a:cxnLst/>
              <a:rect l="l" t="t" r="r" b="b"/>
              <a:pathLst>
                <a:path w="320" h="286" extrusionOk="0">
                  <a:moveTo>
                    <a:pt x="148" y="0"/>
                  </a:moveTo>
                  <a:cubicBezTo>
                    <a:pt x="92" y="0"/>
                    <a:pt x="42" y="45"/>
                    <a:pt x="23" y="120"/>
                  </a:cubicBezTo>
                  <a:cubicBezTo>
                    <a:pt x="0" y="189"/>
                    <a:pt x="46" y="257"/>
                    <a:pt x="114" y="280"/>
                  </a:cubicBezTo>
                  <a:cubicBezTo>
                    <a:pt x="130" y="284"/>
                    <a:pt x="146" y="286"/>
                    <a:pt x="161" y="286"/>
                  </a:cubicBezTo>
                  <a:cubicBezTo>
                    <a:pt x="228" y="286"/>
                    <a:pt x="278" y="245"/>
                    <a:pt x="297" y="189"/>
                  </a:cubicBezTo>
                  <a:cubicBezTo>
                    <a:pt x="320" y="97"/>
                    <a:pt x="274" y="29"/>
                    <a:pt x="183" y="6"/>
                  </a:cubicBezTo>
                  <a:cubicBezTo>
                    <a:pt x="171" y="2"/>
                    <a:pt x="159" y="0"/>
                    <a:pt x="14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6868300" y="1744325"/>
              <a:ext cx="6300" cy="5875"/>
            </a:xfrm>
            <a:custGeom>
              <a:avLst/>
              <a:gdLst/>
              <a:ahLst/>
              <a:cxnLst/>
              <a:rect l="l" t="t" r="r" b="b"/>
              <a:pathLst>
                <a:path w="252" h="235" extrusionOk="0">
                  <a:moveTo>
                    <a:pt x="111" y="0"/>
                  </a:moveTo>
                  <a:cubicBezTo>
                    <a:pt x="69" y="0"/>
                    <a:pt x="19" y="41"/>
                    <a:pt x="0" y="98"/>
                  </a:cubicBezTo>
                  <a:cubicBezTo>
                    <a:pt x="0" y="143"/>
                    <a:pt x="23" y="212"/>
                    <a:pt x="92" y="235"/>
                  </a:cubicBezTo>
                  <a:cubicBezTo>
                    <a:pt x="137" y="235"/>
                    <a:pt x="206" y="212"/>
                    <a:pt x="228" y="143"/>
                  </a:cubicBezTo>
                  <a:cubicBezTo>
                    <a:pt x="251" y="75"/>
                    <a:pt x="206" y="29"/>
                    <a:pt x="137" y="6"/>
                  </a:cubicBezTo>
                  <a:cubicBezTo>
                    <a:pt x="129" y="2"/>
                    <a:pt x="120" y="0"/>
                    <a:pt x="11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6243450" y="1783175"/>
              <a:ext cx="10875" cy="6400"/>
            </a:xfrm>
            <a:custGeom>
              <a:avLst/>
              <a:gdLst/>
              <a:ahLst/>
              <a:cxnLst/>
              <a:rect l="l" t="t" r="r" b="b"/>
              <a:pathLst>
                <a:path w="435" h="256" extrusionOk="0">
                  <a:moveTo>
                    <a:pt x="209" y="0"/>
                  </a:moveTo>
                  <a:cubicBezTo>
                    <a:pt x="115" y="0"/>
                    <a:pt x="40" y="65"/>
                    <a:pt x="1" y="164"/>
                  </a:cubicBezTo>
                  <a:lnTo>
                    <a:pt x="389" y="256"/>
                  </a:lnTo>
                  <a:cubicBezTo>
                    <a:pt x="434" y="141"/>
                    <a:pt x="366" y="27"/>
                    <a:pt x="252" y="4"/>
                  </a:cubicBezTo>
                  <a:cubicBezTo>
                    <a:pt x="237" y="2"/>
                    <a:pt x="222" y="0"/>
                    <a:pt x="20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5840575" y="1121200"/>
              <a:ext cx="8025" cy="7700"/>
            </a:xfrm>
            <a:custGeom>
              <a:avLst/>
              <a:gdLst/>
              <a:ahLst/>
              <a:cxnLst/>
              <a:rect l="l" t="t" r="r" b="b"/>
              <a:pathLst>
                <a:path w="321" h="308" extrusionOk="0">
                  <a:moveTo>
                    <a:pt x="161" y="0"/>
                  </a:moveTo>
                  <a:cubicBezTo>
                    <a:pt x="93" y="0"/>
                    <a:pt x="43" y="45"/>
                    <a:pt x="24" y="120"/>
                  </a:cubicBezTo>
                  <a:cubicBezTo>
                    <a:pt x="1" y="189"/>
                    <a:pt x="47" y="280"/>
                    <a:pt x="138" y="303"/>
                  </a:cubicBezTo>
                  <a:cubicBezTo>
                    <a:pt x="147" y="306"/>
                    <a:pt x="157" y="307"/>
                    <a:pt x="166" y="307"/>
                  </a:cubicBezTo>
                  <a:cubicBezTo>
                    <a:pt x="230" y="307"/>
                    <a:pt x="301" y="248"/>
                    <a:pt x="320" y="189"/>
                  </a:cubicBezTo>
                  <a:cubicBezTo>
                    <a:pt x="320" y="97"/>
                    <a:pt x="275"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5744725" y="1028750"/>
              <a:ext cx="8000" cy="7700"/>
            </a:xfrm>
            <a:custGeom>
              <a:avLst/>
              <a:gdLst/>
              <a:ahLst/>
              <a:cxnLst/>
              <a:rect l="l" t="t" r="r" b="b"/>
              <a:pathLst>
                <a:path w="320" h="308" extrusionOk="0">
                  <a:moveTo>
                    <a:pt x="161" y="1"/>
                  </a:moveTo>
                  <a:cubicBezTo>
                    <a:pt x="92" y="1"/>
                    <a:pt x="42" y="45"/>
                    <a:pt x="23" y="121"/>
                  </a:cubicBezTo>
                  <a:cubicBezTo>
                    <a:pt x="0" y="189"/>
                    <a:pt x="46" y="280"/>
                    <a:pt x="114" y="303"/>
                  </a:cubicBezTo>
                  <a:cubicBezTo>
                    <a:pt x="127" y="306"/>
                    <a:pt x="139" y="308"/>
                    <a:pt x="151" y="308"/>
                  </a:cubicBezTo>
                  <a:cubicBezTo>
                    <a:pt x="228" y="308"/>
                    <a:pt x="297" y="248"/>
                    <a:pt x="297" y="189"/>
                  </a:cubicBezTo>
                  <a:cubicBezTo>
                    <a:pt x="320" y="98"/>
                    <a:pt x="274" y="29"/>
                    <a:pt x="206" y="6"/>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6021475" y="1322675"/>
              <a:ext cx="10300" cy="9400"/>
            </a:xfrm>
            <a:custGeom>
              <a:avLst/>
              <a:gdLst/>
              <a:ahLst/>
              <a:cxnLst/>
              <a:rect l="l" t="t" r="r" b="b"/>
              <a:pathLst>
                <a:path w="412" h="376" extrusionOk="0">
                  <a:moveTo>
                    <a:pt x="215" y="0"/>
                  </a:moveTo>
                  <a:cubicBezTo>
                    <a:pt x="132" y="0"/>
                    <a:pt x="43" y="62"/>
                    <a:pt x="23" y="141"/>
                  </a:cubicBezTo>
                  <a:cubicBezTo>
                    <a:pt x="0" y="256"/>
                    <a:pt x="69" y="347"/>
                    <a:pt x="160" y="370"/>
                  </a:cubicBezTo>
                  <a:cubicBezTo>
                    <a:pt x="175" y="373"/>
                    <a:pt x="191" y="375"/>
                    <a:pt x="207" y="375"/>
                  </a:cubicBezTo>
                  <a:cubicBezTo>
                    <a:pt x="287" y="375"/>
                    <a:pt x="369" y="328"/>
                    <a:pt x="389" y="233"/>
                  </a:cubicBezTo>
                  <a:cubicBezTo>
                    <a:pt x="411" y="141"/>
                    <a:pt x="366" y="27"/>
                    <a:pt x="252" y="4"/>
                  </a:cubicBezTo>
                  <a:cubicBezTo>
                    <a:pt x="240" y="1"/>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5918750" y="1214250"/>
              <a:ext cx="9175" cy="8800"/>
            </a:xfrm>
            <a:custGeom>
              <a:avLst/>
              <a:gdLst/>
              <a:ahLst/>
              <a:cxnLst/>
              <a:rect l="l" t="t" r="r" b="b"/>
              <a:pathLst>
                <a:path w="367" h="352" extrusionOk="0">
                  <a:moveTo>
                    <a:pt x="193" y="0"/>
                  </a:moveTo>
                  <a:cubicBezTo>
                    <a:pt x="115" y="0"/>
                    <a:pt x="44" y="62"/>
                    <a:pt x="24" y="142"/>
                  </a:cubicBezTo>
                  <a:cubicBezTo>
                    <a:pt x="1" y="233"/>
                    <a:pt x="47" y="324"/>
                    <a:pt x="138" y="347"/>
                  </a:cubicBezTo>
                  <a:cubicBezTo>
                    <a:pt x="150" y="350"/>
                    <a:pt x="162" y="351"/>
                    <a:pt x="174" y="351"/>
                  </a:cubicBezTo>
                  <a:cubicBezTo>
                    <a:pt x="252" y="351"/>
                    <a:pt x="323" y="289"/>
                    <a:pt x="343" y="210"/>
                  </a:cubicBezTo>
                  <a:cubicBezTo>
                    <a:pt x="366" y="119"/>
                    <a:pt x="298" y="27"/>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6280550" y="1778600"/>
              <a:ext cx="9725" cy="8800"/>
            </a:xfrm>
            <a:custGeom>
              <a:avLst/>
              <a:gdLst/>
              <a:ahLst/>
              <a:cxnLst/>
              <a:rect l="l" t="t" r="r" b="b"/>
              <a:pathLst>
                <a:path w="389" h="352" extrusionOk="0">
                  <a:moveTo>
                    <a:pt x="193" y="0"/>
                  </a:moveTo>
                  <a:cubicBezTo>
                    <a:pt x="114" y="0"/>
                    <a:pt x="43" y="63"/>
                    <a:pt x="23" y="142"/>
                  </a:cubicBezTo>
                  <a:cubicBezTo>
                    <a:pt x="0" y="233"/>
                    <a:pt x="69" y="324"/>
                    <a:pt x="160" y="347"/>
                  </a:cubicBezTo>
                  <a:cubicBezTo>
                    <a:pt x="169" y="350"/>
                    <a:pt x="179" y="352"/>
                    <a:pt x="189" y="352"/>
                  </a:cubicBezTo>
                  <a:cubicBezTo>
                    <a:pt x="257" y="352"/>
                    <a:pt x="346" y="290"/>
                    <a:pt x="365" y="210"/>
                  </a:cubicBezTo>
                  <a:cubicBezTo>
                    <a:pt x="388" y="119"/>
                    <a:pt x="320" y="28"/>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5959275" y="1432175"/>
              <a:ext cx="6300" cy="5475"/>
            </a:xfrm>
            <a:custGeom>
              <a:avLst/>
              <a:gdLst/>
              <a:ahLst/>
              <a:cxnLst/>
              <a:rect l="l" t="t" r="r" b="b"/>
              <a:pathLst>
                <a:path w="252" h="219" extrusionOk="0">
                  <a:moveTo>
                    <a:pt x="123" y="1"/>
                  </a:moveTo>
                  <a:cubicBezTo>
                    <a:pt x="69" y="1"/>
                    <a:pt x="23" y="38"/>
                    <a:pt x="23" y="75"/>
                  </a:cubicBezTo>
                  <a:cubicBezTo>
                    <a:pt x="1" y="144"/>
                    <a:pt x="46" y="190"/>
                    <a:pt x="92" y="212"/>
                  </a:cubicBezTo>
                  <a:cubicBezTo>
                    <a:pt x="104" y="217"/>
                    <a:pt x="117" y="218"/>
                    <a:pt x="129" y="218"/>
                  </a:cubicBezTo>
                  <a:cubicBezTo>
                    <a:pt x="183" y="218"/>
                    <a:pt x="229" y="181"/>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5970125" y="1422625"/>
              <a:ext cx="6875" cy="6450"/>
            </a:xfrm>
            <a:custGeom>
              <a:avLst/>
              <a:gdLst/>
              <a:ahLst/>
              <a:cxnLst/>
              <a:rect l="l" t="t" r="r" b="b"/>
              <a:pathLst>
                <a:path w="275" h="258" extrusionOk="0">
                  <a:moveTo>
                    <a:pt x="160" y="1"/>
                  </a:moveTo>
                  <a:cubicBezTo>
                    <a:pt x="92" y="1"/>
                    <a:pt x="23" y="24"/>
                    <a:pt x="23" y="92"/>
                  </a:cubicBezTo>
                  <a:cubicBezTo>
                    <a:pt x="0" y="161"/>
                    <a:pt x="46" y="229"/>
                    <a:pt x="92" y="252"/>
                  </a:cubicBezTo>
                  <a:cubicBezTo>
                    <a:pt x="104" y="256"/>
                    <a:pt x="116" y="258"/>
                    <a:pt x="128" y="258"/>
                  </a:cubicBezTo>
                  <a:cubicBezTo>
                    <a:pt x="183" y="258"/>
                    <a:pt x="232" y="217"/>
                    <a:pt x="251" y="161"/>
                  </a:cubicBezTo>
                  <a:cubicBezTo>
                    <a:pt x="274" y="92"/>
                    <a:pt x="228"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6725625" y="1401950"/>
              <a:ext cx="10875" cy="9400"/>
            </a:xfrm>
            <a:custGeom>
              <a:avLst/>
              <a:gdLst/>
              <a:ahLst/>
              <a:cxnLst/>
              <a:rect l="l" t="t" r="r" b="b"/>
              <a:pathLst>
                <a:path w="435" h="376" extrusionOk="0">
                  <a:moveTo>
                    <a:pt x="220" y="0"/>
                  </a:moveTo>
                  <a:cubicBezTo>
                    <a:pt x="132" y="0"/>
                    <a:pt x="66" y="48"/>
                    <a:pt x="47" y="143"/>
                  </a:cubicBezTo>
                  <a:cubicBezTo>
                    <a:pt x="1" y="234"/>
                    <a:pt x="69" y="349"/>
                    <a:pt x="161" y="371"/>
                  </a:cubicBezTo>
                  <a:cubicBezTo>
                    <a:pt x="176" y="374"/>
                    <a:pt x="190" y="376"/>
                    <a:pt x="204" y="376"/>
                  </a:cubicBezTo>
                  <a:cubicBezTo>
                    <a:pt x="298" y="376"/>
                    <a:pt x="369" y="314"/>
                    <a:pt x="389" y="234"/>
                  </a:cubicBezTo>
                  <a:cubicBezTo>
                    <a:pt x="435" y="120"/>
                    <a:pt x="366" y="29"/>
                    <a:pt x="275" y="6"/>
                  </a:cubicBezTo>
                  <a:cubicBezTo>
                    <a:pt x="256" y="2"/>
                    <a:pt x="237"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6704525" y="1685550"/>
              <a:ext cx="10300" cy="8875"/>
            </a:xfrm>
            <a:custGeom>
              <a:avLst/>
              <a:gdLst/>
              <a:ahLst/>
              <a:cxnLst/>
              <a:rect l="l" t="t" r="r" b="b"/>
              <a:pathLst>
                <a:path w="412" h="355" extrusionOk="0">
                  <a:moveTo>
                    <a:pt x="206" y="1"/>
                  </a:moveTo>
                  <a:cubicBezTo>
                    <a:pt x="132" y="1"/>
                    <a:pt x="65" y="48"/>
                    <a:pt x="46" y="143"/>
                  </a:cubicBezTo>
                  <a:cubicBezTo>
                    <a:pt x="0" y="235"/>
                    <a:pt x="69" y="326"/>
                    <a:pt x="160" y="349"/>
                  </a:cubicBezTo>
                  <a:cubicBezTo>
                    <a:pt x="175" y="353"/>
                    <a:pt x="191" y="354"/>
                    <a:pt x="207" y="354"/>
                  </a:cubicBezTo>
                  <a:cubicBezTo>
                    <a:pt x="287" y="354"/>
                    <a:pt x="369" y="307"/>
                    <a:pt x="388" y="212"/>
                  </a:cubicBezTo>
                  <a:cubicBezTo>
                    <a:pt x="411" y="120"/>
                    <a:pt x="343" y="29"/>
                    <a:pt x="251" y="6"/>
                  </a:cubicBezTo>
                  <a:cubicBezTo>
                    <a:pt x="236" y="3"/>
                    <a:pt x="221" y="1"/>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6188100" y="1518950"/>
              <a:ext cx="10875" cy="9950"/>
            </a:xfrm>
            <a:custGeom>
              <a:avLst/>
              <a:gdLst/>
              <a:ahLst/>
              <a:cxnLst/>
              <a:rect l="l" t="t" r="r" b="b"/>
              <a:pathLst>
                <a:path w="435" h="398" extrusionOk="0">
                  <a:moveTo>
                    <a:pt x="231" y="1"/>
                  </a:moveTo>
                  <a:cubicBezTo>
                    <a:pt x="137" y="1"/>
                    <a:pt x="63" y="63"/>
                    <a:pt x="23" y="142"/>
                  </a:cubicBezTo>
                  <a:cubicBezTo>
                    <a:pt x="0" y="256"/>
                    <a:pt x="69" y="371"/>
                    <a:pt x="183" y="393"/>
                  </a:cubicBezTo>
                  <a:cubicBezTo>
                    <a:pt x="195" y="396"/>
                    <a:pt x="207" y="398"/>
                    <a:pt x="220" y="398"/>
                  </a:cubicBezTo>
                  <a:cubicBezTo>
                    <a:pt x="303" y="398"/>
                    <a:pt x="391" y="336"/>
                    <a:pt x="411" y="256"/>
                  </a:cubicBezTo>
                  <a:cubicBezTo>
                    <a:pt x="434" y="142"/>
                    <a:pt x="366" y="28"/>
                    <a:pt x="274" y="5"/>
                  </a:cubicBezTo>
                  <a:cubicBezTo>
                    <a:pt x="259"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6388400" y="1590975"/>
              <a:ext cx="6875" cy="6450"/>
            </a:xfrm>
            <a:custGeom>
              <a:avLst/>
              <a:gdLst/>
              <a:ahLst/>
              <a:cxnLst/>
              <a:rect l="l" t="t" r="r" b="b"/>
              <a:pathLst>
                <a:path w="275" h="258" extrusionOk="0">
                  <a:moveTo>
                    <a:pt x="160" y="0"/>
                  </a:moveTo>
                  <a:cubicBezTo>
                    <a:pt x="91" y="0"/>
                    <a:pt x="23" y="23"/>
                    <a:pt x="0" y="92"/>
                  </a:cubicBezTo>
                  <a:cubicBezTo>
                    <a:pt x="0" y="160"/>
                    <a:pt x="46" y="229"/>
                    <a:pt x="114" y="251"/>
                  </a:cubicBezTo>
                  <a:cubicBezTo>
                    <a:pt x="122" y="255"/>
                    <a:pt x="132" y="257"/>
                    <a:pt x="142" y="257"/>
                  </a:cubicBezTo>
                  <a:cubicBezTo>
                    <a:pt x="189" y="257"/>
                    <a:pt x="251"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6388400" y="1611975"/>
              <a:ext cx="11425" cy="9975"/>
            </a:xfrm>
            <a:custGeom>
              <a:avLst/>
              <a:gdLst/>
              <a:ahLst/>
              <a:cxnLst/>
              <a:rect l="l" t="t" r="r" b="b"/>
              <a:pathLst>
                <a:path w="457" h="399" extrusionOk="0">
                  <a:moveTo>
                    <a:pt x="230" y="0"/>
                  </a:moveTo>
                  <a:cubicBezTo>
                    <a:pt x="132" y="0"/>
                    <a:pt x="43" y="65"/>
                    <a:pt x="23" y="165"/>
                  </a:cubicBezTo>
                  <a:cubicBezTo>
                    <a:pt x="0" y="256"/>
                    <a:pt x="69" y="370"/>
                    <a:pt x="183" y="393"/>
                  </a:cubicBezTo>
                  <a:cubicBezTo>
                    <a:pt x="198" y="397"/>
                    <a:pt x="214" y="399"/>
                    <a:pt x="230" y="399"/>
                  </a:cubicBezTo>
                  <a:cubicBezTo>
                    <a:pt x="310" y="399"/>
                    <a:pt x="392" y="351"/>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6497375" y="1253000"/>
              <a:ext cx="6875" cy="5900"/>
            </a:xfrm>
            <a:custGeom>
              <a:avLst/>
              <a:gdLst/>
              <a:ahLst/>
              <a:cxnLst/>
              <a:rect l="l" t="t" r="r" b="b"/>
              <a:pathLst>
                <a:path w="275" h="236" extrusionOk="0">
                  <a:moveTo>
                    <a:pt x="134" y="1"/>
                  </a:moveTo>
                  <a:cubicBezTo>
                    <a:pt x="91" y="1"/>
                    <a:pt x="42" y="38"/>
                    <a:pt x="24" y="75"/>
                  </a:cubicBezTo>
                  <a:cubicBezTo>
                    <a:pt x="1" y="144"/>
                    <a:pt x="46" y="212"/>
                    <a:pt x="115" y="235"/>
                  </a:cubicBezTo>
                  <a:cubicBezTo>
                    <a:pt x="161" y="235"/>
                    <a:pt x="229" y="212"/>
                    <a:pt x="252" y="144"/>
                  </a:cubicBezTo>
                  <a:cubicBezTo>
                    <a:pt x="275" y="75"/>
                    <a:pt x="229" y="7"/>
                    <a:pt x="161"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6746750" y="1478400"/>
              <a:ext cx="9150" cy="8325"/>
            </a:xfrm>
            <a:custGeom>
              <a:avLst/>
              <a:gdLst/>
              <a:ahLst/>
              <a:cxnLst/>
              <a:rect l="l" t="t" r="r" b="b"/>
              <a:pathLst>
                <a:path w="366" h="333"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30"/>
                    <a:pt x="229"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6710800" y="1642750"/>
              <a:ext cx="8000" cy="7175"/>
            </a:xfrm>
            <a:custGeom>
              <a:avLst/>
              <a:gdLst/>
              <a:ahLst/>
              <a:cxnLst/>
              <a:rect l="l" t="t" r="r" b="b"/>
              <a:pathLst>
                <a:path w="320" h="287" extrusionOk="0">
                  <a:moveTo>
                    <a:pt x="145" y="1"/>
                  </a:moveTo>
                  <a:cubicBezTo>
                    <a:pt x="85" y="1"/>
                    <a:pt x="23" y="41"/>
                    <a:pt x="23" y="98"/>
                  </a:cubicBezTo>
                  <a:cubicBezTo>
                    <a:pt x="0" y="189"/>
                    <a:pt x="46" y="258"/>
                    <a:pt x="115" y="280"/>
                  </a:cubicBezTo>
                  <a:cubicBezTo>
                    <a:pt x="126" y="284"/>
                    <a:pt x="139" y="286"/>
                    <a:pt x="151" y="286"/>
                  </a:cubicBezTo>
                  <a:cubicBezTo>
                    <a:pt x="212" y="286"/>
                    <a:pt x="278" y="242"/>
                    <a:pt x="297" y="166"/>
                  </a:cubicBezTo>
                  <a:cubicBezTo>
                    <a:pt x="320" y="98"/>
                    <a:pt x="274" y="29"/>
                    <a:pt x="183" y="6"/>
                  </a:cubicBezTo>
                  <a:cubicBezTo>
                    <a:pt x="171" y="2"/>
                    <a:pt x="158" y="1"/>
                    <a:pt x="14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6239450" y="1672575"/>
              <a:ext cx="8025" cy="7550"/>
            </a:xfrm>
            <a:custGeom>
              <a:avLst/>
              <a:gdLst/>
              <a:ahLst/>
              <a:cxnLst/>
              <a:rect l="l" t="t" r="r" b="b"/>
              <a:pathLst>
                <a:path w="321" h="302" extrusionOk="0">
                  <a:moveTo>
                    <a:pt x="206" y="0"/>
                  </a:moveTo>
                  <a:cubicBezTo>
                    <a:pt x="138" y="0"/>
                    <a:pt x="46" y="46"/>
                    <a:pt x="24" y="114"/>
                  </a:cubicBezTo>
                  <a:cubicBezTo>
                    <a:pt x="1" y="183"/>
                    <a:pt x="46" y="274"/>
                    <a:pt x="138" y="297"/>
                  </a:cubicBezTo>
                  <a:cubicBezTo>
                    <a:pt x="147" y="300"/>
                    <a:pt x="156" y="302"/>
                    <a:pt x="166" y="302"/>
                  </a:cubicBezTo>
                  <a:cubicBezTo>
                    <a:pt x="229" y="302"/>
                    <a:pt x="297" y="242"/>
                    <a:pt x="297" y="183"/>
                  </a:cubicBezTo>
                  <a:cubicBezTo>
                    <a:pt x="320" y="114"/>
                    <a:pt x="275" y="23"/>
                    <a:pt x="2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6507075" y="1246725"/>
              <a:ext cx="11450" cy="10250"/>
            </a:xfrm>
            <a:custGeom>
              <a:avLst/>
              <a:gdLst/>
              <a:ahLst/>
              <a:cxnLst/>
              <a:rect l="l" t="t" r="r" b="b"/>
              <a:pathLst>
                <a:path w="458" h="410" extrusionOk="0">
                  <a:moveTo>
                    <a:pt x="218" y="1"/>
                  </a:moveTo>
                  <a:cubicBezTo>
                    <a:pt x="125" y="1"/>
                    <a:pt x="43" y="49"/>
                    <a:pt x="24" y="144"/>
                  </a:cubicBezTo>
                  <a:cubicBezTo>
                    <a:pt x="1" y="258"/>
                    <a:pt x="69" y="372"/>
                    <a:pt x="161" y="395"/>
                  </a:cubicBezTo>
                  <a:cubicBezTo>
                    <a:pt x="185" y="404"/>
                    <a:pt x="209" y="409"/>
                    <a:pt x="233" y="409"/>
                  </a:cubicBezTo>
                  <a:cubicBezTo>
                    <a:pt x="319" y="409"/>
                    <a:pt x="394" y="348"/>
                    <a:pt x="412" y="258"/>
                  </a:cubicBezTo>
                  <a:cubicBezTo>
                    <a:pt x="457" y="144"/>
                    <a:pt x="389" y="30"/>
                    <a:pt x="275" y="7"/>
                  </a:cubicBezTo>
                  <a:cubicBezTo>
                    <a:pt x="256" y="3"/>
                    <a:pt x="237" y="1"/>
                    <a:pt x="21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5658550" y="1606225"/>
              <a:ext cx="7450" cy="6600"/>
            </a:xfrm>
            <a:custGeom>
              <a:avLst/>
              <a:gdLst/>
              <a:ahLst/>
              <a:cxnLst/>
              <a:rect l="l" t="t" r="r" b="b"/>
              <a:pathLst>
                <a:path w="298" h="264" extrusionOk="0">
                  <a:moveTo>
                    <a:pt x="147" y="1"/>
                  </a:moveTo>
                  <a:cubicBezTo>
                    <a:pt x="92" y="1"/>
                    <a:pt x="42" y="42"/>
                    <a:pt x="23" y="98"/>
                  </a:cubicBezTo>
                  <a:cubicBezTo>
                    <a:pt x="1" y="166"/>
                    <a:pt x="46" y="235"/>
                    <a:pt x="115" y="258"/>
                  </a:cubicBezTo>
                  <a:cubicBezTo>
                    <a:pt x="131" y="262"/>
                    <a:pt x="146" y="264"/>
                    <a:pt x="161" y="264"/>
                  </a:cubicBezTo>
                  <a:cubicBezTo>
                    <a:pt x="228" y="264"/>
                    <a:pt x="274" y="223"/>
                    <a:pt x="274" y="166"/>
                  </a:cubicBezTo>
                  <a:cubicBezTo>
                    <a:pt x="297" y="98"/>
                    <a:pt x="252"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6769000" y="1557875"/>
              <a:ext cx="7450" cy="7025"/>
            </a:xfrm>
            <a:custGeom>
              <a:avLst/>
              <a:gdLst/>
              <a:ahLst/>
              <a:cxnLst/>
              <a:rect l="l" t="t" r="r" b="b"/>
              <a:pathLst>
                <a:path w="298" h="281" extrusionOk="0">
                  <a:moveTo>
                    <a:pt x="183" y="0"/>
                  </a:moveTo>
                  <a:cubicBezTo>
                    <a:pt x="115" y="0"/>
                    <a:pt x="46" y="46"/>
                    <a:pt x="23" y="115"/>
                  </a:cubicBezTo>
                  <a:cubicBezTo>
                    <a:pt x="1" y="183"/>
                    <a:pt x="46" y="252"/>
                    <a:pt x="115" y="274"/>
                  </a:cubicBezTo>
                  <a:cubicBezTo>
                    <a:pt x="127" y="278"/>
                    <a:pt x="140" y="280"/>
                    <a:pt x="153" y="280"/>
                  </a:cubicBezTo>
                  <a:cubicBezTo>
                    <a:pt x="213" y="280"/>
                    <a:pt x="275" y="239"/>
                    <a:pt x="275"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6642325" y="1483550"/>
              <a:ext cx="9150" cy="8275"/>
            </a:xfrm>
            <a:custGeom>
              <a:avLst/>
              <a:gdLst/>
              <a:ahLst/>
              <a:cxnLst/>
              <a:rect l="l" t="t" r="r" b="b"/>
              <a:pathLst>
                <a:path w="366" h="331" extrusionOk="0">
                  <a:moveTo>
                    <a:pt x="182" y="0"/>
                  </a:moveTo>
                  <a:cubicBezTo>
                    <a:pt x="108" y="0"/>
                    <a:pt x="42" y="45"/>
                    <a:pt x="23" y="120"/>
                  </a:cubicBezTo>
                  <a:cubicBezTo>
                    <a:pt x="0" y="212"/>
                    <a:pt x="69" y="303"/>
                    <a:pt x="160" y="326"/>
                  </a:cubicBezTo>
                  <a:cubicBezTo>
                    <a:pt x="172" y="329"/>
                    <a:pt x="184" y="330"/>
                    <a:pt x="196" y="330"/>
                  </a:cubicBezTo>
                  <a:cubicBezTo>
                    <a:pt x="269" y="330"/>
                    <a:pt x="323" y="271"/>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6686250" y="1541175"/>
              <a:ext cx="6875" cy="6450"/>
            </a:xfrm>
            <a:custGeom>
              <a:avLst/>
              <a:gdLst/>
              <a:ahLst/>
              <a:cxnLst/>
              <a:rect l="l" t="t" r="r" b="b"/>
              <a:pathLst>
                <a:path w="275" h="258" extrusionOk="0">
                  <a:moveTo>
                    <a:pt x="147" y="1"/>
                  </a:moveTo>
                  <a:cubicBezTo>
                    <a:pt x="92" y="1"/>
                    <a:pt x="43" y="41"/>
                    <a:pt x="24" y="98"/>
                  </a:cubicBezTo>
                  <a:cubicBezTo>
                    <a:pt x="1" y="166"/>
                    <a:pt x="47" y="235"/>
                    <a:pt x="115" y="258"/>
                  </a:cubicBezTo>
                  <a:cubicBezTo>
                    <a:pt x="184" y="258"/>
                    <a:pt x="252" y="235"/>
                    <a:pt x="275" y="166"/>
                  </a:cubicBezTo>
                  <a:cubicBezTo>
                    <a:pt x="275" y="98"/>
                    <a:pt x="229" y="29"/>
                    <a:pt x="184" y="7"/>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5208900" y="942175"/>
              <a:ext cx="6300" cy="5875"/>
            </a:xfrm>
            <a:custGeom>
              <a:avLst/>
              <a:gdLst/>
              <a:ahLst/>
              <a:cxnLst/>
              <a:rect l="l" t="t" r="r" b="b"/>
              <a:pathLst>
                <a:path w="252" h="235" extrusionOk="0">
                  <a:moveTo>
                    <a:pt x="160" y="0"/>
                  </a:moveTo>
                  <a:cubicBezTo>
                    <a:pt x="92" y="0"/>
                    <a:pt x="23" y="23"/>
                    <a:pt x="0" y="91"/>
                  </a:cubicBezTo>
                  <a:cubicBezTo>
                    <a:pt x="0" y="160"/>
                    <a:pt x="23" y="228"/>
                    <a:pt x="92" y="228"/>
                  </a:cubicBezTo>
                  <a:cubicBezTo>
                    <a:pt x="104" y="232"/>
                    <a:pt x="116" y="234"/>
                    <a:pt x="128" y="234"/>
                  </a:cubicBezTo>
                  <a:cubicBezTo>
                    <a:pt x="182" y="234"/>
                    <a:pt x="228" y="193"/>
                    <a:pt x="228" y="137"/>
                  </a:cubicBezTo>
                  <a:cubicBezTo>
                    <a:pt x="251" y="91"/>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6297100" y="1002500"/>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5" y="291"/>
                    <a:pt x="365" y="212"/>
                  </a:cubicBezTo>
                  <a:cubicBezTo>
                    <a:pt x="388" y="121"/>
                    <a:pt x="320" y="29"/>
                    <a:pt x="228"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6605225" y="1625625"/>
              <a:ext cx="10875" cy="9425"/>
            </a:xfrm>
            <a:custGeom>
              <a:avLst/>
              <a:gdLst/>
              <a:ahLst/>
              <a:cxnLst/>
              <a:rect l="l" t="t" r="r" b="b"/>
              <a:pathLst>
                <a:path w="435" h="377" extrusionOk="0">
                  <a:moveTo>
                    <a:pt x="220" y="1"/>
                  </a:moveTo>
                  <a:cubicBezTo>
                    <a:pt x="131" y="1"/>
                    <a:pt x="62" y="49"/>
                    <a:pt x="24" y="144"/>
                  </a:cubicBezTo>
                  <a:cubicBezTo>
                    <a:pt x="1" y="235"/>
                    <a:pt x="69" y="349"/>
                    <a:pt x="161" y="372"/>
                  </a:cubicBezTo>
                  <a:cubicBezTo>
                    <a:pt x="176" y="375"/>
                    <a:pt x="190" y="376"/>
                    <a:pt x="204" y="376"/>
                  </a:cubicBezTo>
                  <a:cubicBezTo>
                    <a:pt x="298" y="376"/>
                    <a:pt x="369" y="314"/>
                    <a:pt x="389" y="235"/>
                  </a:cubicBezTo>
                  <a:cubicBezTo>
                    <a:pt x="434" y="121"/>
                    <a:pt x="366" y="30"/>
                    <a:pt x="275" y="7"/>
                  </a:cubicBezTo>
                  <a:cubicBezTo>
                    <a:pt x="256" y="3"/>
                    <a:pt x="237"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6144150" y="659550"/>
              <a:ext cx="6875" cy="5875"/>
            </a:xfrm>
            <a:custGeom>
              <a:avLst/>
              <a:gdLst/>
              <a:ahLst/>
              <a:cxnLst/>
              <a:rect l="l" t="t" r="r" b="b"/>
              <a:pathLst>
                <a:path w="275" h="235" extrusionOk="0">
                  <a:moveTo>
                    <a:pt x="134" y="0"/>
                  </a:moveTo>
                  <a:cubicBezTo>
                    <a:pt x="91" y="0"/>
                    <a:pt x="42" y="38"/>
                    <a:pt x="24" y="75"/>
                  </a:cubicBezTo>
                  <a:cubicBezTo>
                    <a:pt x="1" y="143"/>
                    <a:pt x="47" y="212"/>
                    <a:pt x="115" y="235"/>
                  </a:cubicBezTo>
                  <a:cubicBezTo>
                    <a:pt x="184" y="235"/>
                    <a:pt x="229" y="212"/>
                    <a:pt x="252" y="143"/>
                  </a:cubicBezTo>
                  <a:cubicBezTo>
                    <a:pt x="275" y="75"/>
                    <a:pt x="229" y="7"/>
                    <a:pt x="161" y="7"/>
                  </a:cubicBezTo>
                  <a:cubicBezTo>
                    <a:pt x="152" y="2"/>
                    <a:pt x="143"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6129900" y="1732950"/>
              <a:ext cx="10300" cy="9375"/>
            </a:xfrm>
            <a:custGeom>
              <a:avLst/>
              <a:gdLst/>
              <a:ahLst/>
              <a:cxnLst/>
              <a:rect l="l" t="t" r="r" b="b"/>
              <a:pathLst>
                <a:path w="412" h="375" extrusionOk="0">
                  <a:moveTo>
                    <a:pt x="214" y="0"/>
                  </a:moveTo>
                  <a:cubicBezTo>
                    <a:pt x="132" y="0"/>
                    <a:pt x="43" y="62"/>
                    <a:pt x="23" y="142"/>
                  </a:cubicBezTo>
                  <a:cubicBezTo>
                    <a:pt x="0" y="233"/>
                    <a:pt x="69" y="347"/>
                    <a:pt x="160" y="370"/>
                  </a:cubicBezTo>
                  <a:cubicBezTo>
                    <a:pt x="175" y="373"/>
                    <a:pt x="190" y="374"/>
                    <a:pt x="204" y="374"/>
                  </a:cubicBezTo>
                  <a:cubicBezTo>
                    <a:pt x="297" y="374"/>
                    <a:pt x="368" y="312"/>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6334750" y="1800275"/>
              <a:ext cx="9725" cy="5850"/>
            </a:xfrm>
            <a:custGeom>
              <a:avLst/>
              <a:gdLst/>
              <a:ahLst/>
              <a:cxnLst/>
              <a:rect l="l" t="t" r="r" b="b"/>
              <a:pathLst>
                <a:path w="389" h="234" extrusionOk="0">
                  <a:moveTo>
                    <a:pt x="193" y="1"/>
                  </a:moveTo>
                  <a:cubicBezTo>
                    <a:pt x="114" y="1"/>
                    <a:pt x="40" y="63"/>
                    <a:pt x="1" y="142"/>
                  </a:cubicBezTo>
                  <a:lnTo>
                    <a:pt x="366" y="233"/>
                  </a:lnTo>
                  <a:cubicBezTo>
                    <a:pt x="389" y="142"/>
                    <a:pt x="343" y="51"/>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6152150" y="1748875"/>
              <a:ext cx="6300" cy="3600"/>
            </a:xfrm>
            <a:custGeom>
              <a:avLst/>
              <a:gdLst/>
              <a:ahLst/>
              <a:cxnLst/>
              <a:rect l="l" t="t" r="r" b="b"/>
              <a:pathLst>
                <a:path w="252" h="144" extrusionOk="0">
                  <a:moveTo>
                    <a:pt x="101" y="1"/>
                  </a:moveTo>
                  <a:cubicBezTo>
                    <a:pt x="47" y="1"/>
                    <a:pt x="0" y="42"/>
                    <a:pt x="0" y="98"/>
                  </a:cubicBezTo>
                  <a:lnTo>
                    <a:pt x="229" y="144"/>
                  </a:lnTo>
                  <a:cubicBezTo>
                    <a:pt x="252" y="75"/>
                    <a:pt x="206" y="7"/>
                    <a:pt x="137" y="7"/>
                  </a:cubicBezTo>
                  <a:cubicBezTo>
                    <a:pt x="125" y="3"/>
                    <a:pt x="113" y="1"/>
                    <a:pt x="1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6308500" y="1776275"/>
              <a:ext cx="6300" cy="5525"/>
            </a:xfrm>
            <a:custGeom>
              <a:avLst/>
              <a:gdLst/>
              <a:ahLst/>
              <a:cxnLst/>
              <a:rect l="l" t="t" r="r" b="b"/>
              <a:pathLst>
                <a:path w="252" h="221" extrusionOk="0">
                  <a:moveTo>
                    <a:pt x="112" y="1"/>
                  </a:moveTo>
                  <a:cubicBezTo>
                    <a:pt x="69" y="1"/>
                    <a:pt x="19" y="42"/>
                    <a:pt x="1" y="98"/>
                  </a:cubicBezTo>
                  <a:cubicBezTo>
                    <a:pt x="1" y="144"/>
                    <a:pt x="23" y="212"/>
                    <a:pt x="92" y="212"/>
                  </a:cubicBezTo>
                  <a:cubicBezTo>
                    <a:pt x="109" y="218"/>
                    <a:pt x="125" y="221"/>
                    <a:pt x="139" y="221"/>
                  </a:cubicBezTo>
                  <a:cubicBezTo>
                    <a:pt x="182" y="221"/>
                    <a:pt x="212" y="195"/>
                    <a:pt x="229" y="144"/>
                  </a:cubicBezTo>
                  <a:cubicBezTo>
                    <a:pt x="252" y="75"/>
                    <a:pt x="206" y="29"/>
                    <a:pt x="138" y="7"/>
                  </a:cubicBezTo>
                  <a:cubicBezTo>
                    <a:pt x="129" y="3"/>
                    <a:pt x="121"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6458000" y="1788250"/>
              <a:ext cx="7450" cy="7025"/>
            </a:xfrm>
            <a:custGeom>
              <a:avLst/>
              <a:gdLst/>
              <a:ahLst/>
              <a:cxnLst/>
              <a:rect l="l" t="t" r="r" b="b"/>
              <a:pathLst>
                <a:path w="298" h="281" extrusionOk="0">
                  <a:moveTo>
                    <a:pt x="147" y="1"/>
                  </a:moveTo>
                  <a:cubicBezTo>
                    <a:pt x="92" y="1"/>
                    <a:pt x="42" y="42"/>
                    <a:pt x="24" y="98"/>
                  </a:cubicBezTo>
                  <a:cubicBezTo>
                    <a:pt x="1" y="189"/>
                    <a:pt x="46" y="258"/>
                    <a:pt x="115" y="281"/>
                  </a:cubicBezTo>
                  <a:cubicBezTo>
                    <a:pt x="206" y="281"/>
                    <a:pt x="275" y="258"/>
                    <a:pt x="298" y="167"/>
                  </a:cubicBezTo>
                  <a:cubicBezTo>
                    <a:pt x="298" y="98"/>
                    <a:pt x="275"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6065425" y="1708875"/>
              <a:ext cx="5725" cy="5375"/>
            </a:xfrm>
            <a:custGeom>
              <a:avLst/>
              <a:gdLst/>
              <a:ahLst/>
              <a:cxnLst/>
              <a:rect l="l" t="t" r="r" b="b"/>
              <a:pathLst>
                <a:path w="229" h="215" extrusionOk="0">
                  <a:moveTo>
                    <a:pt x="100" y="1"/>
                  </a:moveTo>
                  <a:cubicBezTo>
                    <a:pt x="61" y="1"/>
                    <a:pt x="23" y="26"/>
                    <a:pt x="23" y="78"/>
                  </a:cubicBezTo>
                  <a:cubicBezTo>
                    <a:pt x="0" y="123"/>
                    <a:pt x="23" y="192"/>
                    <a:pt x="91" y="215"/>
                  </a:cubicBezTo>
                  <a:cubicBezTo>
                    <a:pt x="137" y="215"/>
                    <a:pt x="205" y="192"/>
                    <a:pt x="228" y="123"/>
                  </a:cubicBezTo>
                  <a:cubicBezTo>
                    <a:pt x="228" y="78"/>
                    <a:pt x="205" y="9"/>
                    <a:pt x="137" y="9"/>
                  </a:cubicBezTo>
                  <a:cubicBezTo>
                    <a:pt x="126" y="3"/>
                    <a:pt x="113" y="1"/>
                    <a:pt x="10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6416350" y="1817925"/>
              <a:ext cx="8575" cy="4750"/>
            </a:xfrm>
            <a:custGeom>
              <a:avLst/>
              <a:gdLst/>
              <a:ahLst/>
              <a:cxnLst/>
              <a:rect l="l" t="t" r="r" b="b"/>
              <a:pathLst>
                <a:path w="343" h="190" extrusionOk="0">
                  <a:moveTo>
                    <a:pt x="159" y="1"/>
                  </a:moveTo>
                  <a:cubicBezTo>
                    <a:pt x="85" y="1"/>
                    <a:pt x="19" y="45"/>
                    <a:pt x="1" y="121"/>
                  </a:cubicBezTo>
                  <a:lnTo>
                    <a:pt x="320" y="189"/>
                  </a:lnTo>
                  <a:cubicBezTo>
                    <a:pt x="343" y="121"/>
                    <a:pt x="274" y="30"/>
                    <a:pt x="206" y="7"/>
                  </a:cubicBezTo>
                  <a:cubicBezTo>
                    <a:pt x="190" y="3"/>
                    <a:pt x="175" y="1"/>
                    <a:pt x="15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6369000" y="1797975"/>
              <a:ext cx="9725" cy="5875"/>
            </a:xfrm>
            <a:custGeom>
              <a:avLst/>
              <a:gdLst/>
              <a:ahLst/>
              <a:cxnLst/>
              <a:rect l="l" t="t" r="r" b="b"/>
              <a:pathLst>
                <a:path w="389" h="235" extrusionOk="0">
                  <a:moveTo>
                    <a:pt x="173" y="0"/>
                  </a:moveTo>
                  <a:cubicBezTo>
                    <a:pt x="86" y="0"/>
                    <a:pt x="19" y="48"/>
                    <a:pt x="0" y="143"/>
                  </a:cubicBezTo>
                  <a:lnTo>
                    <a:pt x="365" y="234"/>
                  </a:lnTo>
                  <a:cubicBezTo>
                    <a:pt x="388" y="120"/>
                    <a:pt x="320" y="29"/>
                    <a:pt x="228" y="6"/>
                  </a:cubicBezTo>
                  <a:cubicBezTo>
                    <a:pt x="209" y="2"/>
                    <a:pt x="191" y="0"/>
                    <a:pt x="17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6354150" y="1796825"/>
              <a:ext cx="8025" cy="4725"/>
            </a:xfrm>
            <a:custGeom>
              <a:avLst/>
              <a:gdLst/>
              <a:ahLst/>
              <a:cxnLst/>
              <a:rect l="l" t="t" r="r" b="b"/>
              <a:pathLst>
                <a:path w="321" h="189" extrusionOk="0">
                  <a:moveTo>
                    <a:pt x="146" y="0"/>
                  </a:moveTo>
                  <a:cubicBezTo>
                    <a:pt x="85" y="0"/>
                    <a:pt x="20" y="45"/>
                    <a:pt x="1" y="120"/>
                  </a:cubicBezTo>
                  <a:lnTo>
                    <a:pt x="297" y="189"/>
                  </a:lnTo>
                  <a:cubicBezTo>
                    <a:pt x="320" y="98"/>
                    <a:pt x="275" y="29"/>
                    <a:pt x="183" y="6"/>
                  </a:cubicBezTo>
                  <a:cubicBezTo>
                    <a:pt x="171" y="2"/>
                    <a:pt x="159"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a:off x="6318775" y="1694100"/>
              <a:ext cx="8025" cy="7175"/>
            </a:xfrm>
            <a:custGeom>
              <a:avLst/>
              <a:gdLst/>
              <a:ahLst/>
              <a:cxnLst/>
              <a:rect l="l" t="t" r="r" b="b"/>
              <a:pathLst>
                <a:path w="321" h="287" extrusionOk="0">
                  <a:moveTo>
                    <a:pt x="160" y="1"/>
                  </a:moveTo>
                  <a:cubicBezTo>
                    <a:pt x="92" y="1"/>
                    <a:pt x="42" y="42"/>
                    <a:pt x="23" y="98"/>
                  </a:cubicBezTo>
                  <a:cubicBezTo>
                    <a:pt x="0" y="189"/>
                    <a:pt x="46" y="258"/>
                    <a:pt x="137" y="281"/>
                  </a:cubicBezTo>
                  <a:cubicBezTo>
                    <a:pt x="150" y="285"/>
                    <a:pt x="162" y="287"/>
                    <a:pt x="175" y="287"/>
                  </a:cubicBezTo>
                  <a:cubicBezTo>
                    <a:pt x="236" y="287"/>
                    <a:pt x="301" y="246"/>
                    <a:pt x="320" y="189"/>
                  </a:cubicBezTo>
                  <a:cubicBezTo>
                    <a:pt x="320" y="98"/>
                    <a:pt x="274" y="30"/>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a:off x="6613225" y="1692975"/>
              <a:ext cx="9150" cy="8275"/>
            </a:xfrm>
            <a:custGeom>
              <a:avLst/>
              <a:gdLst/>
              <a:ahLst/>
              <a:cxnLst/>
              <a:rect l="l" t="t" r="r" b="b"/>
              <a:pathLst>
                <a:path w="366" h="331" extrusionOk="0">
                  <a:moveTo>
                    <a:pt x="182" y="0"/>
                  </a:moveTo>
                  <a:cubicBezTo>
                    <a:pt x="108" y="0"/>
                    <a:pt x="42" y="45"/>
                    <a:pt x="23" y="120"/>
                  </a:cubicBezTo>
                  <a:cubicBezTo>
                    <a:pt x="0" y="211"/>
                    <a:pt x="46" y="303"/>
                    <a:pt x="137" y="326"/>
                  </a:cubicBezTo>
                  <a:cubicBezTo>
                    <a:pt x="150" y="329"/>
                    <a:pt x="162" y="330"/>
                    <a:pt x="174" y="330"/>
                  </a:cubicBezTo>
                  <a:cubicBezTo>
                    <a:pt x="252" y="330"/>
                    <a:pt x="323" y="271"/>
                    <a:pt x="343" y="211"/>
                  </a:cubicBezTo>
                  <a:cubicBezTo>
                    <a:pt x="366" y="120"/>
                    <a:pt x="297"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6205800" y="1687825"/>
              <a:ext cx="6300" cy="6025"/>
            </a:xfrm>
            <a:custGeom>
              <a:avLst/>
              <a:gdLst/>
              <a:ahLst/>
              <a:cxnLst/>
              <a:rect l="l" t="t" r="r" b="b"/>
              <a:pathLst>
                <a:path w="252" h="241" extrusionOk="0">
                  <a:moveTo>
                    <a:pt x="122" y="1"/>
                  </a:moveTo>
                  <a:cubicBezTo>
                    <a:pt x="68" y="1"/>
                    <a:pt x="19" y="38"/>
                    <a:pt x="0" y="75"/>
                  </a:cubicBezTo>
                  <a:cubicBezTo>
                    <a:pt x="0" y="144"/>
                    <a:pt x="23" y="212"/>
                    <a:pt x="91" y="235"/>
                  </a:cubicBezTo>
                  <a:cubicBezTo>
                    <a:pt x="103" y="239"/>
                    <a:pt x="116" y="241"/>
                    <a:pt x="127" y="241"/>
                  </a:cubicBezTo>
                  <a:cubicBezTo>
                    <a:pt x="183" y="241"/>
                    <a:pt x="232" y="200"/>
                    <a:pt x="251" y="144"/>
                  </a:cubicBezTo>
                  <a:cubicBezTo>
                    <a:pt x="251" y="75"/>
                    <a:pt x="228" y="7"/>
                    <a:pt x="160" y="7"/>
                  </a:cubicBezTo>
                  <a:cubicBezTo>
                    <a:pt x="147" y="2"/>
                    <a:pt x="13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5923325" y="1530475"/>
              <a:ext cx="6300" cy="5900"/>
            </a:xfrm>
            <a:custGeom>
              <a:avLst/>
              <a:gdLst/>
              <a:ahLst/>
              <a:cxnLst/>
              <a:rect l="l" t="t" r="r" b="b"/>
              <a:pathLst>
                <a:path w="252" h="236" extrusionOk="0">
                  <a:moveTo>
                    <a:pt x="160" y="1"/>
                  </a:moveTo>
                  <a:cubicBezTo>
                    <a:pt x="92" y="1"/>
                    <a:pt x="46" y="24"/>
                    <a:pt x="23" y="92"/>
                  </a:cubicBezTo>
                  <a:cubicBezTo>
                    <a:pt x="1" y="161"/>
                    <a:pt x="46" y="206"/>
                    <a:pt x="115" y="229"/>
                  </a:cubicBezTo>
                  <a:cubicBezTo>
                    <a:pt x="123" y="233"/>
                    <a:pt x="132" y="235"/>
                    <a:pt x="141" y="235"/>
                  </a:cubicBezTo>
                  <a:cubicBezTo>
                    <a:pt x="183" y="235"/>
                    <a:pt x="233" y="194"/>
                    <a:pt x="252" y="138"/>
                  </a:cubicBezTo>
                  <a:cubicBezTo>
                    <a:pt x="252" y="92"/>
                    <a:pt x="229"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6334175" y="1718075"/>
              <a:ext cx="8600" cy="7600"/>
            </a:xfrm>
            <a:custGeom>
              <a:avLst/>
              <a:gdLst/>
              <a:ahLst/>
              <a:cxnLst/>
              <a:rect l="l" t="t" r="r" b="b"/>
              <a:pathLst>
                <a:path w="344" h="304" extrusionOk="0">
                  <a:moveTo>
                    <a:pt x="169" y="1"/>
                  </a:moveTo>
                  <a:cubicBezTo>
                    <a:pt x="108" y="1"/>
                    <a:pt x="42" y="45"/>
                    <a:pt x="24" y="120"/>
                  </a:cubicBezTo>
                  <a:cubicBezTo>
                    <a:pt x="1" y="189"/>
                    <a:pt x="69" y="280"/>
                    <a:pt x="138" y="303"/>
                  </a:cubicBezTo>
                  <a:cubicBezTo>
                    <a:pt x="229" y="303"/>
                    <a:pt x="297" y="257"/>
                    <a:pt x="320" y="189"/>
                  </a:cubicBezTo>
                  <a:cubicBezTo>
                    <a:pt x="343" y="98"/>
                    <a:pt x="297"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6372975" y="1804025"/>
              <a:ext cx="9725" cy="5525"/>
            </a:xfrm>
            <a:custGeom>
              <a:avLst/>
              <a:gdLst/>
              <a:ahLst/>
              <a:cxnLst/>
              <a:rect l="l" t="t" r="r" b="b"/>
              <a:pathLst>
                <a:path w="389" h="221" extrusionOk="0">
                  <a:moveTo>
                    <a:pt x="167" y="0"/>
                  </a:moveTo>
                  <a:cubicBezTo>
                    <a:pt x="92" y="0"/>
                    <a:pt x="19" y="58"/>
                    <a:pt x="1" y="129"/>
                  </a:cubicBezTo>
                  <a:lnTo>
                    <a:pt x="366" y="220"/>
                  </a:lnTo>
                  <a:cubicBezTo>
                    <a:pt x="389" y="129"/>
                    <a:pt x="320" y="38"/>
                    <a:pt x="229" y="15"/>
                  </a:cubicBezTo>
                  <a:cubicBezTo>
                    <a:pt x="209" y="5"/>
                    <a:pt x="188"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6238875" y="1744900"/>
              <a:ext cx="7450" cy="6450"/>
            </a:xfrm>
            <a:custGeom>
              <a:avLst/>
              <a:gdLst/>
              <a:ahLst/>
              <a:cxnLst/>
              <a:rect l="l" t="t" r="r" b="b"/>
              <a:pathLst>
                <a:path w="298" h="258" extrusionOk="0">
                  <a:moveTo>
                    <a:pt x="147" y="0"/>
                  </a:moveTo>
                  <a:cubicBezTo>
                    <a:pt x="92" y="0"/>
                    <a:pt x="43" y="41"/>
                    <a:pt x="24" y="97"/>
                  </a:cubicBezTo>
                  <a:cubicBezTo>
                    <a:pt x="1" y="166"/>
                    <a:pt x="47" y="234"/>
                    <a:pt x="115" y="257"/>
                  </a:cubicBezTo>
                  <a:cubicBezTo>
                    <a:pt x="184" y="257"/>
                    <a:pt x="252" y="21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6459725" y="1579975"/>
              <a:ext cx="8575" cy="8175"/>
            </a:xfrm>
            <a:custGeom>
              <a:avLst/>
              <a:gdLst/>
              <a:ahLst/>
              <a:cxnLst/>
              <a:rect l="l" t="t" r="r" b="b"/>
              <a:pathLst>
                <a:path w="343" h="327" extrusionOk="0">
                  <a:moveTo>
                    <a:pt x="169" y="1"/>
                  </a:moveTo>
                  <a:cubicBezTo>
                    <a:pt x="108" y="1"/>
                    <a:pt x="42" y="45"/>
                    <a:pt x="23" y="121"/>
                  </a:cubicBezTo>
                  <a:cubicBezTo>
                    <a:pt x="0" y="212"/>
                    <a:pt x="46" y="303"/>
                    <a:pt x="137" y="326"/>
                  </a:cubicBezTo>
                  <a:cubicBezTo>
                    <a:pt x="229" y="326"/>
                    <a:pt x="297" y="281"/>
                    <a:pt x="320" y="212"/>
                  </a:cubicBezTo>
                  <a:cubicBezTo>
                    <a:pt x="343" y="121"/>
                    <a:pt x="297" y="29"/>
                    <a:pt x="206" y="7"/>
                  </a:cubicBezTo>
                  <a:cubicBezTo>
                    <a:pt x="194" y="3"/>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6324475" y="1790000"/>
              <a:ext cx="10875" cy="10525"/>
            </a:xfrm>
            <a:custGeom>
              <a:avLst/>
              <a:gdLst/>
              <a:ahLst/>
              <a:cxnLst/>
              <a:rect l="l" t="t" r="r" b="b"/>
              <a:pathLst>
                <a:path w="435" h="421" extrusionOk="0">
                  <a:moveTo>
                    <a:pt x="231" y="1"/>
                  </a:moveTo>
                  <a:cubicBezTo>
                    <a:pt x="133" y="1"/>
                    <a:pt x="43" y="66"/>
                    <a:pt x="24" y="165"/>
                  </a:cubicBezTo>
                  <a:cubicBezTo>
                    <a:pt x="1" y="279"/>
                    <a:pt x="69" y="371"/>
                    <a:pt x="160" y="416"/>
                  </a:cubicBezTo>
                  <a:cubicBezTo>
                    <a:pt x="175" y="419"/>
                    <a:pt x="190" y="421"/>
                    <a:pt x="205" y="421"/>
                  </a:cubicBezTo>
                  <a:cubicBezTo>
                    <a:pt x="303" y="421"/>
                    <a:pt x="392" y="356"/>
                    <a:pt x="412" y="256"/>
                  </a:cubicBezTo>
                  <a:cubicBezTo>
                    <a:pt x="434" y="165"/>
                    <a:pt x="366" y="51"/>
                    <a:pt x="275" y="5"/>
                  </a:cubicBezTo>
                  <a:cubicBezTo>
                    <a:pt x="260"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6348450" y="1734650"/>
              <a:ext cx="9725" cy="8850"/>
            </a:xfrm>
            <a:custGeom>
              <a:avLst/>
              <a:gdLst/>
              <a:ahLst/>
              <a:cxnLst/>
              <a:rect l="l" t="t" r="r" b="b"/>
              <a:pathLst>
                <a:path w="389" h="354" extrusionOk="0">
                  <a:moveTo>
                    <a:pt x="215" y="1"/>
                  </a:moveTo>
                  <a:cubicBezTo>
                    <a:pt x="132" y="1"/>
                    <a:pt x="43" y="63"/>
                    <a:pt x="23" y="142"/>
                  </a:cubicBezTo>
                  <a:cubicBezTo>
                    <a:pt x="0" y="234"/>
                    <a:pt x="69" y="325"/>
                    <a:pt x="160" y="348"/>
                  </a:cubicBezTo>
                  <a:cubicBezTo>
                    <a:pt x="176" y="352"/>
                    <a:pt x="191" y="354"/>
                    <a:pt x="207" y="354"/>
                  </a:cubicBezTo>
                  <a:cubicBezTo>
                    <a:pt x="281" y="354"/>
                    <a:pt x="347" y="309"/>
                    <a:pt x="366" y="234"/>
                  </a:cubicBezTo>
                  <a:cubicBezTo>
                    <a:pt x="388" y="119"/>
                    <a:pt x="343" y="28"/>
                    <a:pt x="251" y="5"/>
                  </a:cubicBezTo>
                  <a:cubicBezTo>
                    <a:pt x="239"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6425475" y="1766625"/>
              <a:ext cx="10300" cy="9375"/>
            </a:xfrm>
            <a:custGeom>
              <a:avLst/>
              <a:gdLst/>
              <a:ahLst/>
              <a:cxnLst/>
              <a:rect l="l" t="t" r="r" b="b"/>
              <a:pathLst>
                <a:path w="412" h="375" extrusionOk="0">
                  <a:moveTo>
                    <a:pt x="216" y="0"/>
                  </a:moveTo>
                  <a:cubicBezTo>
                    <a:pt x="137" y="0"/>
                    <a:pt x="63" y="62"/>
                    <a:pt x="24" y="141"/>
                  </a:cubicBezTo>
                  <a:cubicBezTo>
                    <a:pt x="1" y="233"/>
                    <a:pt x="69" y="347"/>
                    <a:pt x="161" y="370"/>
                  </a:cubicBezTo>
                  <a:cubicBezTo>
                    <a:pt x="173" y="373"/>
                    <a:pt x="185" y="374"/>
                    <a:pt x="198" y="374"/>
                  </a:cubicBezTo>
                  <a:cubicBezTo>
                    <a:pt x="280" y="374"/>
                    <a:pt x="369" y="312"/>
                    <a:pt x="389" y="233"/>
                  </a:cubicBezTo>
                  <a:cubicBezTo>
                    <a:pt x="412" y="141"/>
                    <a:pt x="343" y="50"/>
                    <a:pt x="252" y="5"/>
                  </a:cubicBezTo>
                  <a:cubicBezTo>
                    <a:pt x="240" y="2"/>
                    <a:pt x="228" y="0"/>
                    <a:pt x="21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6177825" y="1738625"/>
              <a:ext cx="9150" cy="8300"/>
            </a:xfrm>
            <a:custGeom>
              <a:avLst/>
              <a:gdLst/>
              <a:ahLst/>
              <a:cxnLst/>
              <a:rect l="l" t="t" r="r" b="b"/>
              <a:pathLst>
                <a:path w="366" h="332" extrusionOk="0">
                  <a:moveTo>
                    <a:pt x="182" y="0"/>
                  </a:moveTo>
                  <a:cubicBezTo>
                    <a:pt x="108" y="0"/>
                    <a:pt x="42" y="45"/>
                    <a:pt x="23" y="120"/>
                  </a:cubicBezTo>
                  <a:cubicBezTo>
                    <a:pt x="1" y="212"/>
                    <a:pt x="46" y="303"/>
                    <a:pt x="138" y="326"/>
                  </a:cubicBezTo>
                  <a:cubicBezTo>
                    <a:pt x="153" y="330"/>
                    <a:pt x="169" y="331"/>
                    <a:pt x="184" y="331"/>
                  </a:cubicBezTo>
                  <a:cubicBezTo>
                    <a:pt x="258" y="331"/>
                    <a:pt x="324" y="287"/>
                    <a:pt x="343" y="212"/>
                  </a:cubicBezTo>
                  <a:cubicBezTo>
                    <a:pt x="366" y="120"/>
                    <a:pt x="320" y="29"/>
                    <a:pt x="229" y="6"/>
                  </a:cubicBezTo>
                  <a:cubicBezTo>
                    <a:pt x="213" y="2"/>
                    <a:pt x="198"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6293100" y="1722675"/>
              <a:ext cx="10850" cy="9950"/>
            </a:xfrm>
            <a:custGeom>
              <a:avLst/>
              <a:gdLst/>
              <a:ahLst/>
              <a:cxnLst/>
              <a:rect l="l" t="t" r="r" b="b"/>
              <a:pathLst>
                <a:path w="434" h="398" extrusionOk="0">
                  <a:moveTo>
                    <a:pt x="215" y="1"/>
                  </a:moveTo>
                  <a:cubicBezTo>
                    <a:pt x="132" y="1"/>
                    <a:pt x="43" y="65"/>
                    <a:pt x="23" y="165"/>
                  </a:cubicBezTo>
                  <a:cubicBezTo>
                    <a:pt x="0" y="256"/>
                    <a:pt x="69" y="370"/>
                    <a:pt x="160" y="393"/>
                  </a:cubicBezTo>
                  <a:cubicBezTo>
                    <a:pt x="175" y="396"/>
                    <a:pt x="190" y="397"/>
                    <a:pt x="204" y="397"/>
                  </a:cubicBezTo>
                  <a:cubicBezTo>
                    <a:pt x="297" y="397"/>
                    <a:pt x="372" y="335"/>
                    <a:pt x="411" y="256"/>
                  </a:cubicBezTo>
                  <a:cubicBezTo>
                    <a:pt x="434" y="142"/>
                    <a:pt x="366" y="51"/>
                    <a:pt x="251"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6088250" y="1740375"/>
              <a:ext cx="8000" cy="5250"/>
            </a:xfrm>
            <a:custGeom>
              <a:avLst/>
              <a:gdLst/>
              <a:ahLst/>
              <a:cxnLst/>
              <a:rect l="l" t="t" r="r" b="b"/>
              <a:pathLst>
                <a:path w="320" h="210" extrusionOk="0">
                  <a:moveTo>
                    <a:pt x="154" y="0"/>
                  </a:moveTo>
                  <a:cubicBezTo>
                    <a:pt x="91" y="0"/>
                    <a:pt x="20" y="59"/>
                    <a:pt x="0" y="119"/>
                  </a:cubicBezTo>
                  <a:lnTo>
                    <a:pt x="297" y="210"/>
                  </a:lnTo>
                  <a:cubicBezTo>
                    <a:pt x="320" y="119"/>
                    <a:pt x="274" y="27"/>
                    <a:pt x="183" y="5"/>
                  </a:cubicBezTo>
                  <a:cubicBezTo>
                    <a:pt x="173" y="1"/>
                    <a:pt x="164" y="0"/>
                    <a:pt x="15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6464850" y="1732350"/>
              <a:ext cx="8600" cy="7725"/>
            </a:xfrm>
            <a:custGeom>
              <a:avLst/>
              <a:gdLst/>
              <a:ahLst/>
              <a:cxnLst/>
              <a:rect l="l" t="t" r="r" b="b"/>
              <a:pathLst>
                <a:path w="344" h="309" extrusionOk="0">
                  <a:moveTo>
                    <a:pt x="161" y="0"/>
                  </a:moveTo>
                  <a:cubicBezTo>
                    <a:pt x="93" y="0"/>
                    <a:pt x="42" y="44"/>
                    <a:pt x="24" y="120"/>
                  </a:cubicBezTo>
                  <a:cubicBezTo>
                    <a:pt x="1" y="189"/>
                    <a:pt x="46" y="280"/>
                    <a:pt x="138" y="303"/>
                  </a:cubicBezTo>
                  <a:cubicBezTo>
                    <a:pt x="149" y="307"/>
                    <a:pt x="162" y="309"/>
                    <a:pt x="174" y="309"/>
                  </a:cubicBezTo>
                  <a:cubicBezTo>
                    <a:pt x="235" y="309"/>
                    <a:pt x="301" y="264"/>
                    <a:pt x="320" y="189"/>
                  </a:cubicBezTo>
                  <a:cubicBezTo>
                    <a:pt x="343" y="120"/>
                    <a:pt x="297"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6499675" y="1826075"/>
              <a:ext cx="6850" cy="6450"/>
            </a:xfrm>
            <a:custGeom>
              <a:avLst/>
              <a:gdLst/>
              <a:ahLst/>
              <a:cxnLst/>
              <a:rect l="l" t="t" r="r" b="b"/>
              <a:pathLst>
                <a:path w="274" h="258" extrusionOk="0">
                  <a:moveTo>
                    <a:pt x="183" y="0"/>
                  </a:moveTo>
                  <a:cubicBezTo>
                    <a:pt x="114" y="0"/>
                    <a:pt x="46" y="23"/>
                    <a:pt x="23" y="92"/>
                  </a:cubicBezTo>
                  <a:cubicBezTo>
                    <a:pt x="0" y="160"/>
                    <a:pt x="46" y="229"/>
                    <a:pt x="114" y="251"/>
                  </a:cubicBezTo>
                  <a:cubicBezTo>
                    <a:pt x="126" y="255"/>
                    <a:pt x="138" y="257"/>
                    <a:pt x="150" y="257"/>
                  </a:cubicBezTo>
                  <a:cubicBezTo>
                    <a:pt x="206" y="257"/>
                    <a:pt x="255" y="216"/>
                    <a:pt x="274" y="160"/>
                  </a:cubicBezTo>
                  <a:cubicBezTo>
                    <a:pt x="274" y="92"/>
                    <a:pt x="251"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6579550" y="1850050"/>
              <a:ext cx="5175" cy="3425"/>
            </a:xfrm>
            <a:custGeom>
              <a:avLst/>
              <a:gdLst/>
              <a:ahLst/>
              <a:cxnLst/>
              <a:rect l="l" t="t" r="r" b="b"/>
              <a:pathLst>
                <a:path w="207" h="137" extrusionOk="0">
                  <a:moveTo>
                    <a:pt x="115" y="0"/>
                  </a:moveTo>
                  <a:cubicBezTo>
                    <a:pt x="69" y="0"/>
                    <a:pt x="1" y="23"/>
                    <a:pt x="1" y="91"/>
                  </a:cubicBezTo>
                  <a:lnTo>
                    <a:pt x="206" y="137"/>
                  </a:lnTo>
                  <a:cubicBezTo>
                    <a:pt x="206" y="68"/>
                    <a:pt x="183" y="23"/>
                    <a:pt x="1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6827775" y="1494950"/>
              <a:ext cx="8025" cy="7175"/>
            </a:xfrm>
            <a:custGeom>
              <a:avLst/>
              <a:gdLst/>
              <a:ahLst/>
              <a:cxnLst/>
              <a:rect l="l" t="t" r="r" b="b"/>
              <a:pathLst>
                <a:path w="321" h="287" extrusionOk="0">
                  <a:moveTo>
                    <a:pt x="161" y="1"/>
                  </a:moveTo>
                  <a:cubicBezTo>
                    <a:pt x="93" y="1"/>
                    <a:pt x="42" y="45"/>
                    <a:pt x="23" y="121"/>
                  </a:cubicBezTo>
                  <a:cubicBezTo>
                    <a:pt x="1" y="189"/>
                    <a:pt x="46" y="281"/>
                    <a:pt x="115" y="281"/>
                  </a:cubicBezTo>
                  <a:cubicBezTo>
                    <a:pt x="131" y="285"/>
                    <a:pt x="146" y="287"/>
                    <a:pt x="161" y="287"/>
                  </a:cubicBezTo>
                  <a:cubicBezTo>
                    <a:pt x="229" y="287"/>
                    <a:pt x="279" y="246"/>
                    <a:pt x="297" y="189"/>
                  </a:cubicBezTo>
                  <a:cubicBezTo>
                    <a:pt x="320" y="98"/>
                    <a:pt x="275"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6799250" y="1736375"/>
              <a:ext cx="10300" cy="9375"/>
            </a:xfrm>
            <a:custGeom>
              <a:avLst/>
              <a:gdLst/>
              <a:ahLst/>
              <a:cxnLst/>
              <a:rect l="l" t="t" r="r" b="b"/>
              <a:pathLst>
                <a:path w="412" h="375" extrusionOk="0">
                  <a:moveTo>
                    <a:pt x="215" y="0"/>
                  </a:moveTo>
                  <a:cubicBezTo>
                    <a:pt x="132" y="0"/>
                    <a:pt x="43" y="62"/>
                    <a:pt x="23" y="142"/>
                  </a:cubicBezTo>
                  <a:cubicBezTo>
                    <a:pt x="0" y="233"/>
                    <a:pt x="69" y="347"/>
                    <a:pt x="160" y="370"/>
                  </a:cubicBezTo>
                  <a:cubicBezTo>
                    <a:pt x="172" y="373"/>
                    <a:pt x="185" y="374"/>
                    <a:pt x="197" y="374"/>
                  </a:cubicBezTo>
                  <a:cubicBezTo>
                    <a:pt x="280" y="374"/>
                    <a:pt x="369" y="312"/>
                    <a:pt x="388" y="233"/>
                  </a:cubicBezTo>
                  <a:cubicBezTo>
                    <a:pt x="411" y="142"/>
                    <a:pt x="343" y="28"/>
                    <a:pt x="251" y="5"/>
                  </a:cubicBezTo>
                  <a:cubicBezTo>
                    <a:pt x="239" y="2"/>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6263425" y="1662725"/>
              <a:ext cx="8000" cy="7175"/>
            </a:xfrm>
            <a:custGeom>
              <a:avLst/>
              <a:gdLst/>
              <a:ahLst/>
              <a:cxnLst/>
              <a:rect l="l" t="t" r="r" b="b"/>
              <a:pathLst>
                <a:path w="320" h="287" extrusionOk="0">
                  <a:moveTo>
                    <a:pt x="169" y="1"/>
                  </a:moveTo>
                  <a:cubicBezTo>
                    <a:pt x="108" y="1"/>
                    <a:pt x="42" y="45"/>
                    <a:pt x="23" y="120"/>
                  </a:cubicBezTo>
                  <a:cubicBezTo>
                    <a:pt x="0" y="189"/>
                    <a:pt x="46" y="280"/>
                    <a:pt x="137" y="280"/>
                  </a:cubicBezTo>
                  <a:cubicBezTo>
                    <a:pt x="149" y="284"/>
                    <a:pt x="162" y="286"/>
                    <a:pt x="173" y="286"/>
                  </a:cubicBezTo>
                  <a:cubicBezTo>
                    <a:pt x="229" y="286"/>
                    <a:pt x="278" y="245"/>
                    <a:pt x="297" y="189"/>
                  </a:cubicBezTo>
                  <a:cubicBezTo>
                    <a:pt x="320" y="120"/>
                    <a:pt x="274"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6410075" y="1448200"/>
              <a:ext cx="9725" cy="8850"/>
            </a:xfrm>
            <a:custGeom>
              <a:avLst/>
              <a:gdLst/>
              <a:ahLst/>
              <a:cxnLst/>
              <a:rect l="l" t="t" r="r" b="b"/>
              <a:pathLst>
                <a:path w="389" h="354" extrusionOk="0">
                  <a:moveTo>
                    <a:pt x="193" y="1"/>
                  </a:moveTo>
                  <a:cubicBezTo>
                    <a:pt x="115" y="1"/>
                    <a:pt x="43" y="63"/>
                    <a:pt x="23" y="142"/>
                  </a:cubicBezTo>
                  <a:cubicBezTo>
                    <a:pt x="1" y="233"/>
                    <a:pt x="46" y="325"/>
                    <a:pt x="137" y="347"/>
                  </a:cubicBezTo>
                  <a:cubicBezTo>
                    <a:pt x="153" y="351"/>
                    <a:pt x="169" y="353"/>
                    <a:pt x="186" y="353"/>
                  </a:cubicBezTo>
                  <a:cubicBezTo>
                    <a:pt x="265" y="353"/>
                    <a:pt x="347" y="309"/>
                    <a:pt x="366" y="233"/>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6130475" y="1591750"/>
              <a:ext cx="10850" cy="9650"/>
            </a:xfrm>
            <a:custGeom>
              <a:avLst/>
              <a:gdLst/>
              <a:ahLst/>
              <a:cxnLst/>
              <a:rect l="l" t="t" r="r" b="b"/>
              <a:pathLst>
                <a:path w="434" h="386" extrusionOk="0">
                  <a:moveTo>
                    <a:pt x="191" y="1"/>
                  </a:moveTo>
                  <a:cubicBezTo>
                    <a:pt x="115" y="1"/>
                    <a:pt x="41" y="62"/>
                    <a:pt x="23" y="152"/>
                  </a:cubicBezTo>
                  <a:cubicBezTo>
                    <a:pt x="0" y="243"/>
                    <a:pt x="46" y="357"/>
                    <a:pt x="160" y="380"/>
                  </a:cubicBezTo>
                  <a:cubicBezTo>
                    <a:pt x="179" y="384"/>
                    <a:pt x="197" y="386"/>
                    <a:pt x="215" y="386"/>
                  </a:cubicBezTo>
                  <a:cubicBezTo>
                    <a:pt x="303" y="386"/>
                    <a:pt x="369" y="338"/>
                    <a:pt x="388" y="243"/>
                  </a:cubicBezTo>
                  <a:cubicBezTo>
                    <a:pt x="434" y="129"/>
                    <a:pt x="365" y="38"/>
                    <a:pt x="251" y="15"/>
                  </a:cubicBezTo>
                  <a:cubicBezTo>
                    <a:pt x="232" y="5"/>
                    <a:pt x="211" y="1"/>
                    <a:pt x="19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6660025" y="1722075"/>
              <a:ext cx="7425" cy="6600"/>
            </a:xfrm>
            <a:custGeom>
              <a:avLst/>
              <a:gdLst/>
              <a:ahLst/>
              <a:cxnLst/>
              <a:rect l="l" t="t" r="r" b="b"/>
              <a:pathLst>
                <a:path w="297" h="264" extrusionOk="0">
                  <a:moveTo>
                    <a:pt x="146" y="0"/>
                  </a:moveTo>
                  <a:cubicBezTo>
                    <a:pt x="91" y="0"/>
                    <a:pt x="42" y="41"/>
                    <a:pt x="23" y="97"/>
                  </a:cubicBezTo>
                  <a:cubicBezTo>
                    <a:pt x="0" y="189"/>
                    <a:pt x="46" y="257"/>
                    <a:pt x="114" y="257"/>
                  </a:cubicBezTo>
                  <a:cubicBezTo>
                    <a:pt x="126" y="261"/>
                    <a:pt x="138" y="263"/>
                    <a:pt x="150" y="263"/>
                  </a:cubicBezTo>
                  <a:cubicBezTo>
                    <a:pt x="205" y="263"/>
                    <a:pt x="255" y="222"/>
                    <a:pt x="274" y="166"/>
                  </a:cubicBezTo>
                  <a:cubicBezTo>
                    <a:pt x="297" y="97"/>
                    <a:pt x="251" y="29"/>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6325625" y="1467000"/>
              <a:ext cx="7450" cy="6600"/>
            </a:xfrm>
            <a:custGeom>
              <a:avLst/>
              <a:gdLst/>
              <a:ahLst/>
              <a:cxnLst/>
              <a:rect l="l" t="t" r="r" b="b"/>
              <a:pathLst>
                <a:path w="298" h="264" extrusionOk="0">
                  <a:moveTo>
                    <a:pt x="147" y="0"/>
                  </a:moveTo>
                  <a:cubicBezTo>
                    <a:pt x="92" y="0"/>
                    <a:pt x="42" y="41"/>
                    <a:pt x="23" y="98"/>
                  </a:cubicBezTo>
                  <a:cubicBezTo>
                    <a:pt x="0" y="166"/>
                    <a:pt x="46" y="235"/>
                    <a:pt x="114" y="257"/>
                  </a:cubicBezTo>
                  <a:cubicBezTo>
                    <a:pt x="127" y="261"/>
                    <a:pt x="139" y="263"/>
                    <a:pt x="151" y="263"/>
                  </a:cubicBezTo>
                  <a:cubicBezTo>
                    <a:pt x="206" y="263"/>
                    <a:pt x="255" y="222"/>
                    <a:pt x="274" y="166"/>
                  </a:cubicBezTo>
                  <a:cubicBezTo>
                    <a:pt x="297" y="98"/>
                    <a:pt x="251"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6745600" y="1784300"/>
              <a:ext cx="10300" cy="9375"/>
            </a:xfrm>
            <a:custGeom>
              <a:avLst/>
              <a:gdLst/>
              <a:ahLst/>
              <a:cxnLst/>
              <a:rect l="l" t="t" r="r" b="b"/>
              <a:pathLst>
                <a:path w="412" h="375" extrusionOk="0">
                  <a:moveTo>
                    <a:pt x="215" y="1"/>
                  </a:moveTo>
                  <a:cubicBezTo>
                    <a:pt x="132" y="1"/>
                    <a:pt x="43" y="63"/>
                    <a:pt x="24" y="142"/>
                  </a:cubicBezTo>
                  <a:cubicBezTo>
                    <a:pt x="1" y="233"/>
                    <a:pt x="69" y="347"/>
                    <a:pt x="161" y="370"/>
                  </a:cubicBezTo>
                  <a:cubicBezTo>
                    <a:pt x="173" y="373"/>
                    <a:pt x="185" y="375"/>
                    <a:pt x="198" y="375"/>
                  </a:cubicBezTo>
                  <a:cubicBezTo>
                    <a:pt x="280" y="375"/>
                    <a:pt x="369" y="313"/>
                    <a:pt x="389" y="233"/>
                  </a:cubicBezTo>
                  <a:cubicBezTo>
                    <a:pt x="412" y="142"/>
                    <a:pt x="343" y="51"/>
                    <a:pt x="252"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6322775" y="959125"/>
              <a:ext cx="7425" cy="6600"/>
            </a:xfrm>
            <a:custGeom>
              <a:avLst/>
              <a:gdLst/>
              <a:ahLst/>
              <a:cxnLst/>
              <a:rect l="l" t="t" r="r" b="b"/>
              <a:pathLst>
                <a:path w="297" h="264" extrusionOk="0">
                  <a:moveTo>
                    <a:pt x="147" y="1"/>
                  </a:moveTo>
                  <a:cubicBezTo>
                    <a:pt x="92" y="1"/>
                    <a:pt x="42" y="42"/>
                    <a:pt x="23" y="98"/>
                  </a:cubicBezTo>
                  <a:cubicBezTo>
                    <a:pt x="0" y="167"/>
                    <a:pt x="46" y="258"/>
                    <a:pt x="114" y="258"/>
                  </a:cubicBezTo>
                  <a:cubicBezTo>
                    <a:pt x="126" y="262"/>
                    <a:pt x="139" y="264"/>
                    <a:pt x="150"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6056850" y="1658150"/>
              <a:ext cx="6300" cy="5525"/>
            </a:xfrm>
            <a:custGeom>
              <a:avLst/>
              <a:gdLst/>
              <a:ahLst/>
              <a:cxnLst/>
              <a:rect l="l" t="t" r="r" b="b"/>
              <a:pathLst>
                <a:path w="252" h="221" extrusionOk="0">
                  <a:moveTo>
                    <a:pt x="125" y="1"/>
                  </a:moveTo>
                  <a:cubicBezTo>
                    <a:pt x="76" y="1"/>
                    <a:pt x="42" y="38"/>
                    <a:pt x="23" y="75"/>
                  </a:cubicBezTo>
                  <a:cubicBezTo>
                    <a:pt x="1" y="144"/>
                    <a:pt x="46" y="212"/>
                    <a:pt x="92" y="212"/>
                  </a:cubicBezTo>
                  <a:cubicBezTo>
                    <a:pt x="109" y="218"/>
                    <a:pt x="126" y="221"/>
                    <a:pt x="143" y="221"/>
                  </a:cubicBezTo>
                  <a:cubicBezTo>
                    <a:pt x="192" y="221"/>
                    <a:pt x="235" y="195"/>
                    <a:pt x="252" y="144"/>
                  </a:cubicBezTo>
                  <a:cubicBezTo>
                    <a:pt x="252" y="75"/>
                    <a:pt x="229" y="7"/>
                    <a:pt x="160" y="7"/>
                  </a:cubicBezTo>
                  <a:cubicBezTo>
                    <a:pt x="148" y="3"/>
                    <a:pt x="136" y="1"/>
                    <a:pt x="12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5737300" y="1340875"/>
              <a:ext cx="6300" cy="5525"/>
            </a:xfrm>
            <a:custGeom>
              <a:avLst/>
              <a:gdLst/>
              <a:ahLst/>
              <a:cxnLst/>
              <a:rect l="l" t="t" r="r" b="b"/>
              <a:pathLst>
                <a:path w="252" h="221" extrusionOk="0">
                  <a:moveTo>
                    <a:pt x="123" y="1"/>
                  </a:moveTo>
                  <a:cubicBezTo>
                    <a:pt x="69" y="1"/>
                    <a:pt x="23" y="38"/>
                    <a:pt x="23" y="75"/>
                  </a:cubicBezTo>
                  <a:cubicBezTo>
                    <a:pt x="0" y="144"/>
                    <a:pt x="46" y="212"/>
                    <a:pt x="92" y="212"/>
                  </a:cubicBezTo>
                  <a:cubicBezTo>
                    <a:pt x="109" y="218"/>
                    <a:pt x="126" y="221"/>
                    <a:pt x="142" y="221"/>
                  </a:cubicBezTo>
                  <a:cubicBezTo>
                    <a:pt x="190" y="221"/>
                    <a:pt x="229" y="195"/>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5794375" y="1638200"/>
              <a:ext cx="8000" cy="7150"/>
            </a:xfrm>
            <a:custGeom>
              <a:avLst/>
              <a:gdLst/>
              <a:ahLst/>
              <a:cxnLst/>
              <a:rect l="l" t="t" r="r" b="b"/>
              <a:pathLst>
                <a:path w="320" h="286" extrusionOk="0">
                  <a:moveTo>
                    <a:pt x="146" y="0"/>
                  </a:moveTo>
                  <a:cubicBezTo>
                    <a:pt x="85" y="0"/>
                    <a:pt x="23" y="44"/>
                    <a:pt x="23" y="120"/>
                  </a:cubicBezTo>
                  <a:cubicBezTo>
                    <a:pt x="0" y="188"/>
                    <a:pt x="46" y="257"/>
                    <a:pt x="114" y="280"/>
                  </a:cubicBezTo>
                  <a:cubicBezTo>
                    <a:pt x="126" y="284"/>
                    <a:pt x="139" y="286"/>
                    <a:pt x="152" y="286"/>
                  </a:cubicBezTo>
                  <a:cubicBezTo>
                    <a:pt x="213" y="286"/>
                    <a:pt x="278" y="245"/>
                    <a:pt x="297" y="188"/>
                  </a:cubicBezTo>
                  <a:cubicBezTo>
                    <a:pt x="320" y="97"/>
                    <a:pt x="274" y="29"/>
                    <a:pt x="183" y="6"/>
                  </a:cubicBezTo>
                  <a:cubicBezTo>
                    <a:pt x="171"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a:off x="5722475" y="1634200"/>
              <a:ext cx="6850" cy="6025"/>
            </a:xfrm>
            <a:custGeom>
              <a:avLst/>
              <a:gdLst/>
              <a:ahLst/>
              <a:cxnLst/>
              <a:rect l="l" t="t" r="r" b="b"/>
              <a:pathLst>
                <a:path w="274" h="241" extrusionOk="0">
                  <a:moveTo>
                    <a:pt x="126" y="0"/>
                  </a:moveTo>
                  <a:cubicBezTo>
                    <a:pt x="76" y="0"/>
                    <a:pt x="42" y="41"/>
                    <a:pt x="23" y="97"/>
                  </a:cubicBezTo>
                  <a:cubicBezTo>
                    <a:pt x="0" y="143"/>
                    <a:pt x="46" y="211"/>
                    <a:pt x="114" y="234"/>
                  </a:cubicBezTo>
                  <a:cubicBezTo>
                    <a:pt x="122" y="238"/>
                    <a:pt x="131" y="240"/>
                    <a:pt x="140" y="240"/>
                  </a:cubicBezTo>
                  <a:cubicBezTo>
                    <a:pt x="183" y="240"/>
                    <a:pt x="232" y="199"/>
                    <a:pt x="251" y="143"/>
                  </a:cubicBezTo>
                  <a:cubicBezTo>
                    <a:pt x="274" y="75"/>
                    <a:pt x="228" y="29"/>
                    <a:pt x="160" y="6"/>
                  </a:cubicBezTo>
                  <a:cubicBezTo>
                    <a:pt x="148" y="2"/>
                    <a:pt x="136" y="0"/>
                    <a:pt x="12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a:off x="5786375" y="1570850"/>
              <a:ext cx="9150" cy="8300"/>
            </a:xfrm>
            <a:custGeom>
              <a:avLst/>
              <a:gdLst/>
              <a:ahLst/>
              <a:cxnLst/>
              <a:rect l="l" t="t" r="r" b="b"/>
              <a:pathLst>
                <a:path w="366" h="332"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a:off x="5453125" y="1403075"/>
              <a:ext cx="6875" cy="6050"/>
            </a:xfrm>
            <a:custGeom>
              <a:avLst/>
              <a:gdLst/>
              <a:ahLst/>
              <a:cxnLst/>
              <a:rect l="l" t="t" r="r" b="b"/>
              <a:pathLst>
                <a:path w="275" h="242" extrusionOk="0">
                  <a:moveTo>
                    <a:pt x="124" y="1"/>
                  </a:moveTo>
                  <a:cubicBezTo>
                    <a:pt x="70" y="1"/>
                    <a:pt x="23" y="42"/>
                    <a:pt x="23" y="98"/>
                  </a:cubicBezTo>
                  <a:cubicBezTo>
                    <a:pt x="0" y="167"/>
                    <a:pt x="46" y="235"/>
                    <a:pt x="92" y="235"/>
                  </a:cubicBezTo>
                  <a:cubicBezTo>
                    <a:pt x="104" y="239"/>
                    <a:pt x="116" y="241"/>
                    <a:pt x="128" y="241"/>
                  </a:cubicBezTo>
                  <a:cubicBezTo>
                    <a:pt x="183" y="241"/>
                    <a:pt x="233" y="200"/>
                    <a:pt x="252" y="144"/>
                  </a:cubicBezTo>
                  <a:cubicBezTo>
                    <a:pt x="274" y="98"/>
                    <a:pt x="229" y="30"/>
                    <a:pt x="160" y="7"/>
                  </a:cubicBezTo>
                  <a:cubicBezTo>
                    <a:pt x="148" y="3"/>
                    <a:pt x="136" y="1"/>
                    <a:pt x="12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5689925" y="1594850"/>
              <a:ext cx="10300" cy="9075"/>
            </a:xfrm>
            <a:custGeom>
              <a:avLst/>
              <a:gdLst/>
              <a:ahLst/>
              <a:cxnLst/>
              <a:rect l="l" t="t" r="r" b="b"/>
              <a:pathLst>
                <a:path w="412" h="363" extrusionOk="0">
                  <a:moveTo>
                    <a:pt x="216" y="1"/>
                  </a:moveTo>
                  <a:cubicBezTo>
                    <a:pt x="138" y="1"/>
                    <a:pt x="66" y="63"/>
                    <a:pt x="47" y="142"/>
                  </a:cubicBezTo>
                  <a:cubicBezTo>
                    <a:pt x="1" y="233"/>
                    <a:pt x="69" y="325"/>
                    <a:pt x="161" y="347"/>
                  </a:cubicBezTo>
                  <a:cubicBezTo>
                    <a:pt x="181" y="358"/>
                    <a:pt x="202" y="362"/>
                    <a:pt x="223" y="362"/>
                  </a:cubicBezTo>
                  <a:cubicBezTo>
                    <a:pt x="298" y="362"/>
                    <a:pt x="371" y="305"/>
                    <a:pt x="389" y="233"/>
                  </a:cubicBezTo>
                  <a:cubicBezTo>
                    <a:pt x="412" y="142"/>
                    <a:pt x="343" y="28"/>
                    <a:pt x="252" y="5"/>
                  </a:cubicBezTo>
                  <a:cubicBezTo>
                    <a:pt x="240" y="2"/>
                    <a:pt x="228" y="1"/>
                    <a:pt x="21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5938150" y="1702675"/>
              <a:ext cx="8600" cy="4725"/>
            </a:xfrm>
            <a:custGeom>
              <a:avLst/>
              <a:gdLst/>
              <a:ahLst/>
              <a:cxnLst/>
              <a:rect l="l" t="t" r="r" b="b"/>
              <a:pathLst>
                <a:path w="344" h="189" extrusionOk="0">
                  <a:moveTo>
                    <a:pt x="160" y="0"/>
                  </a:moveTo>
                  <a:cubicBezTo>
                    <a:pt x="86" y="0"/>
                    <a:pt x="20" y="45"/>
                    <a:pt x="1" y="120"/>
                  </a:cubicBezTo>
                  <a:lnTo>
                    <a:pt x="321" y="189"/>
                  </a:lnTo>
                  <a:cubicBezTo>
                    <a:pt x="343" y="120"/>
                    <a:pt x="275"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5751575" y="1442450"/>
              <a:ext cx="6850" cy="5900"/>
            </a:xfrm>
            <a:custGeom>
              <a:avLst/>
              <a:gdLst/>
              <a:ahLst/>
              <a:cxnLst/>
              <a:rect l="l" t="t" r="r" b="b"/>
              <a:pathLst>
                <a:path w="274" h="236" extrusionOk="0">
                  <a:moveTo>
                    <a:pt x="134" y="1"/>
                  </a:moveTo>
                  <a:cubicBezTo>
                    <a:pt x="91" y="1"/>
                    <a:pt x="42" y="42"/>
                    <a:pt x="23" y="98"/>
                  </a:cubicBezTo>
                  <a:cubicBezTo>
                    <a:pt x="0" y="144"/>
                    <a:pt x="46" y="212"/>
                    <a:pt x="114" y="235"/>
                  </a:cubicBezTo>
                  <a:cubicBezTo>
                    <a:pt x="183" y="235"/>
                    <a:pt x="228" y="212"/>
                    <a:pt x="251" y="144"/>
                  </a:cubicBezTo>
                  <a:cubicBezTo>
                    <a:pt x="274" y="75"/>
                    <a:pt x="228" y="30"/>
                    <a:pt x="160"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a:off x="5511900" y="1395100"/>
              <a:ext cx="8025" cy="7175"/>
            </a:xfrm>
            <a:custGeom>
              <a:avLst/>
              <a:gdLst/>
              <a:ahLst/>
              <a:cxnLst/>
              <a:rect l="l" t="t" r="r" b="b"/>
              <a:pathLst>
                <a:path w="321" h="287" extrusionOk="0">
                  <a:moveTo>
                    <a:pt x="161" y="0"/>
                  </a:moveTo>
                  <a:cubicBezTo>
                    <a:pt x="92" y="0"/>
                    <a:pt x="42" y="45"/>
                    <a:pt x="23" y="120"/>
                  </a:cubicBezTo>
                  <a:cubicBezTo>
                    <a:pt x="0" y="189"/>
                    <a:pt x="46" y="280"/>
                    <a:pt x="115" y="280"/>
                  </a:cubicBezTo>
                  <a:cubicBezTo>
                    <a:pt x="131" y="284"/>
                    <a:pt x="146" y="286"/>
                    <a:pt x="161" y="286"/>
                  </a:cubicBezTo>
                  <a:cubicBezTo>
                    <a:pt x="229" y="286"/>
                    <a:pt x="278" y="245"/>
                    <a:pt x="297" y="189"/>
                  </a:cubicBezTo>
                  <a:cubicBezTo>
                    <a:pt x="320" y="98"/>
                    <a:pt x="274" y="29"/>
                    <a:pt x="206" y="6"/>
                  </a:cubicBezTo>
                  <a:cubicBezTo>
                    <a:pt x="190" y="2"/>
                    <a:pt x="175"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a:off x="5617475" y="1447175"/>
              <a:ext cx="6875" cy="6450"/>
            </a:xfrm>
            <a:custGeom>
              <a:avLst/>
              <a:gdLst/>
              <a:ahLst/>
              <a:cxnLst/>
              <a:rect l="l" t="t" r="r" b="b"/>
              <a:pathLst>
                <a:path w="275" h="258" extrusionOk="0">
                  <a:moveTo>
                    <a:pt x="160" y="0"/>
                  </a:moveTo>
                  <a:cubicBezTo>
                    <a:pt x="91" y="0"/>
                    <a:pt x="23" y="23"/>
                    <a:pt x="23" y="92"/>
                  </a:cubicBezTo>
                  <a:cubicBezTo>
                    <a:pt x="0" y="160"/>
                    <a:pt x="46" y="229"/>
                    <a:pt x="91" y="251"/>
                  </a:cubicBezTo>
                  <a:cubicBezTo>
                    <a:pt x="104" y="255"/>
                    <a:pt x="116" y="257"/>
                    <a:pt x="128" y="257"/>
                  </a:cubicBezTo>
                  <a:cubicBezTo>
                    <a:pt x="183" y="257"/>
                    <a:pt x="232"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a:off x="5462825" y="1391825"/>
              <a:ext cx="7450" cy="7025"/>
            </a:xfrm>
            <a:custGeom>
              <a:avLst/>
              <a:gdLst/>
              <a:ahLst/>
              <a:cxnLst/>
              <a:rect l="l" t="t" r="r" b="b"/>
              <a:pathLst>
                <a:path w="298" h="281" extrusionOk="0">
                  <a:moveTo>
                    <a:pt x="183" y="0"/>
                  </a:moveTo>
                  <a:cubicBezTo>
                    <a:pt x="115" y="0"/>
                    <a:pt x="46" y="46"/>
                    <a:pt x="23" y="114"/>
                  </a:cubicBezTo>
                  <a:cubicBezTo>
                    <a:pt x="1" y="183"/>
                    <a:pt x="46" y="251"/>
                    <a:pt x="115" y="274"/>
                  </a:cubicBezTo>
                  <a:cubicBezTo>
                    <a:pt x="131" y="278"/>
                    <a:pt x="146" y="280"/>
                    <a:pt x="161" y="280"/>
                  </a:cubicBezTo>
                  <a:cubicBezTo>
                    <a:pt x="229" y="280"/>
                    <a:pt x="278" y="239"/>
                    <a:pt x="297"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a:off x="6588125" y="1407075"/>
              <a:ext cx="8575" cy="7750"/>
            </a:xfrm>
            <a:custGeom>
              <a:avLst/>
              <a:gdLst/>
              <a:ahLst/>
              <a:cxnLst/>
              <a:rect l="l" t="t" r="r" b="b"/>
              <a:pathLst>
                <a:path w="343" h="310" extrusionOk="0">
                  <a:moveTo>
                    <a:pt x="161" y="1"/>
                  </a:moveTo>
                  <a:cubicBezTo>
                    <a:pt x="92" y="1"/>
                    <a:pt x="42" y="45"/>
                    <a:pt x="23" y="121"/>
                  </a:cubicBezTo>
                  <a:cubicBezTo>
                    <a:pt x="0" y="189"/>
                    <a:pt x="46" y="281"/>
                    <a:pt x="137" y="303"/>
                  </a:cubicBezTo>
                  <a:cubicBezTo>
                    <a:pt x="149" y="307"/>
                    <a:pt x="161" y="309"/>
                    <a:pt x="174" y="309"/>
                  </a:cubicBezTo>
                  <a:cubicBezTo>
                    <a:pt x="235" y="309"/>
                    <a:pt x="301" y="265"/>
                    <a:pt x="320" y="189"/>
                  </a:cubicBezTo>
                  <a:cubicBezTo>
                    <a:pt x="342" y="121"/>
                    <a:pt x="297" y="29"/>
                    <a:pt x="205"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6284525" y="990675"/>
              <a:ext cx="6325" cy="5875"/>
            </a:xfrm>
            <a:custGeom>
              <a:avLst/>
              <a:gdLst/>
              <a:ahLst/>
              <a:cxnLst/>
              <a:rect l="l" t="t" r="r" b="b"/>
              <a:pathLst>
                <a:path w="253" h="235" extrusionOk="0">
                  <a:moveTo>
                    <a:pt x="161" y="0"/>
                  </a:moveTo>
                  <a:cubicBezTo>
                    <a:pt x="92" y="0"/>
                    <a:pt x="24" y="23"/>
                    <a:pt x="24" y="91"/>
                  </a:cubicBezTo>
                  <a:cubicBezTo>
                    <a:pt x="1" y="160"/>
                    <a:pt x="47" y="228"/>
                    <a:pt x="92" y="228"/>
                  </a:cubicBezTo>
                  <a:cubicBezTo>
                    <a:pt x="105" y="233"/>
                    <a:pt x="117" y="234"/>
                    <a:pt x="130" y="234"/>
                  </a:cubicBezTo>
                  <a:cubicBezTo>
                    <a:pt x="184" y="234"/>
                    <a:pt x="233" y="197"/>
                    <a:pt x="252" y="160"/>
                  </a:cubicBezTo>
                  <a:cubicBezTo>
                    <a:pt x="252" y="91"/>
                    <a:pt x="229" y="23"/>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5481650" y="1536750"/>
              <a:ext cx="7450" cy="6450"/>
            </a:xfrm>
            <a:custGeom>
              <a:avLst/>
              <a:gdLst/>
              <a:ahLst/>
              <a:cxnLst/>
              <a:rect l="l" t="t" r="r" b="b"/>
              <a:pathLst>
                <a:path w="298" h="258" extrusionOk="0">
                  <a:moveTo>
                    <a:pt x="183" y="1"/>
                  </a:moveTo>
                  <a:cubicBezTo>
                    <a:pt x="115" y="1"/>
                    <a:pt x="46" y="24"/>
                    <a:pt x="24" y="92"/>
                  </a:cubicBezTo>
                  <a:cubicBezTo>
                    <a:pt x="1" y="161"/>
                    <a:pt x="46" y="229"/>
                    <a:pt x="115" y="252"/>
                  </a:cubicBezTo>
                  <a:cubicBezTo>
                    <a:pt x="127" y="256"/>
                    <a:pt x="139" y="258"/>
                    <a:pt x="151" y="258"/>
                  </a:cubicBezTo>
                  <a:cubicBezTo>
                    <a:pt x="206" y="258"/>
                    <a:pt x="256" y="217"/>
                    <a:pt x="275" y="161"/>
                  </a:cubicBezTo>
                  <a:cubicBezTo>
                    <a:pt x="297" y="92"/>
                    <a:pt x="252"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6421500" y="1175975"/>
              <a:ext cx="7425" cy="6600"/>
            </a:xfrm>
            <a:custGeom>
              <a:avLst/>
              <a:gdLst/>
              <a:ahLst/>
              <a:cxnLst/>
              <a:rect l="l" t="t" r="r" b="b"/>
              <a:pathLst>
                <a:path w="297" h="264" extrusionOk="0">
                  <a:moveTo>
                    <a:pt x="146" y="0"/>
                  </a:moveTo>
                  <a:cubicBezTo>
                    <a:pt x="91" y="0"/>
                    <a:pt x="42" y="41"/>
                    <a:pt x="23" y="98"/>
                  </a:cubicBezTo>
                  <a:cubicBezTo>
                    <a:pt x="0" y="166"/>
                    <a:pt x="46" y="235"/>
                    <a:pt x="114" y="257"/>
                  </a:cubicBezTo>
                  <a:cubicBezTo>
                    <a:pt x="126" y="261"/>
                    <a:pt x="139" y="263"/>
                    <a:pt x="152" y="263"/>
                  </a:cubicBezTo>
                  <a:cubicBezTo>
                    <a:pt x="212" y="263"/>
                    <a:pt x="274" y="222"/>
                    <a:pt x="274" y="166"/>
                  </a:cubicBezTo>
                  <a:cubicBezTo>
                    <a:pt x="297" y="75"/>
                    <a:pt x="251" y="6"/>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6331325" y="1109825"/>
              <a:ext cx="10875" cy="9950"/>
            </a:xfrm>
            <a:custGeom>
              <a:avLst/>
              <a:gdLst/>
              <a:ahLst/>
              <a:cxnLst/>
              <a:rect l="l" t="t" r="r" b="b"/>
              <a:pathLst>
                <a:path w="435" h="398" extrusionOk="0">
                  <a:moveTo>
                    <a:pt x="231" y="0"/>
                  </a:moveTo>
                  <a:cubicBezTo>
                    <a:pt x="138" y="0"/>
                    <a:pt x="66" y="62"/>
                    <a:pt x="46" y="142"/>
                  </a:cubicBezTo>
                  <a:cubicBezTo>
                    <a:pt x="1" y="256"/>
                    <a:pt x="69" y="347"/>
                    <a:pt x="183" y="393"/>
                  </a:cubicBezTo>
                  <a:cubicBezTo>
                    <a:pt x="195" y="396"/>
                    <a:pt x="207" y="397"/>
                    <a:pt x="219" y="397"/>
                  </a:cubicBezTo>
                  <a:cubicBezTo>
                    <a:pt x="302" y="397"/>
                    <a:pt x="392" y="332"/>
                    <a:pt x="411" y="233"/>
                  </a:cubicBezTo>
                  <a:cubicBezTo>
                    <a:pt x="434" y="142"/>
                    <a:pt x="366" y="27"/>
                    <a:pt x="275" y="5"/>
                  </a:cubicBezTo>
                  <a:cubicBezTo>
                    <a:pt x="260"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6348450" y="1087450"/>
              <a:ext cx="6300" cy="5525"/>
            </a:xfrm>
            <a:custGeom>
              <a:avLst/>
              <a:gdLst/>
              <a:ahLst/>
              <a:cxnLst/>
              <a:rect l="l" t="t" r="r" b="b"/>
              <a:pathLst>
                <a:path w="252" h="221" extrusionOk="0">
                  <a:moveTo>
                    <a:pt x="110" y="1"/>
                  </a:moveTo>
                  <a:cubicBezTo>
                    <a:pt x="62" y="1"/>
                    <a:pt x="23" y="27"/>
                    <a:pt x="23" y="78"/>
                  </a:cubicBezTo>
                  <a:cubicBezTo>
                    <a:pt x="0" y="146"/>
                    <a:pt x="46" y="215"/>
                    <a:pt x="92" y="215"/>
                  </a:cubicBezTo>
                  <a:cubicBezTo>
                    <a:pt x="104" y="219"/>
                    <a:pt x="117" y="221"/>
                    <a:pt x="129" y="221"/>
                  </a:cubicBezTo>
                  <a:cubicBezTo>
                    <a:pt x="183" y="221"/>
                    <a:pt x="229" y="184"/>
                    <a:pt x="229" y="146"/>
                  </a:cubicBezTo>
                  <a:cubicBezTo>
                    <a:pt x="251" y="78"/>
                    <a:pt x="206" y="9"/>
                    <a:pt x="160" y="9"/>
                  </a:cubicBezTo>
                  <a:cubicBezTo>
                    <a:pt x="143" y="4"/>
                    <a:pt x="126"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a:off x="6868875" y="1463050"/>
              <a:ext cx="11425" cy="9975"/>
            </a:xfrm>
            <a:custGeom>
              <a:avLst/>
              <a:gdLst/>
              <a:ahLst/>
              <a:cxnLst/>
              <a:rect l="l" t="t" r="r" b="b"/>
              <a:pathLst>
                <a:path w="457" h="399" extrusionOk="0">
                  <a:moveTo>
                    <a:pt x="231" y="0"/>
                  </a:moveTo>
                  <a:cubicBezTo>
                    <a:pt x="137" y="0"/>
                    <a:pt x="66" y="65"/>
                    <a:pt x="46" y="164"/>
                  </a:cubicBezTo>
                  <a:cubicBezTo>
                    <a:pt x="0" y="256"/>
                    <a:pt x="69" y="370"/>
                    <a:pt x="183" y="393"/>
                  </a:cubicBezTo>
                  <a:cubicBezTo>
                    <a:pt x="198" y="396"/>
                    <a:pt x="214" y="398"/>
                    <a:pt x="230" y="398"/>
                  </a:cubicBezTo>
                  <a:cubicBezTo>
                    <a:pt x="309" y="398"/>
                    <a:pt x="392" y="351"/>
                    <a:pt x="411" y="256"/>
                  </a:cubicBezTo>
                  <a:cubicBezTo>
                    <a:pt x="457" y="141"/>
                    <a:pt x="388" y="50"/>
                    <a:pt x="274" y="4"/>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a:off x="6204650" y="1726675"/>
              <a:ext cx="10875" cy="9375"/>
            </a:xfrm>
            <a:custGeom>
              <a:avLst/>
              <a:gdLst/>
              <a:ahLst/>
              <a:cxnLst/>
              <a:rect l="l" t="t" r="r" b="b"/>
              <a:pathLst>
                <a:path w="435" h="375" extrusionOk="0">
                  <a:moveTo>
                    <a:pt x="231" y="0"/>
                  </a:moveTo>
                  <a:cubicBezTo>
                    <a:pt x="137" y="0"/>
                    <a:pt x="66" y="62"/>
                    <a:pt x="46" y="142"/>
                  </a:cubicBezTo>
                  <a:cubicBezTo>
                    <a:pt x="0" y="233"/>
                    <a:pt x="69" y="347"/>
                    <a:pt x="160" y="370"/>
                  </a:cubicBezTo>
                  <a:cubicBezTo>
                    <a:pt x="175" y="373"/>
                    <a:pt x="190" y="374"/>
                    <a:pt x="204" y="374"/>
                  </a:cubicBezTo>
                  <a:cubicBezTo>
                    <a:pt x="297" y="374"/>
                    <a:pt x="369" y="312"/>
                    <a:pt x="388" y="233"/>
                  </a:cubicBezTo>
                  <a:cubicBezTo>
                    <a:pt x="434" y="142"/>
                    <a:pt x="366" y="28"/>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a:off x="6218350" y="1478975"/>
              <a:ext cx="6300" cy="5475"/>
            </a:xfrm>
            <a:custGeom>
              <a:avLst/>
              <a:gdLst/>
              <a:ahLst/>
              <a:cxnLst/>
              <a:rect l="l" t="t" r="r" b="b"/>
              <a:pathLst>
                <a:path w="252" h="219" extrusionOk="0">
                  <a:moveTo>
                    <a:pt x="123" y="1"/>
                  </a:moveTo>
                  <a:cubicBezTo>
                    <a:pt x="69" y="1"/>
                    <a:pt x="23" y="38"/>
                    <a:pt x="23" y="75"/>
                  </a:cubicBezTo>
                  <a:cubicBezTo>
                    <a:pt x="0" y="144"/>
                    <a:pt x="46" y="212"/>
                    <a:pt x="92" y="212"/>
                  </a:cubicBezTo>
                  <a:cubicBezTo>
                    <a:pt x="104" y="216"/>
                    <a:pt x="117" y="218"/>
                    <a:pt x="129" y="218"/>
                  </a:cubicBezTo>
                  <a:cubicBezTo>
                    <a:pt x="183" y="218"/>
                    <a:pt x="228" y="181"/>
                    <a:pt x="228" y="144"/>
                  </a:cubicBezTo>
                  <a:cubicBezTo>
                    <a:pt x="251" y="75"/>
                    <a:pt x="228" y="7"/>
                    <a:pt x="160" y="7"/>
                  </a:cubicBezTo>
                  <a:cubicBezTo>
                    <a:pt x="147" y="2"/>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a:off x="5850850" y="1546925"/>
              <a:ext cx="9725" cy="8825"/>
            </a:xfrm>
            <a:custGeom>
              <a:avLst/>
              <a:gdLst/>
              <a:ahLst/>
              <a:cxnLst/>
              <a:rect l="l" t="t" r="r" b="b"/>
              <a:pathLst>
                <a:path w="389" h="353" extrusionOk="0">
                  <a:moveTo>
                    <a:pt x="193" y="0"/>
                  </a:moveTo>
                  <a:cubicBezTo>
                    <a:pt x="115" y="0"/>
                    <a:pt x="43" y="62"/>
                    <a:pt x="24" y="142"/>
                  </a:cubicBezTo>
                  <a:cubicBezTo>
                    <a:pt x="1" y="233"/>
                    <a:pt x="69" y="324"/>
                    <a:pt x="160" y="347"/>
                  </a:cubicBezTo>
                  <a:cubicBezTo>
                    <a:pt x="176" y="351"/>
                    <a:pt x="191" y="353"/>
                    <a:pt x="206" y="353"/>
                  </a:cubicBezTo>
                  <a:cubicBezTo>
                    <a:pt x="280" y="353"/>
                    <a:pt x="347" y="305"/>
                    <a:pt x="366" y="210"/>
                  </a:cubicBezTo>
                  <a:cubicBezTo>
                    <a:pt x="389" y="119"/>
                    <a:pt x="343"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a:off x="5838300" y="1502375"/>
              <a:ext cx="6300" cy="5300"/>
            </a:xfrm>
            <a:custGeom>
              <a:avLst/>
              <a:gdLst/>
              <a:ahLst/>
              <a:cxnLst/>
              <a:rect l="l" t="t" r="r" b="b"/>
              <a:pathLst>
                <a:path w="252" h="212" extrusionOk="0">
                  <a:moveTo>
                    <a:pt x="125" y="0"/>
                  </a:moveTo>
                  <a:cubicBezTo>
                    <a:pt x="76" y="0"/>
                    <a:pt x="42" y="38"/>
                    <a:pt x="23" y="75"/>
                  </a:cubicBezTo>
                  <a:cubicBezTo>
                    <a:pt x="1" y="143"/>
                    <a:pt x="46" y="189"/>
                    <a:pt x="92" y="212"/>
                  </a:cubicBezTo>
                  <a:cubicBezTo>
                    <a:pt x="160" y="212"/>
                    <a:pt x="206" y="189"/>
                    <a:pt x="229" y="121"/>
                  </a:cubicBezTo>
                  <a:cubicBezTo>
                    <a:pt x="252" y="75"/>
                    <a:pt x="206" y="6"/>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a:off x="6180675" y="744000"/>
              <a:ext cx="7450" cy="7025"/>
            </a:xfrm>
            <a:custGeom>
              <a:avLst/>
              <a:gdLst/>
              <a:ahLst/>
              <a:cxnLst/>
              <a:rect l="l" t="t" r="r" b="b"/>
              <a:pathLst>
                <a:path w="298" h="281" extrusionOk="0">
                  <a:moveTo>
                    <a:pt x="147" y="1"/>
                  </a:moveTo>
                  <a:cubicBezTo>
                    <a:pt x="92" y="1"/>
                    <a:pt x="42" y="42"/>
                    <a:pt x="24" y="98"/>
                  </a:cubicBezTo>
                  <a:cubicBezTo>
                    <a:pt x="1" y="166"/>
                    <a:pt x="46" y="258"/>
                    <a:pt x="115" y="281"/>
                  </a:cubicBezTo>
                  <a:cubicBezTo>
                    <a:pt x="183" y="281"/>
                    <a:pt x="275" y="235"/>
                    <a:pt x="297" y="166"/>
                  </a:cubicBezTo>
                  <a:cubicBezTo>
                    <a:pt x="297" y="98"/>
                    <a:pt x="275"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a:off x="6165275" y="635000"/>
              <a:ext cx="6300" cy="5900"/>
            </a:xfrm>
            <a:custGeom>
              <a:avLst/>
              <a:gdLst/>
              <a:ahLst/>
              <a:cxnLst/>
              <a:rect l="l" t="t" r="r" b="b"/>
              <a:pathLst>
                <a:path w="252" h="236" extrusionOk="0">
                  <a:moveTo>
                    <a:pt x="123" y="1"/>
                  </a:moveTo>
                  <a:cubicBezTo>
                    <a:pt x="69" y="1"/>
                    <a:pt x="23" y="38"/>
                    <a:pt x="23" y="76"/>
                  </a:cubicBezTo>
                  <a:cubicBezTo>
                    <a:pt x="0" y="144"/>
                    <a:pt x="46" y="212"/>
                    <a:pt x="92" y="235"/>
                  </a:cubicBezTo>
                  <a:cubicBezTo>
                    <a:pt x="160" y="235"/>
                    <a:pt x="229" y="212"/>
                    <a:pt x="252" y="144"/>
                  </a:cubicBezTo>
                  <a:cubicBezTo>
                    <a:pt x="252" y="76"/>
                    <a:pt x="229" y="30"/>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a:off x="6252575" y="1253050"/>
              <a:ext cx="9725" cy="8800"/>
            </a:xfrm>
            <a:custGeom>
              <a:avLst/>
              <a:gdLst/>
              <a:ahLst/>
              <a:cxnLst/>
              <a:rect l="l" t="t" r="r" b="b"/>
              <a:pathLst>
                <a:path w="389" h="352" extrusionOk="0">
                  <a:moveTo>
                    <a:pt x="193" y="0"/>
                  </a:moveTo>
                  <a:cubicBezTo>
                    <a:pt x="115" y="0"/>
                    <a:pt x="43" y="62"/>
                    <a:pt x="24" y="142"/>
                  </a:cubicBezTo>
                  <a:cubicBezTo>
                    <a:pt x="1" y="233"/>
                    <a:pt x="69" y="324"/>
                    <a:pt x="161" y="347"/>
                  </a:cubicBezTo>
                  <a:cubicBezTo>
                    <a:pt x="170" y="350"/>
                    <a:pt x="179" y="352"/>
                    <a:pt x="190" y="352"/>
                  </a:cubicBezTo>
                  <a:cubicBezTo>
                    <a:pt x="257" y="352"/>
                    <a:pt x="346" y="290"/>
                    <a:pt x="366" y="210"/>
                  </a:cubicBezTo>
                  <a:cubicBezTo>
                    <a:pt x="389" y="119"/>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a:off x="6334750" y="1376825"/>
              <a:ext cx="6875" cy="6450"/>
            </a:xfrm>
            <a:custGeom>
              <a:avLst/>
              <a:gdLst/>
              <a:ahLst/>
              <a:cxnLst/>
              <a:rect l="l" t="t" r="r" b="b"/>
              <a:pathLst>
                <a:path w="275" h="258" extrusionOk="0">
                  <a:moveTo>
                    <a:pt x="147" y="1"/>
                  </a:moveTo>
                  <a:cubicBezTo>
                    <a:pt x="92" y="1"/>
                    <a:pt x="42" y="42"/>
                    <a:pt x="23" y="98"/>
                  </a:cubicBezTo>
                  <a:cubicBezTo>
                    <a:pt x="1" y="167"/>
                    <a:pt x="46" y="235"/>
                    <a:pt x="115" y="258"/>
                  </a:cubicBezTo>
                  <a:cubicBezTo>
                    <a:pt x="183" y="258"/>
                    <a:pt x="252" y="235"/>
                    <a:pt x="252" y="167"/>
                  </a:cubicBezTo>
                  <a:cubicBezTo>
                    <a:pt x="274" y="98"/>
                    <a:pt x="229"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a:off x="6214925" y="1197075"/>
              <a:ext cx="7425" cy="6600"/>
            </a:xfrm>
            <a:custGeom>
              <a:avLst/>
              <a:gdLst/>
              <a:ahLst/>
              <a:cxnLst/>
              <a:rect l="l" t="t" r="r" b="b"/>
              <a:pathLst>
                <a:path w="297" h="264" extrusionOk="0">
                  <a:moveTo>
                    <a:pt x="147" y="1"/>
                  </a:moveTo>
                  <a:cubicBezTo>
                    <a:pt x="92" y="1"/>
                    <a:pt x="42" y="42"/>
                    <a:pt x="23" y="98"/>
                  </a:cubicBezTo>
                  <a:cubicBezTo>
                    <a:pt x="0" y="167"/>
                    <a:pt x="46" y="235"/>
                    <a:pt x="114" y="258"/>
                  </a:cubicBezTo>
                  <a:cubicBezTo>
                    <a:pt x="127" y="262"/>
                    <a:pt x="139" y="264"/>
                    <a:pt x="151"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a:off x="6338175" y="1347200"/>
              <a:ext cx="10875" cy="9950"/>
            </a:xfrm>
            <a:custGeom>
              <a:avLst/>
              <a:gdLst/>
              <a:ahLst/>
              <a:cxnLst/>
              <a:rect l="l" t="t" r="r" b="b"/>
              <a:pathLst>
                <a:path w="435" h="398" extrusionOk="0">
                  <a:moveTo>
                    <a:pt x="215" y="1"/>
                  </a:moveTo>
                  <a:cubicBezTo>
                    <a:pt x="132" y="1"/>
                    <a:pt x="43" y="65"/>
                    <a:pt x="23" y="165"/>
                  </a:cubicBezTo>
                  <a:cubicBezTo>
                    <a:pt x="1" y="256"/>
                    <a:pt x="69" y="370"/>
                    <a:pt x="160" y="393"/>
                  </a:cubicBezTo>
                  <a:cubicBezTo>
                    <a:pt x="175" y="396"/>
                    <a:pt x="190" y="397"/>
                    <a:pt x="204" y="397"/>
                  </a:cubicBezTo>
                  <a:cubicBezTo>
                    <a:pt x="298" y="397"/>
                    <a:pt x="372" y="335"/>
                    <a:pt x="411" y="256"/>
                  </a:cubicBezTo>
                  <a:cubicBezTo>
                    <a:pt x="434" y="142"/>
                    <a:pt x="366" y="51"/>
                    <a:pt x="252" y="5"/>
                  </a:cubicBezTo>
                  <a:cubicBezTo>
                    <a:pt x="240" y="2"/>
                    <a:pt x="228"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a:off x="6325050" y="1316925"/>
              <a:ext cx="7450" cy="7025"/>
            </a:xfrm>
            <a:custGeom>
              <a:avLst/>
              <a:gdLst/>
              <a:ahLst/>
              <a:cxnLst/>
              <a:rect l="l" t="t" r="r" b="b"/>
              <a:pathLst>
                <a:path w="298" h="281" extrusionOk="0">
                  <a:moveTo>
                    <a:pt x="147" y="0"/>
                  </a:moveTo>
                  <a:cubicBezTo>
                    <a:pt x="92" y="0"/>
                    <a:pt x="42" y="41"/>
                    <a:pt x="23" y="98"/>
                  </a:cubicBezTo>
                  <a:cubicBezTo>
                    <a:pt x="1" y="189"/>
                    <a:pt x="46" y="257"/>
                    <a:pt x="115" y="280"/>
                  </a:cubicBezTo>
                  <a:cubicBezTo>
                    <a:pt x="206" y="280"/>
                    <a:pt x="274" y="234"/>
                    <a:pt x="297" y="166"/>
                  </a:cubicBezTo>
                  <a:cubicBezTo>
                    <a:pt x="297" y="98"/>
                    <a:pt x="252"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a:off x="6260575" y="1249625"/>
              <a:ext cx="8575" cy="7700"/>
            </a:xfrm>
            <a:custGeom>
              <a:avLst/>
              <a:gdLst/>
              <a:ahLst/>
              <a:cxnLst/>
              <a:rect l="l" t="t" r="r" b="b"/>
              <a:pathLst>
                <a:path w="343" h="308" extrusionOk="0">
                  <a:moveTo>
                    <a:pt x="177" y="0"/>
                  </a:moveTo>
                  <a:cubicBezTo>
                    <a:pt x="114" y="0"/>
                    <a:pt x="43" y="60"/>
                    <a:pt x="23" y="119"/>
                  </a:cubicBezTo>
                  <a:cubicBezTo>
                    <a:pt x="0" y="210"/>
                    <a:pt x="46" y="302"/>
                    <a:pt x="137" y="302"/>
                  </a:cubicBezTo>
                  <a:cubicBezTo>
                    <a:pt x="153" y="306"/>
                    <a:pt x="169" y="307"/>
                    <a:pt x="183" y="307"/>
                  </a:cubicBezTo>
                  <a:cubicBezTo>
                    <a:pt x="251" y="307"/>
                    <a:pt x="301" y="267"/>
                    <a:pt x="320" y="210"/>
                  </a:cubicBezTo>
                  <a:cubicBezTo>
                    <a:pt x="343" y="119"/>
                    <a:pt x="297" y="28"/>
                    <a:pt x="206" y="5"/>
                  </a:cubicBezTo>
                  <a:cubicBezTo>
                    <a:pt x="197" y="2"/>
                    <a:pt x="187" y="0"/>
                    <a:pt x="17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a:off x="5614625" y="837725"/>
              <a:ext cx="8000" cy="7575"/>
            </a:xfrm>
            <a:custGeom>
              <a:avLst/>
              <a:gdLst/>
              <a:ahLst/>
              <a:cxnLst/>
              <a:rect l="l" t="t" r="r" b="b"/>
              <a:pathLst>
                <a:path w="320" h="303" extrusionOk="0">
                  <a:moveTo>
                    <a:pt x="183" y="1"/>
                  </a:moveTo>
                  <a:cubicBezTo>
                    <a:pt x="114" y="1"/>
                    <a:pt x="46" y="47"/>
                    <a:pt x="23" y="115"/>
                  </a:cubicBezTo>
                  <a:cubicBezTo>
                    <a:pt x="0" y="184"/>
                    <a:pt x="46" y="275"/>
                    <a:pt x="114" y="298"/>
                  </a:cubicBezTo>
                  <a:cubicBezTo>
                    <a:pt x="126" y="301"/>
                    <a:pt x="138" y="302"/>
                    <a:pt x="150" y="302"/>
                  </a:cubicBezTo>
                  <a:cubicBezTo>
                    <a:pt x="223" y="302"/>
                    <a:pt x="277" y="243"/>
                    <a:pt x="297" y="184"/>
                  </a:cubicBezTo>
                  <a:cubicBezTo>
                    <a:pt x="320" y="115"/>
                    <a:pt x="274"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a:off x="5655700" y="1408000"/>
              <a:ext cx="11425" cy="10200"/>
            </a:xfrm>
            <a:custGeom>
              <a:avLst/>
              <a:gdLst/>
              <a:ahLst/>
              <a:cxnLst/>
              <a:rect l="l" t="t" r="r" b="b"/>
              <a:pathLst>
                <a:path w="457" h="408" extrusionOk="0">
                  <a:moveTo>
                    <a:pt x="202" y="1"/>
                  </a:moveTo>
                  <a:cubicBezTo>
                    <a:pt x="116" y="1"/>
                    <a:pt x="41" y="62"/>
                    <a:pt x="23" y="152"/>
                  </a:cubicBezTo>
                  <a:cubicBezTo>
                    <a:pt x="0" y="266"/>
                    <a:pt x="69" y="380"/>
                    <a:pt x="183" y="403"/>
                  </a:cubicBezTo>
                  <a:cubicBezTo>
                    <a:pt x="195" y="406"/>
                    <a:pt x="207" y="408"/>
                    <a:pt x="220" y="408"/>
                  </a:cubicBezTo>
                  <a:cubicBezTo>
                    <a:pt x="303" y="408"/>
                    <a:pt x="391" y="346"/>
                    <a:pt x="411" y="266"/>
                  </a:cubicBezTo>
                  <a:cubicBezTo>
                    <a:pt x="457" y="152"/>
                    <a:pt x="388" y="38"/>
                    <a:pt x="274" y="15"/>
                  </a:cubicBezTo>
                  <a:cubicBezTo>
                    <a:pt x="250" y="5"/>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
            <p:cNvSpPr/>
            <p:nvPr/>
          </p:nvSpPr>
          <p:spPr>
            <a:xfrm>
              <a:off x="5660825" y="1394525"/>
              <a:ext cx="9175" cy="8300"/>
            </a:xfrm>
            <a:custGeom>
              <a:avLst/>
              <a:gdLst/>
              <a:ahLst/>
              <a:cxnLst/>
              <a:rect l="l" t="t" r="r" b="b"/>
              <a:pathLst>
                <a:path w="367" h="332" extrusionOk="0">
                  <a:moveTo>
                    <a:pt x="182" y="1"/>
                  </a:moveTo>
                  <a:cubicBezTo>
                    <a:pt x="109" y="1"/>
                    <a:pt x="43" y="45"/>
                    <a:pt x="24" y="121"/>
                  </a:cubicBezTo>
                  <a:cubicBezTo>
                    <a:pt x="1" y="212"/>
                    <a:pt x="47" y="303"/>
                    <a:pt x="138" y="326"/>
                  </a:cubicBezTo>
                  <a:cubicBezTo>
                    <a:pt x="154" y="330"/>
                    <a:pt x="169" y="332"/>
                    <a:pt x="184" y="332"/>
                  </a:cubicBezTo>
                  <a:cubicBezTo>
                    <a:pt x="258" y="332"/>
                    <a:pt x="324" y="288"/>
                    <a:pt x="343" y="212"/>
                  </a:cubicBezTo>
                  <a:cubicBezTo>
                    <a:pt x="366" y="121"/>
                    <a:pt x="320" y="29"/>
                    <a:pt x="229" y="6"/>
                  </a:cubicBezTo>
                  <a:cubicBezTo>
                    <a:pt x="213" y="3"/>
                    <a:pt x="198"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p:nvPr/>
          </p:nvSpPr>
          <p:spPr>
            <a:xfrm>
              <a:off x="5673950" y="1387825"/>
              <a:ext cx="7450" cy="7025"/>
            </a:xfrm>
            <a:custGeom>
              <a:avLst/>
              <a:gdLst/>
              <a:ahLst/>
              <a:cxnLst/>
              <a:rect l="l" t="t" r="r" b="b"/>
              <a:pathLst>
                <a:path w="298" h="281" extrusionOk="0">
                  <a:moveTo>
                    <a:pt x="183" y="1"/>
                  </a:moveTo>
                  <a:cubicBezTo>
                    <a:pt x="115" y="1"/>
                    <a:pt x="24" y="46"/>
                    <a:pt x="1" y="115"/>
                  </a:cubicBezTo>
                  <a:cubicBezTo>
                    <a:pt x="1" y="183"/>
                    <a:pt x="47" y="274"/>
                    <a:pt x="115" y="274"/>
                  </a:cubicBezTo>
                  <a:cubicBezTo>
                    <a:pt x="127" y="278"/>
                    <a:pt x="140" y="280"/>
                    <a:pt x="153" y="280"/>
                  </a:cubicBezTo>
                  <a:cubicBezTo>
                    <a:pt x="213" y="280"/>
                    <a:pt x="275" y="239"/>
                    <a:pt x="275" y="183"/>
                  </a:cubicBezTo>
                  <a:cubicBezTo>
                    <a:pt x="298" y="115"/>
                    <a:pt x="252" y="23"/>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
            <p:cNvSpPr/>
            <p:nvPr/>
          </p:nvSpPr>
          <p:spPr>
            <a:xfrm>
              <a:off x="5683650" y="1376425"/>
              <a:ext cx="8025" cy="7425"/>
            </a:xfrm>
            <a:custGeom>
              <a:avLst/>
              <a:gdLst/>
              <a:ahLst/>
              <a:cxnLst/>
              <a:rect l="l" t="t" r="r" b="b"/>
              <a:pathLst>
                <a:path w="321" h="297" extrusionOk="0">
                  <a:moveTo>
                    <a:pt x="184" y="0"/>
                  </a:moveTo>
                  <a:cubicBezTo>
                    <a:pt x="115" y="0"/>
                    <a:pt x="24" y="46"/>
                    <a:pt x="24" y="114"/>
                  </a:cubicBezTo>
                  <a:cubicBezTo>
                    <a:pt x="1" y="183"/>
                    <a:pt x="47" y="274"/>
                    <a:pt x="115" y="297"/>
                  </a:cubicBezTo>
                  <a:cubicBezTo>
                    <a:pt x="184" y="297"/>
                    <a:pt x="275" y="251"/>
                    <a:pt x="298" y="183"/>
                  </a:cubicBezTo>
                  <a:cubicBezTo>
                    <a:pt x="320" y="114"/>
                    <a:pt x="275" y="23"/>
                    <a:pt x="18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p:nvPr/>
          </p:nvSpPr>
          <p:spPr>
            <a:xfrm>
              <a:off x="5882250" y="1540025"/>
              <a:ext cx="5725" cy="5475"/>
            </a:xfrm>
            <a:custGeom>
              <a:avLst/>
              <a:gdLst/>
              <a:ahLst/>
              <a:cxnLst/>
              <a:rect l="l" t="t" r="r" b="b"/>
              <a:pathLst>
                <a:path w="229" h="219" extrusionOk="0">
                  <a:moveTo>
                    <a:pt x="110" y="1"/>
                  </a:moveTo>
                  <a:cubicBezTo>
                    <a:pt x="69" y="1"/>
                    <a:pt x="23" y="38"/>
                    <a:pt x="23" y="75"/>
                  </a:cubicBezTo>
                  <a:cubicBezTo>
                    <a:pt x="0" y="144"/>
                    <a:pt x="46" y="189"/>
                    <a:pt x="91" y="212"/>
                  </a:cubicBezTo>
                  <a:cubicBezTo>
                    <a:pt x="100" y="217"/>
                    <a:pt x="109" y="218"/>
                    <a:pt x="118" y="218"/>
                  </a:cubicBezTo>
                  <a:cubicBezTo>
                    <a:pt x="160" y="218"/>
                    <a:pt x="206" y="181"/>
                    <a:pt x="206" y="144"/>
                  </a:cubicBezTo>
                  <a:cubicBezTo>
                    <a:pt x="228" y="75"/>
                    <a:pt x="206" y="30"/>
                    <a:pt x="137" y="7"/>
                  </a:cubicBezTo>
                  <a:cubicBezTo>
                    <a:pt x="129" y="3"/>
                    <a:pt x="120"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
            <p:cNvSpPr/>
            <p:nvPr/>
          </p:nvSpPr>
          <p:spPr>
            <a:xfrm>
              <a:off x="6095650" y="988850"/>
              <a:ext cx="8600" cy="7700"/>
            </a:xfrm>
            <a:custGeom>
              <a:avLst/>
              <a:gdLst/>
              <a:ahLst/>
              <a:cxnLst/>
              <a:rect l="l" t="t" r="r" b="b"/>
              <a:pathLst>
                <a:path w="344" h="308" extrusionOk="0">
                  <a:moveTo>
                    <a:pt x="178" y="0"/>
                  </a:moveTo>
                  <a:cubicBezTo>
                    <a:pt x="114" y="0"/>
                    <a:pt x="43" y="60"/>
                    <a:pt x="24" y="119"/>
                  </a:cubicBezTo>
                  <a:cubicBezTo>
                    <a:pt x="1" y="210"/>
                    <a:pt x="46" y="301"/>
                    <a:pt x="138" y="301"/>
                  </a:cubicBezTo>
                  <a:cubicBezTo>
                    <a:pt x="154" y="305"/>
                    <a:pt x="169" y="307"/>
                    <a:pt x="184" y="307"/>
                  </a:cubicBezTo>
                  <a:cubicBezTo>
                    <a:pt x="252" y="307"/>
                    <a:pt x="302" y="266"/>
                    <a:pt x="320" y="210"/>
                  </a:cubicBezTo>
                  <a:cubicBezTo>
                    <a:pt x="343" y="119"/>
                    <a:pt x="297" y="28"/>
                    <a:pt x="206" y="5"/>
                  </a:cubicBezTo>
                  <a:cubicBezTo>
                    <a:pt x="197" y="2"/>
                    <a:pt x="187"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
            <p:cNvSpPr/>
            <p:nvPr/>
          </p:nvSpPr>
          <p:spPr>
            <a:xfrm>
              <a:off x="6099075" y="1000800"/>
              <a:ext cx="6875" cy="6025"/>
            </a:xfrm>
            <a:custGeom>
              <a:avLst/>
              <a:gdLst/>
              <a:ahLst/>
              <a:cxnLst/>
              <a:rect l="l" t="t" r="r" b="b"/>
              <a:pathLst>
                <a:path w="275" h="241" extrusionOk="0">
                  <a:moveTo>
                    <a:pt x="147" y="0"/>
                  </a:moveTo>
                  <a:cubicBezTo>
                    <a:pt x="92" y="0"/>
                    <a:pt x="42" y="41"/>
                    <a:pt x="24" y="97"/>
                  </a:cubicBezTo>
                  <a:cubicBezTo>
                    <a:pt x="1" y="166"/>
                    <a:pt x="46" y="234"/>
                    <a:pt x="115" y="234"/>
                  </a:cubicBezTo>
                  <a:cubicBezTo>
                    <a:pt x="127" y="238"/>
                    <a:pt x="139" y="240"/>
                    <a:pt x="151" y="240"/>
                  </a:cubicBezTo>
                  <a:cubicBezTo>
                    <a:pt x="205" y="240"/>
                    <a:pt x="252" y="199"/>
                    <a:pt x="252" y="143"/>
                  </a:cubicBezTo>
                  <a:cubicBezTo>
                    <a:pt x="275" y="97"/>
                    <a:pt x="229"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
            <p:cNvSpPr/>
            <p:nvPr/>
          </p:nvSpPr>
          <p:spPr>
            <a:xfrm>
              <a:off x="6043725" y="1023400"/>
              <a:ext cx="11450" cy="10200"/>
            </a:xfrm>
            <a:custGeom>
              <a:avLst/>
              <a:gdLst/>
              <a:ahLst/>
              <a:cxnLst/>
              <a:rect l="l" t="t" r="r" b="b"/>
              <a:pathLst>
                <a:path w="458" h="408" extrusionOk="0">
                  <a:moveTo>
                    <a:pt x="214" y="1"/>
                  </a:moveTo>
                  <a:cubicBezTo>
                    <a:pt x="138" y="1"/>
                    <a:pt x="59" y="62"/>
                    <a:pt x="23" y="152"/>
                  </a:cubicBezTo>
                  <a:cubicBezTo>
                    <a:pt x="1" y="266"/>
                    <a:pt x="69" y="380"/>
                    <a:pt x="183" y="403"/>
                  </a:cubicBezTo>
                  <a:cubicBezTo>
                    <a:pt x="198" y="406"/>
                    <a:pt x="213" y="407"/>
                    <a:pt x="228" y="407"/>
                  </a:cubicBezTo>
                  <a:cubicBezTo>
                    <a:pt x="326" y="407"/>
                    <a:pt x="415" y="345"/>
                    <a:pt x="434" y="266"/>
                  </a:cubicBezTo>
                  <a:cubicBezTo>
                    <a:pt x="457" y="152"/>
                    <a:pt x="389" y="38"/>
                    <a:pt x="275" y="15"/>
                  </a:cubicBezTo>
                  <a:cubicBezTo>
                    <a:pt x="255" y="5"/>
                    <a:pt x="235" y="1"/>
                    <a:pt x="21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
            <p:cNvSpPr/>
            <p:nvPr/>
          </p:nvSpPr>
          <p:spPr>
            <a:xfrm>
              <a:off x="6072825" y="1003800"/>
              <a:ext cx="5725" cy="5725"/>
            </a:xfrm>
            <a:custGeom>
              <a:avLst/>
              <a:gdLst/>
              <a:ahLst/>
              <a:cxnLst/>
              <a:rect l="l" t="t" r="r" b="b"/>
              <a:pathLst>
                <a:path w="229" h="229" extrusionOk="0">
                  <a:moveTo>
                    <a:pt x="138" y="0"/>
                  </a:moveTo>
                  <a:cubicBezTo>
                    <a:pt x="69" y="0"/>
                    <a:pt x="24" y="23"/>
                    <a:pt x="1" y="91"/>
                  </a:cubicBezTo>
                  <a:cubicBezTo>
                    <a:pt x="1" y="137"/>
                    <a:pt x="24" y="206"/>
                    <a:pt x="92" y="228"/>
                  </a:cubicBezTo>
                  <a:cubicBezTo>
                    <a:pt x="138" y="228"/>
                    <a:pt x="206" y="206"/>
                    <a:pt x="206" y="137"/>
                  </a:cubicBezTo>
                  <a:cubicBezTo>
                    <a:pt x="229" y="91"/>
                    <a:pt x="206" y="23"/>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
            <p:cNvSpPr/>
            <p:nvPr/>
          </p:nvSpPr>
          <p:spPr>
            <a:xfrm>
              <a:off x="6714225" y="1160000"/>
              <a:ext cx="7450" cy="6600"/>
            </a:xfrm>
            <a:custGeom>
              <a:avLst/>
              <a:gdLst/>
              <a:ahLst/>
              <a:cxnLst/>
              <a:rect l="l" t="t" r="r" b="b"/>
              <a:pathLst>
                <a:path w="298" h="264" extrusionOk="0">
                  <a:moveTo>
                    <a:pt x="145" y="0"/>
                  </a:moveTo>
                  <a:cubicBezTo>
                    <a:pt x="85" y="0"/>
                    <a:pt x="23" y="41"/>
                    <a:pt x="23" y="98"/>
                  </a:cubicBezTo>
                  <a:cubicBezTo>
                    <a:pt x="0" y="166"/>
                    <a:pt x="46" y="257"/>
                    <a:pt x="115" y="257"/>
                  </a:cubicBezTo>
                  <a:cubicBezTo>
                    <a:pt x="127" y="261"/>
                    <a:pt x="140" y="263"/>
                    <a:pt x="152" y="263"/>
                  </a:cubicBezTo>
                  <a:cubicBezTo>
                    <a:pt x="212" y="263"/>
                    <a:pt x="274" y="222"/>
                    <a:pt x="274" y="166"/>
                  </a:cubicBezTo>
                  <a:cubicBezTo>
                    <a:pt x="297" y="98"/>
                    <a:pt x="251" y="6"/>
                    <a:pt x="183" y="6"/>
                  </a:cubicBezTo>
                  <a:cubicBezTo>
                    <a:pt x="171" y="2"/>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
            <p:cNvSpPr/>
            <p:nvPr/>
          </p:nvSpPr>
          <p:spPr>
            <a:xfrm>
              <a:off x="6736475" y="1128025"/>
              <a:ext cx="6300" cy="5900"/>
            </a:xfrm>
            <a:custGeom>
              <a:avLst/>
              <a:gdLst/>
              <a:ahLst/>
              <a:cxnLst/>
              <a:rect l="l" t="t" r="r" b="b"/>
              <a:pathLst>
                <a:path w="252" h="236" extrusionOk="0">
                  <a:moveTo>
                    <a:pt x="123" y="1"/>
                  </a:moveTo>
                  <a:cubicBezTo>
                    <a:pt x="69" y="1"/>
                    <a:pt x="23" y="38"/>
                    <a:pt x="23" y="76"/>
                  </a:cubicBezTo>
                  <a:cubicBezTo>
                    <a:pt x="1" y="144"/>
                    <a:pt x="46" y="212"/>
                    <a:pt x="92" y="235"/>
                  </a:cubicBezTo>
                  <a:cubicBezTo>
                    <a:pt x="160" y="235"/>
                    <a:pt x="229" y="212"/>
                    <a:pt x="252" y="144"/>
                  </a:cubicBezTo>
                  <a:cubicBezTo>
                    <a:pt x="252" y="76"/>
                    <a:pt x="229"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
            <p:cNvSpPr/>
            <p:nvPr/>
          </p:nvSpPr>
          <p:spPr>
            <a:xfrm>
              <a:off x="5535875" y="1837025"/>
              <a:ext cx="8000" cy="6975"/>
            </a:xfrm>
            <a:custGeom>
              <a:avLst/>
              <a:gdLst/>
              <a:ahLst/>
              <a:cxnLst/>
              <a:rect l="l" t="t" r="r" b="b"/>
              <a:pathLst>
                <a:path w="320" h="279" extrusionOk="0">
                  <a:moveTo>
                    <a:pt x="149" y="0"/>
                  </a:moveTo>
                  <a:cubicBezTo>
                    <a:pt x="101" y="0"/>
                    <a:pt x="56" y="38"/>
                    <a:pt x="23" y="87"/>
                  </a:cubicBezTo>
                  <a:cubicBezTo>
                    <a:pt x="0" y="156"/>
                    <a:pt x="23" y="224"/>
                    <a:pt x="91" y="270"/>
                  </a:cubicBezTo>
                  <a:cubicBezTo>
                    <a:pt x="109" y="276"/>
                    <a:pt x="127" y="278"/>
                    <a:pt x="146" y="278"/>
                  </a:cubicBezTo>
                  <a:cubicBezTo>
                    <a:pt x="201" y="278"/>
                    <a:pt x="257" y="253"/>
                    <a:pt x="274" y="201"/>
                  </a:cubicBezTo>
                  <a:cubicBezTo>
                    <a:pt x="320" y="133"/>
                    <a:pt x="274" y="42"/>
                    <a:pt x="206" y="19"/>
                  </a:cubicBezTo>
                  <a:cubicBezTo>
                    <a:pt x="186" y="6"/>
                    <a:pt x="167" y="0"/>
                    <a:pt x="14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
            <p:cNvSpPr/>
            <p:nvPr/>
          </p:nvSpPr>
          <p:spPr>
            <a:xfrm>
              <a:off x="5753275" y="1807575"/>
              <a:ext cx="12000" cy="10400"/>
            </a:xfrm>
            <a:custGeom>
              <a:avLst/>
              <a:gdLst/>
              <a:ahLst/>
              <a:cxnLst/>
              <a:rect l="l" t="t" r="r" b="b"/>
              <a:pathLst>
                <a:path w="480" h="416" extrusionOk="0">
                  <a:moveTo>
                    <a:pt x="228" y="1"/>
                  </a:moveTo>
                  <a:cubicBezTo>
                    <a:pt x="160" y="1"/>
                    <a:pt x="93" y="47"/>
                    <a:pt x="46" y="124"/>
                  </a:cubicBezTo>
                  <a:cubicBezTo>
                    <a:pt x="1" y="215"/>
                    <a:pt x="46" y="352"/>
                    <a:pt x="160" y="398"/>
                  </a:cubicBezTo>
                  <a:cubicBezTo>
                    <a:pt x="185" y="410"/>
                    <a:pt x="211" y="416"/>
                    <a:pt x="237" y="416"/>
                  </a:cubicBezTo>
                  <a:cubicBezTo>
                    <a:pt x="310" y="416"/>
                    <a:pt x="384" y="374"/>
                    <a:pt x="434" y="307"/>
                  </a:cubicBezTo>
                  <a:cubicBezTo>
                    <a:pt x="480" y="193"/>
                    <a:pt x="434" y="78"/>
                    <a:pt x="320" y="33"/>
                  </a:cubicBezTo>
                  <a:cubicBezTo>
                    <a:pt x="291" y="11"/>
                    <a:pt x="259" y="1"/>
                    <a:pt x="2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
            <p:cNvSpPr/>
            <p:nvPr/>
          </p:nvSpPr>
          <p:spPr>
            <a:xfrm>
              <a:off x="5846850" y="1960850"/>
              <a:ext cx="9725" cy="8675"/>
            </a:xfrm>
            <a:custGeom>
              <a:avLst/>
              <a:gdLst/>
              <a:ahLst/>
              <a:cxnLst/>
              <a:rect l="l" t="t" r="r" b="b"/>
              <a:pathLst>
                <a:path w="389" h="347" extrusionOk="0">
                  <a:moveTo>
                    <a:pt x="195" y="1"/>
                  </a:moveTo>
                  <a:cubicBezTo>
                    <a:pt x="125" y="1"/>
                    <a:pt x="57" y="38"/>
                    <a:pt x="24" y="87"/>
                  </a:cubicBezTo>
                  <a:cubicBezTo>
                    <a:pt x="1" y="179"/>
                    <a:pt x="24" y="293"/>
                    <a:pt x="115" y="338"/>
                  </a:cubicBezTo>
                  <a:cubicBezTo>
                    <a:pt x="137" y="344"/>
                    <a:pt x="158" y="347"/>
                    <a:pt x="179" y="347"/>
                  </a:cubicBezTo>
                  <a:cubicBezTo>
                    <a:pt x="247" y="347"/>
                    <a:pt x="308" y="317"/>
                    <a:pt x="343" y="247"/>
                  </a:cubicBezTo>
                  <a:cubicBezTo>
                    <a:pt x="389" y="156"/>
                    <a:pt x="343" y="65"/>
                    <a:pt x="275" y="19"/>
                  </a:cubicBezTo>
                  <a:cubicBezTo>
                    <a:pt x="249" y="6"/>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
            <p:cNvSpPr/>
            <p:nvPr/>
          </p:nvSpPr>
          <p:spPr>
            <a:xfrm>
              <a:off x="5853150" y="1946600"/>
              <a:ext cx="10850" cy="9475"/>
            </a:xfrm>
            <a:custGeom>
              <a:avLst/>
              <a:gdLst/>
              <a:ahLst/>
              <a:cxnLst/>
              <a:rect l="l" t="t" r="r" b="b"/>
              <a:pathLst>
                <a:path w="434" h="379" extrusionOk="0">
                  <a:moveTo>
                    <a:pt x="220" y="0"/>
                  </a:moveTo>
                  <a:cubicBezTo>
                    <a:pt x="149" y="0"/>
                    <a:pt x="79" y="43"/>
                    <a:pt x="46" y="110"/>
                  </a:cubicBezTo>
                  <a:cubicBezTo>
                    <a:pt x="0" y="201"/>
                    <a:pt x="23" y="315"/>
                    <a:pt x="137" y="361"/>
                  </a:cubicBezTo>
                  <a:cubicBezTo>
                    <a:pt x="161" y="373"/>
                    <a:pt x="188" y="379"/>
                    <a:pt x="214" y="379"/>
                  </a:cubicBezTo>
                  <a:cubicBezTo>
                    <a:pt x="285" y="379"/>
                    <a:pt x="355" y="336"/>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
            <p:cNvSpPr/>
            <p:nvPr/>
          </p:nvSpPr>
          <p:spPr>
            <a:xfrm>
              <a:off x="5867400" y="1956850"/>
              <a:ext cx="9150" cy="7900"/>
            </a:xfrm>
            <a:custGeom>
              <a:avLst/>
              <a:gdLst/>
              <a:ahLst/>
              <a:cxnLst/>
              <a:rect l="l" t="t" r="r" b="b"/>
              <a:pathLst>
                <a:path w="366" h="316" extrusionOk="0">
                  <a:moveTo>
                    <a:pt x="176" y="1"/>
                  </a:moveTo>
                  <a:cubicBezTo>
                    <a:pt x="113" y="1"/>
                    <a:pt x="56" y="38"/>
                    <a:pt x="23" y="88"/>
                  </a:cubicBezTo>
                  <a:cubicBezTo>
                    <a:pt x="1" y="179"/>
                    <a:pt x="23" y="270"/>
                    <a:pt x="115" y="293"/>
                  </a:cubicBezTo>
                  <a:cubicBezTo>
                    <a:pt x="138" y="308"/>
                    <a:pt x="163" y="316"/>
                    <a:pt x="188" y="316"/>
                  </a:cubicBezTo>
                  <a:cubicBezTo>
                    <a:pt x="239" y="316"/>
                    <a:pt x="290" y="285"/>
                    <a:pt x="320" y="225"/>
                  </a:cubicBezTo>
                  <a:cubicBezTo>
                    <a:pt x="366" y="156"/>
                    <a:pt x="320" y="65"/>
                    <a:pt x="252" y="19"/>
                  </a:cubicBezTo>
                  <a:cubicBezTo>
                    <a:pt x="226" y="6"/>
                    <a:pt x="201" y="1"/>
                    <a:pt x="17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
            <p:cNvSpPr/>
            <p:nvPr/>
          </p:nvSpPr>
          <p:spPr>
            <a:xfrm>
              <a:off x="6384975" y="1916925"/>
              <a:ext cx="9725" cy="8675"/>
            </a:xfrm>
            <a:custGeom>
              <a:avLst/>
              <a:gdLst/>
              <a:ahLst/>
              <a:cxnLst/>
              <a:rect l="l" t="t" r="r" b="b"/>
              <a:pathLst>
                <a:path w="389" h="347" extrusionOk="0">
                  <a:moveTo>
                    <a:pt x="199" y="0"/>
                  </a:moveTo>
                  <a:cubicBezTo>
                    <a:pt x="135" y="0"/>
                    <a:pt x="79" y="38"/>
                    <a:pt x="46" y="87"/>
                  </a:cubicBezTo>
                  <a:cubicBezTo>
                    <a:pt x="0" y="178"/>
                    <a:pt x="46" y="292"/>
                    <a:pt x="114" y="338"/>
                  </a:cubicBezTo>
                  <a:cubicBezTo>
                    <a:pt x="136" y="343"/>
                    <a:pt x="159" y="346"/>
                    <a:pt x="181" y="346"/>
                  </a:cubicBezTo>
                  <a:cubicBezTo>
                    <a:pt x="254" y="346"/>
                    <a:pt x="325" y="316"/>
                    <a:pt x="343" y="247"/>
                  </a:cubicBezTo>
                  <a:cubicBezTo>
                    <a:pt x="388" y="155"/>
                    <a:pt x="365" y="64"/>
                    <a:pt x="274" y="18"/>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
            <p:cNvSpPr/>
            <p:nvPr/>
          </p:nvSpPr>
          <p:spPr>
            <a:xfrm>
              <a:off x="5665975" y="1677500"/>
              <a:ext cx="7450" cy="6150"/>
            </a:xfrm>
            <a:custGeom>
              <a:avLst/>
              <a:gdLst/>
              <a:ahLst/>
              <a:cxnLst/>
              <a:rect l="l" t="t" r="r" b="b"/>
              <a:pathLst>
                <a:path w="298" h="246" extrusionOk="0">
                  <a:moveTo>
                    <a:pt x="155" y="0"/>
                  </a:moveTo>
                  <a:cubicBezTo>
                    <a:pt x="106" y="0"/>
                    <a:pt x="63" y="26"/>
                    <a:pt x="46" y="77"/>
                  </a:cubicBezTo>
                  <a:cubicBezTo>
                    <a:pt x="0" y="123"/>
                    <a:pt x="23" y="191"/>
                    <a:pt x="92" y="237"/>
                  </a:cubicBezTo>
                  <a:cubicBezTo>
                    <a:pt x="109" y="243"/>
                    <a:pt x="126" y="246"/>
                    <a:pt x="142" y="246"/>
                  </a:cubicBezTo>
                  <a:cubicBezTo>
                    <a:pt x="191" y="246"/>
                    <a:pt x="234" y="220"/>
                    <a:pt x="251" y="169"/>
                  </a:cubicBezTo>
                  <a:cubicBezTo>
                    <a:pt x="297" y="123"/>
                    <a:pt x="251" y="32"/>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
            <p:cNvSpPr/>
            <p:nvPr/>
          </p:nvSpPr>
          <p:spPr>
            <a:xfrm>
              <a:off x="5416600" y="1791950"/>
              <a:ext cx="8025" cy="6975"/>
            </a:xfrm>
            <a:custGeom>
              <a:avLst/>
              <a:gdLst/>
              <a:ahLst/>
              <a:cxnLst/>
              <a:rect l="l" t="t" r="r" b="b"/>
              <a:pathLst>
                <a:path w="321" h="279" extrusionOk="0">
                  <a:moveTo>
                    <a:pt x="168" y="0"/>
                  </a:moveTo>
                  <a:cubicBezTo>
                    <a:pt x="115" y="0"/>
                    <a:pt x="63" y="38"/>
                    <a:pt x="46" y="87"/>
                  </a:cubicBezTo>
                  <a:cubicBezTo>
                    <a:pt x="1" y="156"/>
                    <a:pt x="23" y="224"/>
                    <a:pt x="92" y="270"/>
                  </a:cubicBezTo>
                  <a:cubicBezTo>
                    <a:pt x="109" y="275"/>
                    <a:pt x="128" y="278"/>
                    <a:pt x="146" y="278"/>
                  </a:cubicBezTo>
                  <a:cubicBezTo>
                    <a:pt x="202" y="278"/>
                    <a:pt x="257" y="253"/>
                    <a:pt x="275" y="201"/>
                  </a:cubicBezTo>
                  <a:cubicBezTo>
                    <a:pt x="320" y="133"/>
                    <a:pt x="297" y="41"/>
                    <a:pt x="229" y="19"/>
                  </a:cubicBezTo>
                  <a:cubicBezTo>
                    <a:pt x="210" y="6"/>
                    <a:pt x="189" y="0"/>
                    <a:pt x="16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
            <p:cNvSpPr/>
            <p:nvPr/>
          </p:nvSpPr>
          <p:spPr>
            <a:xfrm>
              <a:off x="5527300" y="1623050"/>
              <a:ext cx="11450" cy="10050"/>
            </a:xfrm>
            <a:custGeom>
              <a:avLst/>
              <a:gdLst/>
              <a:ahLst/>
              <a:cxnLst/>
              <a:rect l="l" t="t" r="r" b="b"/>
              <a:pathLst>
                <a:path w="458" h="402" extrusionOk="0">
                  <a:moveTo>
                    <a:pt x="240" y="0"/>
                  </a:moveTo>
                  <a:cubicBezTo>
                    <a:pt x="162" y="0"/>
                    <a:pt x="80" y="43"/>
                    <a:pt x="46" y="110"/>
                  </a:cubicBezTo>
                  <a:cubicBezTo>
                    <a:pt x="1" y="201"/>
                    <a:pt x="46" y="338"/>
                    <a:pt x="138" y="384"/>
                  </a:cubicBezTo>
                  <a:cubicBezTo>
                    <a:pt x="168" y="396"/>
                    <a:pt x="199" y="401"/>
                    <a:pt x="228" y="401"/>
                  </a:cubicBezTo>
                  <a:cubicBezTo>
                    <a:pt x="308" y="401"/>
                    <a:pt x="378" y="359"/>
                    <a:pt x="412" y="292"/>
                  </a:cubicBezTo>
                  <a:cubicBezTo>
                    <a:pt x="457" y="178"/>
                    <a:pt x="412" y="64"/>
                    <a:pt x="320" y="18"/>
                  </a:cubicBezTo>
                  <a:cubicBezTo>
                    <a:pt x="296" y="6"/>
                    <a:pt x="268" y="0"/>
                    <a:pt x="24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
            <p:cNvSpPr/>
            <p:nvPr/>
          </p:nvSpPr>
          <p:spPr>
            <a:xfrm>
              <a:off x="5461675" y="1860425"/>
              <a:ext cx="10300" cy="8925"/>
            </a:xfrm>
            <a:custGeom>
              <a:avLst/>
              <a:gdLst/>
              <a:ahLst/>
              <a:cxnLst/>
              <a:rect l="l" t="t" r="r" b="b"/>
              <a:pathLst>
                <a:path w="412" h="357" extrusionOk="0">
                  <a:moveTo>
                    <a:pt x="221" y="1"/>
                  </a:moveTo>
                  <a:cubicBezTo>
                    <a:pt x="150" y="1"/>
                    <a:pt x="80" y="43"/>
                    <a:pt x="47" y="110"/>
                  </a:cubicBezTo>
                  <a:cubicBezTo>
                    <a:pt x="1" y="178"/>
                    <a:pt x="47" y="293"/>
                    <a:pt x="138" y="338"/>
                  </a:cubicBezTo>
                  <a:cubicBezTo>
                    <a:pt x="162" y="350"/>
                    <a:pt x="188" y="356"/>
                    <a:pt x="214" y="356"/>
                  </a:cubicBezTo>
                  <a:cubicBezTo>
                    <a:pt x="284" y="356"/>
                    <a:pt x="349" y="314"/>
                    <a:pt x="366" y="247"/>
                  </a:cubicBezTo>
                  <a:cubicBezTo>
                    <a:pt x="412"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
            <p:cNvSpPr/>
            <p:nvPr/>
          </p:nvSpPr>
          <p:spPr>
            <a:xfrm>
              <a:off x="5465675" y="1813075"/>
              <a:ext cx="11450" cy="10050"/>
            </a:xfrm>
            <a:custGeom>
              <a:avLst/>
              <a:gdLst/>
              <a:ahLst/>
              <a:cxnLst/>
              <a:rect l="l" t="t" r="r" b="b"/>
              <a:pathLst>
                <a:path w="458" h="402" extrusionOk="0">
                  <a:moveTo>
                    <a:pt x="230" y="0"/>
                  </a:moveTo>
                  <a:cubicBezTo>
                    <a:pt x="150" y="0"/>
                    <a:pt x="80" y="43"/>
                    <a:pt x="46" y="109"/>
                  </a:cubicBezTo>
                  <a:cubicBezTo>
                    <a:pt x="1" y="201"/>
                    <a:pt x="46" y="338"/>
                    <a:pt x="138" y="383"/>
                  </a:cubicBezTo>
                  <a:cubicBezTo>
                    <a:pt x="162" y="396"/>
                    <a:pt x="190" y="401"/>
                    <a:pt x="218" y="401"/>
                  </a:cubicBezTo>
                  <a:cubicBezTo>
                    <a:pt x="296" y="401"/>
                    <a:pt x="378" y="359"/>
                    <a:pt x="411" y="292"/>
                  </a:cubicBezTo>
                  <a:cubicBezTo>
                    <a:pt x="457" y="178"/>
                    <a:pt x="411" y="64"/>
                    <a:pt x="320" y="18"/>
                  </a:cubicBezTo>
                  <a:cubicBezTo>
                    <a:pt x="290" y="6"/>
                    <a:pt x="259"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
            <p:cNvSpPr/>
            <p:nvPr/>
          </p:nvSpPr>
          <p:spPr>
            <a:xfrm>
              <a:off x="5555275" y="1755875"/>
              <a:ext cx="9725" cy="8600"/>
            </a:xfrm>
            <a:custGeom>
              <a:avLst/>
              <a:gdLst/>
              <a:ahLst/>
              <a:cxnLst/>
              <a:rect l="l" t="t" r="r" b="b"/>
              <a:pathLst>
                <a:path w="389" h="344" extrusionOk="0">
                  <a:moveTo>
                    <a:pt x="172" y="1"/>
                  </a:moveTo>
                  <a:cubicBezTo>
                    <a:pt x="114" y="1"/>
                    <a:pt x="53" y="31"/>
                    <a:pt x="23" y="92"/>
                  </a:cubicBezTo>
                  <a:cubicBezTo>
                    <a:pt x="0" y="183"/>
                    <a:pt x="23" y="298"/>
                    <a:pt x="114" y="320"/>
                  </a:cubicBezTo>
                  <a:cubicBezTo>
                    <a:pt x="145" y="336"/>
                    <a:pt x="175" y="343"/>
                    <a:pt x="204" y="343"/>
                  </a:cubicBezTo>
                  <a:cubicBezTo>
                    <a:pt x="261" y="343"/>
                    <a:pt x="312" y="313"/>
                    <a:pt x="343" y="252"/>
                  </a:cubicBezTo>
                  <a:cubicBezTo>
                    <a:pt x="388" y="161"/>
                    <a:pt x="343" y="69"/>
                    <a:pt x="251" y="24"/>
                  </a:cubicBezTo>
                  <a:cubicBezTo>
                    <a:pt x="228"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
            <p:cNvSpPr/>
            <p:nvPr/>
          </p:nvSpPr>
          <p:spPr>
            <a:xfrm>
              <a:off x="5503900" y="1639575"/>
              <a:ext cx="9725" cy="8475"/>
            </a:xfrm>
            <a:custGeom>
              <a:avLst/>
              <a:gdLst/>
              <a:ahLst/>
              <a:cxnLst/>
              <a:rect l="l" t="t" r="r" b="b"/>
              <a:pathLst>
                <a:path w="389" h="339" extrusionOk="0">
                  <a:moveTo>
                    <a:pt x="186" y="1"/>
                  </a:moveTo>
                  <a:cubicBezTo>
                    <a:pt x="125" y="1"/>
                    <a:pt x="57" y="38"/>
                    <a:pt x="24" y="88"/>
                  </a:cubicBezTo>
                  <a:cubicBezTo>
                    <a:pt x="1" y="179"/>
                    <a:pt x="24" y="293"/>
                    <a:pt x="115" y="316"/>
                  </a:cubicBezTo>
                  <a:cubicBezTo>
                    <a:pt x="138" y="331"/>
                    <a:pt x="166" y="339"/>
                    <a:pt x="195" y="339"/>
                  </a:cubicBezTo>
                  <a:cubicBezTo>
                    <a:pt x="252" y="339"/>
                    <a:pt x="313" y="308"/>
                    <a:pt x="343" y="248"/>
                  </a:cubicBezTo>
                  <a:cubicBezTo>
                    <a:pt x="389" y="156"/>
                    <a:pt x="343" y="65"/>
                    <a:pt x="252" y="19"/>
                  </a:cubicBezTo>
                  <a:cubicBezTo>
                    <a:pt x="233" y="7"/>
                    <a:pt x="210" y="1"/>
                    <a:pt x="18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
            <p:cNvSpPr/>
            <p:nvPr/>
          </p:nvSpPr>
          <p:spPr>
            <a:xfrm>
              <a:off x="5700775" y="1631850"/>
              <a:ext cx="7450" cy="6525"/>
            </a:xfrm>
            <a:custGeom>
              <a:avLst/>
              <a:gdLst/>
              <a:ahLst/>
              <a:cxnLst/>
              <a:rect l="l" t="t" r="r" b="b"/>
              <a:pathLst>
                <a:path w="298" h="261" extrusionOk="0">
                  <a:moveTo>
                    <a:pt x="155" y="0"/>
                  </a:moveTo>
                  <a:cubicBezTo>
                    <a:pt x="105" y="0"/>
                    <a:pt x="58" y="26"/>
                    <a:pt x="23" y="77"/>
                  </a:cubicBezTo>
                  <a:cubicBezTo>
                    <a:pt x="1" y="146"/>
                    <a:pt x="23" y="214"/>
                    <a:pt x="92" y="237"/>
                  </a:cubicBezTo>
                  <a:cubicBezTo>
                    <a:pt x="116" y="253"/>
                    <a:pt x="140" y="261"/>
                    <a:pt x="163" y="261"/>
                  </a:cubicBezTo>
                  <a:cubicBezTo>
                    <a:pt x="203" y="261"/>
                    <a:pt x="237" y="236"/>
                    <a:pt x="252" y="191"/>
                  </a:cubicBezTo>
                  <a:cubicBezTo>
                    <a:pt x="297" y="123"/>
                    <a:pt x="275" y="54"/>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
            <p:cNvSpPr/>
            <p:nvPr/>
          </p:nvSpPr>
          <p:spPr>
            <a:xfrm>
              <a:off x="5455400" y="1698275"/>
              <a:ext cx="10875" cy="9575"/>
            </a:xfrm>
            <a:custGeom>
              <a:avLst/>
              <a:gdLst/>
              <a:ahLst/>
              <a:cxnLst/>
              <a:rect l="l" t="t" r="r" b="b"/>
              <a:pathLst>
                <a:path w="435" h="383" extrusionOk="0">
                  <a:moveTo>
                    <a:pt x="207" y="0"/>
                  </a:moveTo>
                  <a:cubicBezTo>
                    <a:pt x="141" y="0"/>
                    <a:pt x="78" y="36"/>
                    <a:pt x="46" y="114"/>
                  </a:cubicBezTo>
                  <a:cubicBezTo>
                    <a:pt x="1" y="205"/>
                    <a:pt x="46" y="319"/>
                    <a:pt x="138" y="365"/>
                  </a:cubicBezTo>
                  <a:cubicBezTo>
                    <a:pt x="162" y="377"/>
                    <a:pt x="188" y="383"/>
                    <a:pt x="214" y="383"/>
                  </a:cubicBezTo>
                  <a:cubicBezTo>
                    <a:pt x="285" y="383"/>
                    <a:pt x="355" y="340"/>
                    <a:pt x="389" y="273"/>
                  </a:cubicBezTo>
                  <a:cubicBezTo>
                    <a:pt x="434" y="182"/>
                    <a:pt x="412" y="68"/>
                    <a:pt x="298" y="22"/>
                  </a:cubicBezTo>
                  <a:cubicBezTo>
                    <a:pt x="269" y="8"/>
                    <a:pt x="237"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
            <p:cNvSpPr/>
            <p:nvPr/>
          </p:nvSpPr>
          <p:spPr>
            <a:xfrm>
              <a:off x="5660275" y="1668550"/>
              <a:ext cx="8000" cy="7125"/>
            </a:xfrm>
            <a:custGeom>
              <a:avLst/>
              <a:gdLst/>
              <a:ahLst/>
              <a:cxnLst/>
              <a:rect l="l" t="t" r="r" b="b"/>
              <a:pathLst>
                <a:path w="320" h="285" extrusionOk="0">
                  <a:moveTo>
                    <a:pt x="150" y="1"/>
                  </a:moveTo>
                  <a:cubicBezTo>
                    <a:pt x="101" y="1"/>
                    <a:pt x="52" y="26"/>
                    <a:pt x="23" y="70"/>
                  </a:cubicBezTo>
                  <a:cubicBezTo>
                    <a:pt x="0" y="161"/>
                    <a:pt x="23" y="230"/>
                    <a:pt x="91" y="275"/>
                  </a:cubicBezTo>
                  <a:cubicBezTo>
                    <a:pt x="108" y="281"/>
                    <a:pt x="127" y="284"/>
                    <a:pt x="146" y="284"/>
                  </a:cubicBezTo>
                  <a:cubicBezTo>
                    <a:pt x="203" y="284"/>
                    <a:pt x="263" y="258"/>
                    <a:pt x="297" y="207"/>
                  </a:cubicBezTo>
                  <a:cubicBezTo>
                    <a:pt x="320" y="139"/>
                    <a:pt x="297" y="47"/>
                    <a:pt x="228" y="24"/>
                  </a:cubicBezTo>
                  <a:cubicBezTo>
                    <a:pt x="204" y="8"/>
                    <a:pt x="177" y="1"/>
                    <a:pt x="15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
            <p:cNvSpPr/>
            <p:nvPr/>
          </p:nvSpPr>
          <p:spPr>
            <a:xfrm>
              <a:off x="6747325" y="1892825"/>
              <a:ext cx="10850" cy="9175"/>
            </a:xfrm>
            <a:custGeom>
              <a:avLst/>
              <a:gdLst/>
              <a:ahLst/>
              <a:cxnLst/>
              <a:rect l="l" t="t" r="r" b="b"/>
              <a:pathLst>
                <a:path w="434" h="367" extrusionOk="0">
                  <a:moveTo>
                    <a:pt x="201" y="1"/>
                  </a:moveTo>
                  <a:cubicBezTo>
                    <a:pt x="137" y="1"/>
                    <a:pt x="76" y="31"/>
                    <a:pt x="46" y="92"/>
                  </a:cubicBezTo>
                  <a:cubicBezTo>
                    <a:pt x="0" y="184"/>
                    <a:pt x="23" y="298"/>
                    <a:pt x="137" y="343"/>
                  </a:cubicBezTo>
                  <a:cubicBezTo>
                    <a:pt x="168" y="358"/>
                    <a:pt x="201" y="366"/>
                    <a:pt x="233" y="366"/>
                  </a:cubicBezTo>
                  <a:cubicBezTo>
                    <a:pt x="297" y="366"/>
                    <a:pt x="358" y="336"/>
                    <a:pt x="388" y="275"/>
                  </a:cubicBezTo>
                  <a:cubicBezTo>
                    <a:pt x="434" y="161"/>
                    <a:pt x="388" y="69"/>
                    <a:pt x="297" y="24"/>
                  </a:cubicBezTo>
                  <a:cubicBezTo>
                    <a:pt x="267" y="9"/>
                    <a:pt x="234" y="1"/>
                    <a:pt x="2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
            <p:cNvSpPr/>
            <p:nvPr/>
          </p:nvSpPr>
          <p:spPr>
            <a:xfrm>
              <a:off x="5404050" y="1840450"/>
              <a:ext cx="12000" cy="10175"/>
            </a:xfrm>
            <a:custGeom>
              <a:avLst/>
              <a:gdLst/>
              <a:ahLst/>
              <a:cxnLst/>
              <a:rect l="l" t="t" r="r" b="b"/>
              <a:pathLst>
                <a:path w="480" h="407" extrusionOk="0">
                  <a:moveTo>
                    <a:pt x="252" y="1"/>
                  </a:moveTo>
                  <a:cubicBezTo>
                    <a:pt x="171" y="1"/>
                    <a:pt x="96" y="43"/>
                    <a:pt x="46" y="110"/>
                  </a:cubicBezTo>
                  <a:cubicBezTo>
                    <a:pt x="0" y="224"/>
                    <a:pt x="46" y="338"/>
                    <a:pt x="160" y="384"/>
                  </a:cubicBezTo>
                  <a:cubicBezTo>
                    <a:pt x="189" y="398"/>
                    <a:pt x="223" y="406"/>
                    <a:pt x="256" y="406"/>
                  </a:cubicBezTo>
                  <a:cubicBezTo>
                    <a:pt x="329" y="406"/>
                    <a:pt x="403" y="371"/>
                    <a:pt x="434" y="293"/>
                  </a:cubicBezTo>
                  <a:cubicBezTo>
                    <a:pt x="480" y="201"/>
                    <a:pt x="434" y="64"/>
                    <a:pt x="343" y="19"/>
                  </a:cubicBezTo>
                  <a:cubicBezTo>
                    <a:pt x="312" y="7"/>
                    <a:pt x="282" y="1"/>
                    <a:pt x="2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
            <p:cNvSpPr/>
            <p:nvPr/>
          </p:nvSpPr>
          <p:spPr>
            <a:xfrm>
              <a:off x="5437725" y="1862025"/>
              <a:ext cx="8000" cy="5725"/>
            </a:xfrm>
            <a:custGeom>
              <a:avLst/>
              <a:gdLst/>
              <a:ahLst/>
              <a:cxnLst/>
              <a:rect l="l" t="t" r="r" b="b"/>
              <a:pathLst>
                <a:path w="320" h="229" extrusionOk="0">
                  <a:moveTo>
                    <a:pt x="127" y="0"/>
                  </a:moveTo>
                  <a:cubicBezTo>
                    <a:pt x="71" y="0"/>
                    <a:pt x="15" y="31"/>
                    <a:pt x="0" y="92"/>
                  </a:cubicBezTo>
                  <a:lnTo>
                    <a:pt x="297" y="229"/>
                  </a:lnTo>
                  <a:cubicBezTo>
                    <a:pt x="320" y="160"/>
                    <a:pt x="297" y="46"/>
                    <a:pt x="206" y="23"/>
                  </a:cubicBezTo>
                  <a:cubicBezTo>
                    <a:pt x="183" y="8"/>
                    <a:pt x="155" y="0"/>
                    <a:pt x="12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
            <p:cNvSpPr/>
            <p:nvPr/>
          </p:nvSpPr>
          <p:spPr>
            <a:xfrm>
              <a:off x="5393200" y="1309200"/>
              <a:ext cx="10300" cy="9250"/>
            </a:xfrm>
            <a:custGeom>
              <a:avLst/>
              <a:gdLst/>
              <a:ahLst/>
              <a:cxnLst/>
              <a:rect l="l" t="t" r="r" b="b"/>
              <a:pathLst>
                <a:path w="412" h="370" extrusionOk="0">
                  <a:moveTo>
                    <a:pt x="221" y="1"/>
                  </a:moveTo>
                  <a:cubicBezTo>
                    <a:pt x="150" y="1"/>
                    <a:pt x="80" y="43"/>
                    <a:pt x="46" y="110"/>
                  </a:cubicBezTo>
                  <a:cubicBezTo>
                    <a:pt x="1" y="201"/>
                    <a:pt x="46" y="315"/>
                    <a:pt x="138" y="361"/>
                  </a:cubicBezTo>
                  <a:cubicBezTo>
                    <a:pt x="159" y="366"/>
                    <a:pt x="181" y="369"/>
                    <a:pt x="202" y="369"/>
                  </a:cubicBezTo>
                  <a:cubicBezTo>
                    <a:pt x="270" y="369"/>
                    <a:pt x="331" y="339"/>
                    <a:pt x="366" y="270"/>
                  </a:cubicBezTo>
                  <a:cubicBezTo>
                    <a:pt x="412" y="178"/>
                    <a:pt x="389" y="64"/>
                    <a:pt x="298" y="18"/>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
            <p:cNvSpPr/>
            <p:nvPr/>
          </p:nvSpPr>
          <p:spPr>
            <a:xfrm>
              <a:off x="5412600" y="1296075"/>
              <a:ext cx="10875" cy="9250"/>
            </a:xfrm>
            <a:custGeom>
              <a:avLst/>
              <a:gdLst/>
              <a:ahLst/>
              <a:cxnLst/>
              <a:rect l="l" t="t" r="r" b="b"/>
              <a:pathLst>
                <a:path w="435" h="370" extrusionOk="0">
                  <a:moveTo>
                    <a:pt x="221" y="1"/>
                  </a:moveTo>
                  <a:cubicBezTo>
                    <a:pt x="150" y="1"/>
                    <a:pt x="80" y="43"/>
                    <a:pt x="47" y="110"/>
                  </a:cubicBezTo>
                  <a:cubicBezTo>
                    <a:pt x="1" y="201"/>
                    <a:pt x="47" y="315"/>
                    <a:pt x="138" y="361"/>
                  </a:cubicBezTo>
                  <a:cubicBezTo>
                    <a:pt x="159" y="366"/>
                    <a:pt x="182" y="369"/>
                    <a:pt x="205" y="369"/>
                  </a:cubicBezTo>
                  <a:cubicBezTo>
                    <a:pt x="279" y="369"/>
                    <a:pt x="354" y="339"/>
                    <a:pt x="389" y="270"/>
                  </a:cubicBezTo>
                  <a:cubicBezTo>
                    <a:pt x="435"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
            <p:cNvSpPr/>
            <p:nvPr/>
          </p:nvSpPr>
          <p:spPr>
            <a:xfrm>
              <a:off x="5279075" y="1423000"/>
              <a:ext cx="8600" cy="7650"/>
            </a:xfrm>
            <a:custGeom>
              <a:avLst/>
              <a:gdLst/>
              <a:ahLst/>
              <a:cxnLst/>
              <a:rect l="l" t="t" r="r" b="b"/>
              <a:pathLst>
                <a:path w="344" h="306" extrusionOk="0">
                  <a:moveTo>
                    <a:pt x="174" y="0"/>
                  </a:moveTo>
                  <a:cubicBezTo>
                    <a:pt x="118" y="0"/>
                    <a:pt x="58" y="26"/>
                    <a:pt x="24" y="77"/>
                  </a:cubicBezTo>
                  <a:cubicBezTo>
                    <a:pt x="1" y="168"/>
                    <a:pt x="24" y="260"/>
                    <a:pt x="92" y="283"/>
                  </a:cubicBezTo>
                  <a:cubicBezTo>
                    <a:pt x="122" y="298"/>
                    <a:pt x="153" y="305"/>
                    <a:pt x="181" y="305"/>
                  </a:cubicBezTo>
                  <a:cubicBezTo>
                    <a:pt x="237" y="305"/>
                    <a:pt x="282" y="275"/>
                    <a:pt x="297" y="214"/>
                  </a:cubicBezTo>
                  <a:cubicBezTo>
                    <a:pt x="343" y="146"/>
                    <a:pt x="297" y="54"/>
                    <a:pt x="229" y="9"/>
                  </a:cubicBezTo>
                  <a:cubicBezTo>
                    <a:pt x="212"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
            <p:cNvSpPr/>
            <p:nvPr/>
          </p:nvSpPr>
          <p:spPr>
            <a:xfrm>
              <a:off x="5434300" y="1240400"/>
              <a:ext cx="9150" cy="7850"/>
            </a:xfrm>
            <a:custGeom>
              <a:avLst/>
              <a:gdLst/>
              <a:ahLst/>
              <a:cxnLst/>
              <a:rect l="l" t="t" r="r" b="b"/>
              <a:pathLst>
                <a:path w="366" h="314" extrusionOk="0">
                  <a:moveTo>
                    <a:pt x="197" y="0"/>
                  </a:moveTo>
                  <a:cubicBezTo>
                    <a:pt x="140" y="0"/>
                    <a:pt x="80" y="26"/>
                    <a:pt x="46" y="77"/>
                  </a:cubicBezTo>
                  <a:cubicBezTo>
                    <a:pt x="0" y="168"/>
                    <a:pt x="46" y="260"/>
                    <a:pt x="114" y="305"/>
                  </a:cubicBezTo>
                  <a:cubicBezTo>
                    <a:pt x="131" y="311"/>
                    <a:pt x="149" y="314"/>
                    <a:pt x="169" y="314"/>
                  </a:cubicBezTo>
                  <a:cubicBezTo>
                    <a:pt x="232" y="314"/>
                    <a:pt x="302" y="284"/>
                    <a:pt x="320" y="214"/>
                  </a:cubicBezTo>
                  <a:cubicBezTo>
                    <a:pt x="365" y="146"/>
                    <a:pt x="320" y="54"/>
                    <a:pt x="251" y="9"/>
                  </a:cubicBezTo>
                  <a:cubicBezTo>
                    <a:pt x="234"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
            <p:cNvSpPr/>
            <p:nvPr/>
          </p:nvSpPr>
          <p:spPr>
            <a:xfrm>
              <a:off x="5283075" y="1674400"/>
              <a:ext cx="11450" cy="10150"/>
            </a:xfrm>
            <a:custGeom>
              <a:avLst/>
              <a:gdLst/>
              <a:ahLst/>
              <a:cxnLst/>
              <a:rect l="l" t="t" r="r" b="b"/>
              <a:pathLst>
                <a:path w="458" h="406" extrusionOk="0">
                  <a:moveTo>
                    <a:pt x="239" y="1"/>
                  </a:moveTo>
                  <a:cubicBezTo>
                    <a:pt x="162" y="1"/>
                    <a:pt x="80" y="43"/>
                    <a:pt x="46" y="110"/>
                  </a:cubicBezTo>
                  <a:cubicBezTo>
                    <a:pt x="1" y="224"/>
                    <a:pt x="46" y="338"/>
                    <a:pt x="137" y="384"/>
                  </a:cubicBezTo>
                  <a:cubicBezTo>
                    <a:pt x="174" y="398"/>
                    <a:pt x="210" y="406"/>
                    <a:pt x="244" y="406"/>
                  </a:cubicBezTo>
                  <a:cubicBezTo>
                    <a:pt x="317" y="406"/>
                    <a:pt x="380" y="371"/>
                    <a:pt x="411" y="293"/>
                  </a:cubicBezTo>
                  <a:cubicBezTo>
                    <a:pt x="457" y="201"/>
                    <a:pt x="411" y="64"/>
                    <a:pt x="320" y="19"/>
                  </a:cubicBezTo>
                  <a:cubicBezTo>
                    <a:pt x="296" y="6"/>
                    <a:pt x="268" y="1"/>
                    <a:pt x="23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
            <p:cNvSpPr/>
            <p:nvPr/>
          </p:nvSpPr>
          <p:spPr>
            <a:xfrm>
              <a:off x="5496500" y="1491800"/>
              <a:ext cx="10300" cy="8925"/>
            </a:xfrm>
            <a:custGeom>
              <a:avLst/>
              <a:gdLst/>
              <a:ahLst/>
              <a:cxnLst/>
              <a:rect l="l" t="t" r="r" b="b"/>
              <a:pathLst>
                <a:path w="412" h="357" extrusionOk="0">
                  <a:moveTo>
                    <a:pt x="202" y="1"/>
                  </a:moveTo>
                  <a:cubicBezTo>
                    <a:pt x="137" y="1"/>
                    <a:pt x="79" y="43"/>
                    <a:pt x="46" y="110"/>
                  </a:cubicBezTo>
                  <a:cubicBezTo>
                    <a:pt x="0" y="178"/>
                    <a:pt x="46" y="292"/>
                    <a:pt x="114" y="338"/>
                  </a:cubicBezTo>
                  <a:cubicBezTo>
                    <a:pt x="139" y="350"/>
                    <a:pt x="165" y="356"/>
                    <a:pt x="191" y="356"/>
                  </a:cubicBezTo>
                  <a:cubicBezTo>
                    <a:pt x="262" y="356"/>
                    <a:pt x="332" y="314"/>
                    <a:pt x="365" y="247"/>
                  </a:cubicBezTo>
                  <a:cubicBezTo>
                    <a:pt x="411" y="156"/>
                    <a:pt x="365" y="64"/>
                    <a:pt x="274" y="19"/>
                  </a:cubicBezTo>
                  <a:cubicBezTo>
                    <a:pt x="250" y="6"/>
                    <a:pt x="225"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
            <p:cNvSpPr/>
            <p:nvPr/>
          </p:nvSpPr>
          <p:spPr>
            <a:xfrm>
              <a:off x="5640875" y="1408500"/>
              <a:ext cx="10850" cy="9575"/>
            </a:xfrm>
            <a:custGeom>
              <a:avLst/>
              <a:gdLst/>
              <a:ahLst/>
              <a:cxnLst/>
              <a:rect l="l" t="t" r="r" b="b"/>
              <a:pathLst>
                <a:path w="434" h="383" extrusionOk="0">
                  <a:moveTo>
                    <a:pt x="220" y="0"/>
                  </a:moveTo>
                  <a:cubicBezTo>
                    <a:pt x="149" y="0"/>
                    <a:pt x="79" y="43"/>
                    <a:pt x="46" y="109"/>
                  </a:cubicBezTo>
                  <a:cubicBezTo>
                    <a:pt x="0" y="201"/>
                    <a:pt x="46" y="315"/>
                    <a:pt x="137" y="360"/>
                  </a:cubicBezTo>
                  <a:cubicBezTo>
                    <a:pt x="166" y="375"/>
                    <a:pt x="197" y="383"/>
                    <a:pt x="228" y="383"/>
                  </a:cubicBezTo>
                  <a:cubicBezTo>
                    <a:pt x="294" y="383"/>
                    <a:pt x="357" y="347"/>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
            <p:cNvSpPr/>
            <p:nvPr/>
          </p:nvSpPr>
          <p:spPr>
            <a:xfrm>
              <a:off x="5762400" y="1344825"/>
              <a:ext cx="9150" cy="8100"/>
            </a:xfrm>
            <a:custGeom>
              <a:avLst/>
              <a:gdLst/>
              <a:ahLst/>
              <a:cxnLst/>
              <a:rect l="l" t="t" r="r" b="b"/>
              <a:pathLst>
                <a:path w="366" h="324" extrusionOk="0">
                  <a:moveTo>
                    <a:pt x="198" y="0"/>
                  </a:moveTo>
                  <a:cubicBezTo>
                    <a:pt x="135" y="0"/>
                    <a:pt x="64" y="30"/>
                    <a:pt x="46" y="100"/>
                  </a:cubicBezTo>
                  <a:cubicBezTo>
                    <a:pt x="1" y="168"/>
                    <a:pt x="24" y="283"/>
                    <a:pt x="115" y="305"/>
                  </a:cubicBezTo>
                  <a:cubicBezTo>
                    <a:pt x="140" y="318"/>
                    <a:pt x="166" y="324"/>
                    <a:pt x="190" y="324"/>
                  </a:cubicBezTo>
                  <a:cubicBezTo>
                    <a:pt x="254" y="324"/>
                    <a:pt x="310" y="286"/>
                    <a:pt x="343" y="237"/>
                  </a:cubicBezTo>
                  <a:cubicBezTo>
                    <a:pt x="366" y="146"/>
                    <a:pt x="343" y="54"/>
                    <a:pt x="252" y="9"/>
                  </a:cubicBezTo>
                  <a:cubicBezTo>
                    <a:pt x="236" y="3"/>
                    <a:pt x="217" y="0"/>
                    <a:pt x="19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
            <p:cNvSpPr/>
            <p:nvPr/>
          </p:nvSpPr>
          <p:spPr>
            <a:xfrm>
              <a:off x="5733875" y="1357700"/>
              <a:ext cx="11450" cy="10150"/>
            </a:xfrm>
            <a:custGeom>
              <a:avLst/>
              <a:gdLst/>
              <a:ahLst/>
              <a:cxnLst/>
              <a:rect l="l" t="t" r="r" b="b"/>
              <a:pathLst>
                <a:path w="458" h="406" extrusionOk="0">
                  <a:moveTo>
                    <a:pt x="230" y="1"/>
                  </a:moveTo>
                  <a:cubicBezTo>
                    <a:pt x="150" y="1"/>
                    <a:pt x="80" y="43"/>
                    <a:pt x="46" y="110"/>
                  </a:cubicBezTo>
                  <a:cubicBezTo>
                    <a:pt x="1" y="224"/>
                    <a:pt x="46" y="338"/>
                    <a:pt x="137" y="384"/>
                  </a:cubicBezTo>
                  <a:cubicBezTo>
                    <a:pt x="166" y="398"/>
                    <a:pt x="200" y="406"/>
                    <a:pt x="234" y="406"/>
                  </a:cubicBezTo>
                  <a:cubicBezTo>
                    <a:pt x="306" y="406"/>
                    <a:pt x="380" y="371"/>
                    <a:pt x="411" y="293"/>
                  </a:cubicBezTo>
                  <a:cubicBezTo>
                    <a:pt x="457" y="201"/>
                    <a:pt x="411" y="64"/>
                    <a:pt x="320" y="19"/>
                  </a:cubicBezTo>
                  <a:cubicBezTo>
                    <a:pt x="289"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
            <p:cNvSpPr/>
            <p:nvPr/>
          </p:nvSpPr>
          <p:spPr>
            <a:xfrm>
              <a:off x="5775525" y="1357000"/>
              <a:ext cx="6875" cy="5950"/>
            </a:xfrm>
            <a:custGeom>
              <a:avLst/>
              <a:gdLst/>
              <a:ahLst/>
              <a:cxnLst/>
              <a:rect l="l" t="t" r="r" b="b"/>
              <a:pathLst>
                <a:path w="275" h="238" extrusionOk="0">
                  <a:moveTo>
                    <a:pt x="129" y="0"/>
                  </a:moveTo>
                  <a:cubicBezTo>
                    <a:pt x="95" y="0"/>
                    <a:pt x="61" y="25"/>
                    <a:pt x="46" y="69"/>
                  </a:cubicBezTo>
                  <a:cubicBezTo>
                    <a:pt x="1" y="115"/>
                    <a:pt x="24" y="184"/>
                    <a:pt x="92" y="229"/>
                  </a:cubicBezTo>
                  <a:cubicBezTo>
                    <a:pt x="103" y="235"/>
                    <a:pt x="116" y="238"/>
                    <a:pt x="130" y="238"/>
                  </a:cubicBezTo>
                  <a:cubicBezTo>
                    <a:pt x="171" y="238"/>
                    <a:pt x="218" y="212"/>
                    <a:pt x="252" y="161"/>
                  </a:cubicBezTo>
                  <a:cubicBezTo>
                    <a:pt x="275" y="115"/>
                    <a:pt x="252" y="47"/>
                    <a:pt x="183" y="24"/>
                  </a:cubicBezTo>
                  <a:cubicBezTo>
                    <a:pt x="167" y="8"/>
                    <a:pt x="148"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
            <p:cNvSpPr/>
            <p:nvPr/>
          </p:nvSpPr>
          <p:spPr>
            <a:xfrm>
              <a:off x="5747000" y="1368775"/>
              <a:ext cx="8025" cy="6975"/>
            </a:xfrm>
            <a:custGeom>
              <a:avLst/>
              <a:gdLst/>
              <a:ahLst/>
              <a:cxnLst/>
              <a:rect l="l" t="t" r="r" b="b"/>
              <a:pathLst>
                <a:path w="321" h="279" extrusionOk="0">
                  <a:moveTo>
                    <a:pt x="175" y="1"/>
                  </a:moveTo>
                  <a:cubicBezTo>
                    <a:pt x="119" y="1"/>
                    <a:pt x="63" y="26"/>
                    <a:pt x="46" y="78"/>
                  </a:cubicBezTo>
                  <a:cubicBezTo>
                    <a:pt x="1" y="146"/>
                    <a:pt x="46" y="238"/>
                    <a:pt x="115" y="260"/>
                  </a:cubicBezTo>
                  <a:cubicBezTo>
                    <a:pt x="134" y="273"/>
                    <a:pt x="153" y="279"/>
                    <a:pt x="172" y="279"/>
                  </a:cubicBezTo>
                  <a:cubicBezTo>
                    <a:pt x="220" y="279"/>
                    <a:pt x="264" y="241"/>
                    <a:pt x="297" y="192"/>
                  </a:cubicBezTo>
                  <a:cubicBezTo>
                    <a:pt x="320" y="123"/>
                    <a:pt x="297" y="55"/>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
            <p:cNvSpPr/>
            <p:nvPr/>
          </p:nvSpPr>
          <p:spPr>
            <a:xfrm>
              <a:off x="5304750" y="1697675"/>
              <a:ext cx="10300" cy="9025"/>
            </a:xfrm>
            <a:custGeom>
              <a:avLst/>
              <a:gdLst/>
              <a:ahLst/>
              <a:cxnLst/>
              <a:rect l="l" t="t" r="r" b="b"/>
              <a:pathLst>
                <a:path w="412" h="361" extrusionOk="0">
                  <a:moveTo>
                    <a:pt x="180" y="1"/>
                  </a:moveTo>
                  <a:cubicBezTo>
                    <a:pt x="118" y="1"/>
                    <a:pt x="62" y="31"/>
                    <a:pt x="47" y="92"/>
                  </a:cubicBezTo>
                  <a:cubicBezTo>
                    <a:pt x="1" y="183"/>
                    <a:pt x="24" y="297"/>
                    <a:pt x="115" y="343"/>
                  </a:cubicBezTo>
                  <a:cubicBezTo>
                    <a:pt x="139" y="355"/>
                    <a:pt x="166" y="361"/>
                    <a:pt x="192" y="361"/>
                  </a:cubicBezTo>
                  <a:cubicBezTo>
                    <a:pt x="263" y="361"/>
                    <a:pt x="333" y="319"/>
                    <a:pt x="366" y="252"/>
                  </a:cubicBezTo>
                  <a:cubicBezTo>
                    <a:pt x="412" y="160"/>
                    <a:pt x="366" y="69"/>
                    <a:pt x="275" y="23"/>
                  </a:cubicBezTo>
                  <a:cubicBezTo>
                    <a:pt x="244" y="8"/>
                    <a:pt x="211" y="1"/>
                    <a:pt x="18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
            <p:cNvSpPr/>
            <p:nvPr/>
          </p:nvSpPr>
          <p:spPr>
            <a:xfrm>
              <a:off x="5763550" y="1498550"/>
              <a:ext cx="11425" cy="9950"/>
            </a:xfrm>
            <a:custGeom>
              <a:avLst/>
              <a:gdLst/>
              <a:ahLst/>
              <a:cxnLst/>
              <a:rect l="l" t="t" r="r" b="b"/>
              <a:pathLst>
                <a:path w="457" h="398" extrusionOk="0">
                  <a:moveTo>
                    <a:pt x="214" y="0"/>
                  </a:moveTo>
                  <a:cubicBezTo>
                    <a:pt x="140" y="0"/>
                    <a:pt x="77" y="36"/>
                    <a:pt x="46" y="114"/>
                  </a:cubicBezTo>
                  <a:cubicBezTo>
                    <a:pt x="0" y="205"/>
                    <a:pt x="46" y="319"/>
                    <a:pt x="137" y="365"/>
                  </a:cubicBezTo>
                  <a:cubicBezTo>
                    <a:pt x="167" y="387"/>
                    <a:pt x="201" y="397"/>
                    <a:pt x="235" y="397"/>
                  </a:cubicBezTo>
                  <a:cubicBezTo>
                    <a:pt x="307" y="397"/>
                    <a:pt x="380" y="351"/>
                    <a:pt x="411" y="274"/>
                  </a:cubicBezTo>
                  <a:cubicBezTo>
                    <a:pt x="457" y="182"/>
                    <a:pt x="411" y="68"/>
                    <a:pt x="320" y="22"/>
                  </a:cubicBezTo>
                  <a:cubicBezTo>
                    <a:pt x="284" y="8"/>
                    <a:pt x="248"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
            <p:cNvSpPr/>
            <p:nvPr/>
          </p:nvSpPr>
          <p:spPr>
            <a:xfrm>
              <a:off x="5637450" y="1448650"/>
              <a:ext cx="5725" cy="5050"/>
            </a:xfrm>
            <a:custGeom>
              <a:avLst/>
              <a:gdLst/>
              <a:ahLst/>
              <a:cxnLst/>
              <a:rect l="l" t="t" r="r" b="b"/>
              <a:pathLst>
                <a:path w="229" h="202" extrusionOk="0">
                  <a:moveTo>
                    <a:pt x="120" y="1"/>
                  </a:moveTo>
                  <a:cubicBezTo>
                    <a:pt x="81" y="1"/>
                    <a:pt x="40" y="22"/>
                    <a:pt x="23" y="55"/>
                  </a:cubicBezTo>
                  <a:cubicBezTo>
                    <a:pt x="0" y="101"/>
                    <a:pt x="23" y="170"/>
                    <a:pt x="69" y="192"/>
                  </a:cubicBezTo>
                  <a:cubicBezTo>
                    <a:pt x="81" y="199"/>
                    <a:pt x="95" y="201"/>
                    <a:pt x="109" y="201"/>
                  </a:cubicBezTo>
                  <a:cubicBezTo>
                    <a:pt x="148" y="201"/>
                    <a:pt x="189" y="180"/>
                    <a:pt x="205" y="147"/>
                  </a:cubicBezTo>
                  <a:cubicBezTo>
                    <a:pt x="228" y="101"/>
                    <a:pt x="205" y="33"/>
                    <a:pt x="160" y="10"/>
                  </a:cubicBezTo>
                  <a:cubicBezTo>
                    <a:pt x="148" y="4"/>
                    <a:pt x="134" y="1"/>
                    <a:pt x="1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
            <p:cNvSpPr/>
            <p:nvPr/>
          </p:nvSpPr>
          <p:spPr>
            <a:xfrm>
              <a:off x="5318450" y="1533125"/>
              <a:ext cx="8600" cy="7850"/>
            </a:xfrm>
            <a:custGeom>
              <a:avLst/>
              <a:gdLst/>
              <a:ahLst/>
              <a:cxnLst/>
              <a:rect l="l" t="t" r="r" b="b"/>
              <a:pathLst>
                <a:path w="344" h="314" extrusionOk="0">
                  <a:moveTo>
                    <a:pt x="188" y="1"/>
                  </a:moveTo>
                  <a:cubicBezTo>
                    <a:pt x="120" y="1"/>
                    <a:pt x="58" y="31"/>
                    <a:pt x="24" y="100"/>
                  </a:cubicBezTo>
                  <a:cubicBezTo>
                    <a:pt x="1" y="169"/>
                    <a:pt x="24" y="260"/>
                    <a:pt x="115" y="306"/>
                  </a:cubicBezTo>
                  <a:cubicBezTo>
                    <a:pt x="131" y="311"/>
                    <a:pt x="148" y="314"/>
                    <a:pt x="166" y="314"/>
                  </a:cubicBezTo>
                  <a:cubicBezTo>
                    <a:pt x="224" y="314"/>
                    <a:pt x="285" y="284"/>
                    <a:pt x="320" y="214"/>
                  </a:cubicBezTo>
                  <a:cubicBezTo>
                    <a:pt x="343" y="146"/>
                    <a:pt x="320" y="55"/>
                    <a:pt x="252" y="9"/>
                  </a:cubicBezTo>
                  <a:cubicBezTo>
                    <a:pt x="230" y="4"/>
                    <a:pt x="209" y="1"/>
                    <a:pt x="18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
            <p:cNvSpPr/>
            <p:nvPr/>
          </p:nvSpPr>
          <p:spPr>
            <a:xfrm>
              <a:off x="5992950" y="1251800"/>
              <a:ext cx="8575" cy="7550"/>
            </a:xfrm>
            <a:custGeom>
              <a:avLst/>
              <a:gdLst/>
              <a:ahLst/>
              <a:cxnLst/>
              <a:rect l="l" t="t" r="r" b="b"/>
              <a:pathLst>
                <a:path w="343" h="302" extrusionOk="0">
                  <a:moveTo>
                    <a:pt x="174" y="1"/>
                  </a:moveTo>
                  <a:cubicBezTo>
                    <a:pt x="119" y="1"/>
                    <a:pt x="63" y="26"/>
                    <a:pt x="46" y="78"/>
                  </a:cubicBezTo>
                  <a:cubicBezTo>
                    <a:pt x="0" y="146"/>
                    <a:pt x="46" y="237"/>
                    <a:pt x="114" y="283"/>
                  </a:cubicBezTo>
                  <a:cubicBezTo>
                    <a:pt x="133" y="296"/>
                    <a:pt x="154" y="301"/>
                    <a:pt x="176" y="301"/>
                  </a:cubicBezTo>
                  <a:cubicBezTo>
                    <a:pt x="230" y="301"/>
                    <a:pt x="287" y="264"/>
                    <a:pt x="320" y="215"/>
                  </a:cubicBezTo>
                  <a:cubicBezTo>
                    <a:pt x="343" y="146"/>
                    <a:pt x="320"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
            <p:cNvSpPr/>
            <p:nvPr/>
          </p:nvSpPr>
          <p:spPr>
            <a:xfrm>
              <a:off x="5697350" y="1384525"/>
              <a:ext cx="10300" cy="8900"/>
            </a:xfrm>
            <a:custGeom>
              <a:avLst/>
              <a:gdLst/>
              <a:ahLst/>
              <a:cxnLst/>
              <a:rect l="l" t="t" r="r" b="b"/>
              <a:pathLst>
                <a:path w="412" h="356" extrusionOk="0">
                  <a:moveTo>
                    <a:pt x="202" y="1"/>
                  </a:moveTo>
                  <a:cubicBezTo>
                    <a:pt x="138" y="1"/>
                    <a:pt x="80" y="43"/>
                    <a:pt x="46" y="110"/>
                  </a:cubicBezTo>
                  <a:cubicBezTo>
                    <a:pt x="1" y="178"/>
                    <a:pt x="46" y="292"/>
                    <a:pt x="115" y="338"/>
                  </a:cubicBezTo>
                  <a:cubicBezTo>
                    <a:pt x="139" y="350"/>
                    <a:pt x="165" y="356"/>
                    <a:pt x="191" y="356"/>
                  </a:cubicBezTo>
                  <a:cubicBezTo>
                    <a:pt x="262" y="356"/>
                    <a:pt x="332" y="314"/>
                    <a:pt x="366" y="247"/>
                  </a:cubicBezTo>
                  <a:cubicBezTo>
                    <a:pt x="412" y="178"/>
                    <a:pt x="366" y="64"/>
                    <a:pt x="275" y="18"/>
                  </a:cubicBezTo>
                  <a:cubicBezTo>
                    <a:pt x="250" y="6"/>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
            <p:cNvSpPr/>
            <p:nvPr/>
          </p:nvSpPr>
          <p:spPr>
            <a:xfrm>
              <a:off x="5722475" y="1373550"/>
              <a:ext cx="8575" cy="7450"/>
            </a:xfrm>
            <a:custGeom>
              <a:avLst/>
              <a:gdLst/>
              <a:ahLst/>
              <a:cxnLst/>
              <a:rect l="l" t="t" r="r" b="b"/>
              <a:pathLst>
                <a:path w="343" h="298" extrusionOk="0">
                  <a:moveTo>
                    <a:pt x="178" y="1"/>
                  </a:moveTo>
                  <a:cubicBezTo>
                    <a:pt x="127" y="1"/>
                    <a:pt x="76" y="31"/>
                    <a:pt x="46" y="92"/>
                  </a:cubicBezTo>
                  <a:cubicBezTo>
                    <a:pt x="0" y="161"/>
                    <a:pt x="46" y="252"/>
                    <a:pt x="114" y="275"/>
                  </a:cubicBezTo>
                  <a:cubicBezTo>
                    <a:pt x="137" y="290"/>
                    <a:pt x="162" y="298"/>
                    <a:pt x="188" y="298"/>
                  </a:cubicBezTo>
                  <a:cubicBezTo>
                    <a:pt x="238" y="298"/>
                    <a:pt x="289" y="267"/>
                    <a:pt x="320" y="206"/>
                  </a:cubicBezTo>
                  <a:cubicBezTo>
                    <a:pt x="342" y="138"/>
                    <a:pt x="320" y="47"/>
                    <a:pt x="251" y="24"/>
                  </a:cubicBezTo>
                  <a:cubicBezTo>
                    <a:pt x="228" y="9"/>
                    <a:pt x="203"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
            <p:cNvSpPr/>
            <p:nvPr/>
          </p:nvSpPr>
          <p:spPr>
            <a:xfrm>
              <a:off x="5906200" y="1296625"/>
              <a:ext cx="9725" cy="8375"/>
            </a:xfrm>
            <a:custGeom>
              <a:avLst/>
              <a:gdLst/>
              <a:ahLst/>
              <a:cxnLst/>
              <a:rect l="l" t="t" r="r" b="b"/>
              <a:pathLst>
                <a:path w="389" h="335" extrusionOk="0">
                  <a:moveTo>
                    <a:pt x="199" y="1"/>
                  </a:moveTo>
                  <a:cubicBezTo>
                    <a:pt x="136" y="1"/>
                    <a:pt x="79" y="38"/>
                    <a:pt x="46" y="88"/>
                  </a:cubicBezTo>
                  <a:cubicBezTo>
                    <a:pt x="1" y="179"/>
                    <a:pt x="46" y="270"/>
                    <a:pt x="115" y="316"/>
                  </a:cubicBezTo>
                  <a:cubicBezTo>
                    <a:pt x="140" y="329"/>
                    <a:pt x="166" y="334"/>
                    <a:pt x="190" y="334"/>
                  </a:cubicBezTo>
                  <a:cubicBezTo>
                    <a:pt x="254" y="334"/>
                    <a:pt x="310" y="297"/>
                    <a:pt x="343" y="248"/>
                  </a:cubicBezTo>
                  <a:cubicBezTo>
                    <a:pt x="389" y="156"/>
                    <a:pt x="343" y="65"/>
                    <a:pt x="275" y="19"/>
                  </a:cubicBezTo>
                  <a:cubicBezTo>
                    <a:pt x="249" y="7"/>
                    <a:pt x="224"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
            <p:cNvSpPr/>
            <p:nvPr/>
          </p:nvSpPr>
          <p:spPr>
            <a:xfrm>
              <a:off x="5542150" y="1355875"/>
              <a:ext cx="10300" cy="9050"/>
            </a:xfrm>
            <a:custGeom>
              <a:avLst/>
              <a:gdLst/>
              <a:ahLst/>
              <a:cxnLst/>
              <a:rect l="l" t="t" r="r" b="b"/>
              <a:pathLst>
                <a:path w="412" h="362" extrusionOk="0">
                  <a:moveTo>
                    <a:pt x="179" y="0"/>
                  </a:moveTo>
                  <a:cubicBezTo>
                    <a:pt x="117" y="0"/>
                    <a:pt x="61" y="31"/>
                    <a:pt x="46" y="92"/>
                  </a:cubicBezTo>
                  <a:cubicBezTo>
                    <a:pt x="0" y="183"/>
                    <a:pt x="23" y="297"/>
                    <a:pt x="114" y="343"/>
                  </a:cubicBezTo>
                  <a:cubicBezTo>
                    <a:pt x="140" y="355"/>
                    <a:pt x="167" y="361"/>
                    <a:pt x="194" y="361"/>
                  </a:cubicBezTo>
                  <a:cubicBezTo>
                    <a:pt x="264" y="361"/>
                    <a:pt x="333" y="324"/>
                    <a:pt x="365" y="274"/>
                  </a:cubicBezTo>
                  <a:cubicBezTo>
                    <a:pt x="411" y="183"/>
                    <a:pt x="365" y="69"/>
                    <a:pt x="274" y="23"/>
                  </a:cubicBezTo>
                  <a:cubicBezTo>
                    <a:pt x="244" y="8"/>
                    <a:pt x="211" y="0"/>
                    <a:pt x="17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
            <p:cNvSpPr/>
            <p:nvPr/>
          </p:nvSpPr>
          <p:spPr>
            <a:xfrm>
              <a:off x="6186950" y="1940200"/>
              <a:ext cx="9175" cy="7900"/>
            </a:xfrm>
            <a:custGeom>
              <a:avLst/>
              <a:gdLst/>
              <a:ahLst/>
              <a:cxnLst/>
              <a:rect l="l" t="t" r="r" b="b"/>
              <a:pathLst>
                <a:path w="367" h="316" extrusionOk="0">
                  <a:moveTo>
                    <a:pt x="178" y="0"/>
                  </a:moveTo>
                  <a:cubicBezTo>
                    <a:pt x="128" y="0"/>
                    <a:pt x="77" y="31"/>
                    <a:pt x="46" y="92"/>
                  </a:cubicBezTo>
                  <a:cubicBezTo>
                    <a:pt x="1" y="160"/>
                    <a:pt x="46" y="251"/>
                    <a:pt x="115" y="297"/>
                  </a:cubicBezTo>
                  <a:cubicBezTo>
                    <a:pt x="140" y="310"/>
                    <a:pt x="166" y="316"/>
                    <a:pt x="190" y="316"/>
                  </a:cubicBezTo>
                  <a:cubicBezTo>
                    <a:pt x="252" y="316"/>
                    <a:pt x="304" y="278"/>
                    <a:pt x="320" y="229"/>
                  </a:cubicBezTo>
                  <a:cubicBezTo>
                    <a:pt x="366" y="137"/>
                    <a:pt x="343" y="46"/>
                    <a:pt x="252" y="23"/>
                  </a:cubicBezTo>
                  <a:cubicBezTo>
                    <a:pt x="229" y="8"/>
                    <a:pt x="204"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
            <p:cNvSpPr/>
            <p:nvPr/>
          </p:nvSpPr>
          <p:spPr>
            <a:xfrm>
              <a:off x="6139600" y="1815900"/>
              <a:ext cx="10300" cy="8925"/>
            </a:xfrm>
            <a:custGeom>
              <a:avLst/>
              <a:gdLst/>
              <a:ahLst/>
              <a:cxnLst/>
              <a:rect l="l" t="t" r="r" b="b"/>
              <a:pathLst>
                <a:path w="412" h="357" extrusionOk="0">
                  <a:moveTo>
                    <a:pt x="217" y="1"/>
                  </a:moveTo>
                  <a:cubicBezTo>
                    <a:pt x="147" y="1"/>
                    <a:pt x="79" y="38"/>
                    <a:pt x="46" y="88"/>
                  </a:cubicBezTo>
                  <a:cubicBezTo>
                    <a:pt x="0" y="179"/>
                    <a:pt x="46" y="293"/>
                    <a:pt x="137" y="339"/>
                  </a:cubicBezTo>
                  <a:cubicBezTo>
                    <a:pt x="162" y="351"/>
                    <a:pt x="188" y="357"/>
                    <a:pt x="213" y="357"/>
                  </a:cubicBezTo>
                  <a:cubicBezTo>
                    <a:pt x="283" y="357"/>
                    <a:pt x="349" y="314"/>
                    <a:pt x="366" y="248"/>
                  </a:cubicBezTo>
                  <a:cubicBezTo>
                    <a:pt x="411" y="156"/>
                    <a:pt x="388" y="65"/>
                    <a:pt x="297" y="19"/>
                  </a:cubicBezTo>
                  <a:cubicBezTo>
                    <a:pt x="272" y="7"/>
                    <a:pt x="244" y="1"/>
                    <a:pt x="2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
            <p:cNvSpPr/>
            <p:nvPr/>
          </p:nvSpPr>
          <p:spPr>
            <a:xfrm>
              <a:off x="5478225" y="1580475"/>
              <a:ext cx="6875" cy="5600"/>
            </a:xfrm>
            <a:custGeom>
              <a:avLst/>
              <a:gdLst/>
              <a:ahLst/>
              <a:cxnLst/>
              <a:rect l="l" t="t" r="r" b="b"/>
              <a:pathLst>
                <a:path w="275" h="224" extrusionOk="0">
                  <a:moveTo>
                    <a:pt x="129" y="1"/>
                  </a:moveTo>
                  <a:cubicBezTo>
                    <a:pt x="81" y="1"/>
                    <a:pt x="40" y="22"/>
                    <a:pt x="24" y="55"/>
                  </a:cubicBezTo>
                  <a:cubicBezTo>
                    <a:pt x="1" y="124"/>
                    <a:pt x="24" y="192"/>
                    <a:pt x="69" y="215"/>
                  </a:cubicBezTo>
                  <a:cubicBezTo>
                    <a:pt x="88" y="221"/>
                    <a:pt x="106" y="224"/>
                    <a:pt x="123" y="224"/>
                  </a:cubicBezTo>
                  <a:cubicBezTo>
                    <a:pt x="171" y="224"/>
                    <a:pt x="212" y="203"/>
                    <a:pt x="229" y="169"/>
                  </a:cubicBezTo>
                  <a:cubicBezTo>
                    <a:pt x="275" y="101"/>
                    <a:pt x="252" y="32"/>
                    <a:pt x="183" y="9"/>
                  </a:cubicBezTo>
                  <a:cubicBezTo>
                    <a:pt x="165"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
            <p:cNvSpPr/>
            <p:nvPr/>
          </p:nvSpPr>
          <p:spPr>
            <a:xfrm>
              <a:off x="5567825" y="1510500"/>
              <a:ext cx="9725" cy="8600"/>
            </a:xfrm>
            <a:custGeom>
              <a:avLst/>
              <a:gdLst/>
              <a:ahLst/>
              <a:cxnLst/>
              <a:rect l="l" t="t" r="r" b="b"/>
              <a:pathLst>
                <a:path w="389" h="344" extrusionOk="0">
                  <a:moveTo>
                    <a:pt x="179" y="1"/>
                  </a:moveTo>
                  <a:cubicBezTo>
                    <a:pt x="114" y="1"/>
                    <a:pt x="54" y="31"/>
                    <a:pt x="23" y="92"/>
                  </a:cubicBezTo>
                  <a:cubicBezTo>
                    <a:pt x="0" y="184"/>
                    <a:pt x="23" y="298"/>
                    <a:pt x="114" y="321"/>
                  </a:cubicBezTo>
                  <a:cubicBezTo>
                    <a:pt x="145" y="336"/>
                    <a:pt x="175" y="343"/>
                    <a:pt x="204" y="343"/>
                  </a:cubicBezTo>
                  <a:cubicBezTo>
                    <a:pt x="262" y="343"/>
                    <a:pt x="312" y="313"/>
                    <a:pt x="343" y="252"/>
                  </a:cubicBezTo>
                  <a:cubicBezTo>
                    <a:pt x="388" y="161"/>
                    <a:pt x="343" y="69"/>
                    <a:pt x="274" y="24"/>
                  </a:cubicBezTo>
                  <a:cubicBezTo>
                    <a:pt x="244" y="9"/>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
            <p:cNvSpPr/>
            <p:nvPr/>
          </p:nvSpPr>
          <p:spPr>
            <a:xfrm>
              <a:off x="5613475" y="1620175"/>
              <a:ext cx="8000" cy="7225"/>
            </a:xfrm>
            <a:custGeom>
              <a:avLst/>
              <a:gdLst/>
              <a:ahLst/>
              <a:cxnLst/>
              <a:rect l="l" t="t" r="r" b="b"/>
              <a:pathLst>
                <a:path w="320" h="289" extrusionOk="0">
                  <a:moveTo>
                    <a:pt x="167" y="1"/>
                  </a:moveTo>
                  <a:cubicBezTo>
                    <a:pt x="113" y="1"/>
                    <a:pt x="56" y="38"/>
                    <a:pt x="23" y="88"/>
                  </a:cubicBezTo>
                  <a:cubicBezTo>
                    <a:pt x="0" y="156"/>
                    <a:pt x="23" y="248"/>
                    <a:pt x="92" y="270"/>
                  </a:cubicBezTo>
                  <a:cubicBezTo>
                    <a:pt x="111" y="283"/>
                    <a:pt x="132" y="289"/>
                    <a:pt x="153" y="289"/>
                  </a:cubicBezTo>
                  <a:cubicBezTo>
                    <a:pt x="208" y="289"/>
                    <a:pt x="264" y="251"/>
                    <a:pt x="297" y="202"/>
                  </a:cubicBezTo>
                  <a:cubicBezTo>
                    <a:pt x="320" y="133"/>
                    <a:pt x="297" y="65"/>
                    <a:pt x="229" y="19"/>
                  </a:cubicBezTo>
                  <a:cubicBezTo>
                    <a:pt x="210" y="7"/>
                    <a:pt x="189" y="1"/>
                    <a:pt x="16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
            <p:cNvSpPr/>
            <p:nvPr/>
          </p:nvSpPr>
          <p:spPr>
            <a:xfrm>
              <a:off x="6384975" y="2316600"/>
              <a:ext cx="6875" cy="5375"/>
            </a:xfrm>
            <a:custGeom>
              <a:avLst/>
              <a:gdLst/>
              <a:ahLst/>
              <a:cxnLst/>
              <a:rect l="l" t="t" r="r" b="b"/>
              <a:pathLst>
                <a:path w="275" h="215" extrusionOk="0">
                  <a:moveTo>
                    <a:pt x="129" y="1"/>
                  </a:moveTo>
                  <a:cubicBezTo>
                    <a:pt x="73" y="1"/>
                    <a:pt x="17" y="26"/>
                    <a:pt x="0" y="78"/>
                  </a:cubicBezTo>
                  <a:lnTo>
                    <a:pt x="251" y="214"/>
                  </a:lnTo>
                  <a:cubicBezTo>
                    <a:pt x="274" y="146"/>
                    <a:pt x="251" y="55"/>
                    <a:pt x="183" y="9"/>
                  </a:cubicBezTo>
                  <a:cubicBezTo>
                    <a:pt x="166"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
            <p:cNvSpPr/>
            <p:nvPr/>
          </p:nvSpPr>
          <p:spPr>
            <a:xfrm>
              <a:off x="5201475" y="1509350"/>
              <a:ext cx="8025" cy="7100"/>
            </a:xfrm>
            <a:custGeom>
              <a:avLst/>
              <a:gdLst/>
              <a:ahLst/>
              <a:cxnLst/>
              <a:rect l="l" t="t" r="r" b="b"/>
              <a:pathLst>
                <a:path w="321" h="284" extrusionOk="0">
                  <a:moveTo>
                    <a:pt x="150" y="0"/>
                  </a:moveTo>
                  <a:cubicBezTo>
                    <a:pt x="101" y="0"/>
                    <a:pt x="53" y="26"/>
                    <a:pt x="23" y="70"/>
                  </a:cubicBezTo>
                  <a:cubicBezTo>
                    <a:pt x="1" y="138"/>
                    <a:pt x="23" y="230"/>
                    <a:pt x="92" y="275"/>
                  </a:cubicBezTo>
                  <a:cubicBezTo>
                    <a:pt x="109" y="281"/>
                    <a:pt x="127" y="284"/>
                    <a:pt x="146" y="284"/>
                  </a:cubicBezTo>
                  <a:cubicBezTo>
                    <a:pt x="202" y="284"/>
                    <a:pt x="257" y="258"/>
                    <a:pt x="274" y="207"/>
                  </a:cubicBezTo>
                  <a:cubicBezTo>
                    <a:pt x="320" y="138"/>
                    <a:pt x="297" y="47"/>
                    <a:pt x="229" y="24"/>
                  </a:cubicBezTo>
                  <a:cubicBezTo>
                    <a:pt x="205" y="8"/>
                    <a:pt x="177" y="0"/>
                    <a:pt x="15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
            <p:cNvSpPr/>
            <p:nvPr/>
          </p:nvSpPr>
          <p:spPr>
            <a:xfrm>
              <a:off x="5187775" y="1534250"/>
              <a:ext cx="6300" cy="5600"/>
            </a:xfrm>
            <a:custGeom>
              <a:avLst/>
              <a:gdLst/>
              <a:ahLst/>
              <a:cxnLst/>
              <a:rect l="l" t="t" r="r" b="b"/>
              <a:pathLst>
                <a:path w="252" h="224" extrusionOk="0">
                  <a:moveTo>
                    <a:pt x="129" y="1"/>
                  </a:moveTo>
                  <a:cubicBezTo>
                    <a:pt x="81" y="1"/>
                    <a:pt x="40" y="22"/>
                    <a:pt x="24" y="55"/>
                  </a:cubicBezTo>
                  <a:cubicBezTo>
                    <a:pt x="1" y="124"/>
                    <a:pt x="24" y="192"/>
                    <a:pt x="69" y="215"/>
                  </a:cubicBezTo>
                  <a:cubicBezTo>
                    <a:pt x="86" y="221"/>
                    <a:pt x="103" y="224"/>
                    <a:pt x="120" y="224"/>
                  </a:cubicBezTo>
                  <a:cubicBezTo>
                    <a:pt x="169" y="224"/>
                    <a:pt x="212" y="198"/>
                    <a:pt x="229" y="147"/>
                  </a:cubicBezTo>
                  <a:cubicBezTo>
                    <a:pt x="252" y="101"/>
                    <a:pt x="229" y="32"/>
                    <a:pt x="183" y="10"/>
                  </a:cubicBezTo>
                  <a:cubicBezTo>
                    <a:pt x="165" y="4"/>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
            <p:cNvSpPr/>
            <p:nvPr/>
          </p:nvSpPr>
          <p:spPr>
            <a:xfrm>
              <a:off x="5635725" y="1965325"/>
              <a:ext cx="9725" cy="6850"/>
            </a:xfrm>
            <a:custGeom>
              <a:avLst/>
              <a:gdLst/>
              <a:ahLst/>
              <a:cxnLst/>
              <a:rect l="l" t="t" r="r" b="b"/>
              <a:pathLst>
                <a:path w="389" h="274" extrusionOk="0">
                  <a:moveTo>
                    <a:pt x="161" y="0"/>
                  </a:moveTo>
                  <a:cubicBezTo>
                    <a:pt x="95" y="0"/>
                    <a:pt x="32" y="36"/>
                    <a:pt x="1" y="114"/>
                  </a:cubicBezTo>
                  <a:lnTo>
                    <a:pt x="343" y="274"/>
                  </a:lnTo>
                  <a:cubicBezTo>
                    <a:pt x="389" y="182"/>
                    <a:pt x="366" y="68"/>
                    <a:pt x="252" y="23"/>
                  </a:cubicBezTo>
                  <a:cubicBezTo>
                    <a:pt x="223" y="8"/>
                    <a:pt x="192"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
            <p:cNvSpPr/>
            <p:nvPr/>
          </p:nvSpPr>
          <p:spPr>
            <a:xfrm>
              <a:off x="6372425" y="1720300"/>
              <a:ext cx="8575" cy="7525"/>
            </a:xfrm>
            <a:custGeom>
              <a:avLst/>
              <a:gdLst/>
              <a:ahLst/>
              <a:cxnLst/>
              <a:rect l="l" t="t" r="r" b="b"/>
              <a:pathLst>
                <a:path w="343" h="301" extrusionOk="0">
                  <a:moveTo>
                    <a:pt x="174" y="0"/>
                  </a:moveTo>
                  <a:cubicBezTo>
                    <a:pt x="117" y="0"/>
                    <a:pt x="57" y="26"/>
                    <a:pt x="23" y="77"/>
                  </a:cubicBezTo>
                  <a:cubicBezTo>
                    <a:pt x="0" y="168"/>
                    <a:pt x="23" y="260"/>
                    <a:pt x="114" y="283"/>
                  </a:cubicBezTo>
                  <a:cubicBezTo>
                    <a:pt x="133" y="295"/>
                    <a:pt x="154" y="301"/>
                    <a:pt x="175" y="301"/>
                  </a:cubicBezTo>
                  <a:cubicBezTo>
                    <a:pt x="228" y="301"/>
                    <a:pt x="280" y="263"/>
                    <a:pt x="297" y="214"/>
                  </a:cubicBezTo>
                  <a:cubicBezTo>
                    <a:pt x="342" y="146"/>
                    <a:pt x="297" y="54"/>
                    <a:pt x="228" y="9"/>
                  </a:cubicBezTo>
                  <a:cubicBezTo>
                    <a:pt x="211"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
            <p:cNvSpPr/>
            <p:nvPr/>
          </p:nvSpPr>
          <p:spPr>
            <a:xfrm>
              <a:off x="6505375" y="1711725"/>
              <a:ext cx="8575" cy="7550"/>
            </a:xfrm>
            <a:custGeom>
              <a:avLst/>
              <a:gdLst/>
              <a:ahLst/>
              <a:cxnLst/>
              <a:rect l="l" t="t" r="r" b="b"/>
              <a:pathLst>
                <a:path w="343" h="302" extrusionOk="0">
                  <a:moveTo>
                    <a:pt x="174" y="1"/>
                  </a:moveTo>
                  <a:cubicBezTo>
                    <a:pt x="117" y="1"/>
                    <a:pt x="57" y="26"/>
                    <a:pt x="23" y="78"/>
                  </a:cubicBezTo>
                  <a:cubicBezTo>
                    <a:pt x="0" y="169"/>
                    <a:pt x="23" y="238"/>
                    <a:pt x="92" y="283"/>
                  </a:cubicBezTo>
                  <a:cubicBezTo>
                    <a:pt x="117" y="296"/>
                    <a:pt x="143" y="302"/>
                    <a:pt x="167" y="302"/>
                  </a:cubicBezTo>
                  <a:cubicBezTo>
                    <a:pt x="229" y="302"/>
                    <a:pt x="281" y="264"/>
                    <a:pt x="297" y="215"/>
                  </a:cubicBezTo>
                  <a:cubicBezTo>
                    <a:pt x="343" y="146"/>
                    <a:pt x="320" y="55"/>
                    <a:pt x="229"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
            <p:cNvSpPr/>
            <p:nvPr/>
          </p:nvSpPr>
          <p:spPr>
            <a:xfrm>
              <a:off x="6101375" y="1756575"/>
              <a:ext cx="10850" cy="9475"/>
            </a:xfrm>
            <a:custGeom>
              <a:avLst/>
              <a:gdLst/>
              <a:ahLst/>
              <a:cxnLst/>
              <a:rect l="l" t="t" r="r" b="b"/>
              <a:pathLst>
                <a:path w="434" h="379" extrusionOk="0">
                  <a:moveTo>
                    <a:pt x="220" y="1"/>
                  </a:moveTo>
                  <a:cubicBezTo>
                    <a:pt x="149" y="1"/>
                    <a:pt x="79" y="43"/>
                    <a:pt x="46" y="110"/>
                  </a:cubicBezTo>
                  <a:cubicBezTo>
                    <a:pt x="0" y="201"/>
                    <a:pt x="46" y="315"/>
                    <a:pt x="137" y="361"/>
                  </a:cubicBezTo>
                  <a:cubicBezTo>
                    <a:pt x="161" y="373"/>
                    <a:pt x="188" y="379"/>
                    <a:pt x="214" y="379"/>
                  </a:cubicBezTo>
                  <a:cubicBezTo>
                    <a:pt x="285" y="379"/>
                    <a:pt x="355" y="336"/>
                    <a:pt x="388" y="270"/>
                  </a:cubicBezTo>
                  <a:cubicBezTo>
                    <a:pt x="434" y="178"/>
                    <a:pt x="388" y="64"/>
                    <a:pt x="297" y="18"/>
                  </a:cubicBezTo>
                  <a:cubicBezTo>
                    <a:pt x="272" y="6"/>
                    <a:pt x="246"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
            <p:cNvSpPr/>
            <p:nvPr/>
          </p:nvSpPr>
          <p:spPr>
            <a:xfrm>
              <a:off x="6251450" y="1740850"/>
              <a:ext cx="9725" cy="8425"/>
            </a:xfrm>
            <a:custGeom>
              <a:avLst/>
              <a:gdLst/>
              <a:ahLst/>
              <a:cxnLst/>
              <a:rect l="l" t="t" r="r" b="b"/>
              <a:pathLst>
                <a:path w="389" h="337" extrusionOk="0">
                  <a:moveTo>
                    <a:pt x="197" y="0"/>
                  </a:moveTo>
                  <a:cubicBezTo>
                    <a:pt x="134" y="0"/>
                    <a:pt x="63" y="30"/>
                    <a:pt x="46" y="100"/>
                  </a:cubicBezTo>
                  <a:cubicBezTo>
                    <a:pt x="0" y="168"/>
                    <a:pt x="23" y="282"/>
                    <a:pt x="114" y="328"/>
                  </a:cubicBezTo>
                  <a:cubicBezTo>
                    <a:pt x="136" y="333"/>
                    <a:pt x="157" y="336"/>
                    <a:pt x="178" y="336"/>
                  </a:cubicBezTo>
                  <a:cubicBezTo>
                    <a:pt x="246" y="336"/>
                    <a:pt x="308" y="306"/>
                    <a:pt x="342" y="237"/>
                  </a:cubicBezTo>
                  <a:cubicBezTo>
                    <a:pt x="388" y="168"/>
                    <a:pt x="342" y="54"/>
                    <a:pt x="251" y="8"/>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
            <p:cNvSpPr/>
            <p:nvPr/>
          </p:nvSpPr>
          <p:spPr>
            <a:xfrm>
              <a:off x="5610625" y="1938050"/>
              <a:ext cx="9725" cy="8650"/>
            </a:xfrm>
            <a:custGeom>
              <a:avLst/>
              <a:gdLst/>
              <a:ahLst/>
              <a:cxnLst/>
              <a:rect l="l" t="t" r="r" b="b"/>
              <a:pathLst>
                <a:path w="389" h="346" extrusionOk="0">
                  <a:moveTo>
                    <a:pt x="189" y="0"/>
                  </a:moveTo>
                  <a:cubicBezTo>
                    <a:pt x="128" y="0"/>
                    <a:pt x="63" y="42"/>
                    <a:pt x="46" y="109"/>
                  </a:cubicBezTo>
                  <a:cubicBezTo>
                    <a:pt x="0" y="178"/>
                    <a:pt x="23" y="292"/>
                    <a:pt x="114" y="337"/>
                  </a:cubicBezTo>
                  <a:cubicBezTo>
                    <a:pt x="136" y="343"/>
                    <a:pt x="157" y="346"/>
                    <a:pt x="178" y="346"/>
                  </a:cubicBezTo>
                  <a:cubicBezTo>
                    <a:pt x="246" y="346"/>
                    <a:pt x="308" y="316"/>
                    <a:pt x="343" y="246"/>
                  </a:cubicBezTo>
                  <a:cubicBezTo>
                    <a:pt x="388" y="178"/>
                    <a:pt x="343" y="64"/>
                    <a:pt x="251" y="18"/>
                  </a:cubicBezTo>
                  <a:cubicBezTo>
                    <a:pt x="233" y="6"/>
                    <a:pt x="211"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
            <p:cNvSpPr/>
            <p:nvPr/>
          </p:nvSpPr>
          <p:spPr>
            <a:xfrm>
              <a:off x="6083675" y="1881975"/>
              <a:ext cx="6300" cy="5775"/>
            </a:xfrm>
            <a:custGeom>
              <a:avLst/>
              <a:gdLst/>
              <a:ahLst/>
              <a:cxnLst/>
              <a:rect l="l" t="t" r="r" b="b"/>
              <a:pathLst>
                <a:path w="252" h="231" extrusionOk="0">
                  <a:moveTo>
                    <a:pt x="106" y="0"/>
                  </a:moveTo>
                  <a:cubicBezTo>
                    <a:pt x="72" y="0"/>
                    <a:pt x="38" y="25"/>
                    <a:pt x="23" y="70"/>
                  </a:cubicBezTo>
                  <a:cubicBezTo>
                    <a:pt x="0" y="115"/>
                    <a:pt x="23" y="184"/>
                    <a:pt x="69" y="207"/>
                  </a:cubicBezTo>
                  <a:cubicBezTo>
                    <a:pt x="93" y="223"/>
                    <a:pt x="115" y="230"/>
                    <a:pt x="134" y="230"/>
                  </a:cubicBezTo>
                  <a:cubicBezTo>
                    <a:pt x="170" y="230"/>
                    <a:pt x="199" y="205"/>
                    <a:pt x="229" y="161"/>
                  </a:cubicBezTo>
                  <a:cubicBezTo>
                    <a:pt x="252" y="115"/>
                    <a:pt x="229" y="47"/>
                    <a:pt x="160" y="24"/>
                  </a:cubicBezTo>
                  <a:cubicBezTo>
                    <a:pt x="144" y="8"/>
                    <a:pt x="125" y="0"/>
                    <a:pt x="1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
            <p:cNvSpPr/>
            <p:nvPr/>
          </p:nvSpPr>
          <p:spPr>
            <a:xfrm>
              <a:off x="6080250" y="1867825"/>
              <a:ext cx="7450" cy="6225"/>
            </a:xfrm>
            <a:custGeom>
              <a:avLst/>
              <a:gdLst/>
              <a:ahLst/>
              <a:cxnLst/>
              <a:rect l="l" t="t" r="r" b="b"/>
              <a:pathLst>
                <a:path w="298" h="249" extrusionOk="0">
                  <a:moveTo>
                    <a:pt x="147" y="1"/>
                  </a:moveTo>
                  <a:cubicBezTo>
                    <a:pt x="101" y="1"/>
                    <a:pt x="62" y="33"/>
                    <a:pt x="46" y="65"/>
                  </a:cubicBezTo>
                  <a:cubicBezTo>
                    <a:pt x="0" y="134"/>
                    <a:pt x="46" y="202"/>
                    <a:pt x="92" y="225"/>
                  </a:cubicBezTo>
                  <a:cubicBezTo>
                    <a:pt x="116" y="241"/>
                    <a:pt x="140" y="249"/>
                    <a:pt x="164" y="249"/>
                  </a:cubicBezTo>
                  <a:cubicBezTo>
                    <a:pt x="206" y="249"/>
                    <a:pt x="245" y="223"/>
                    <a:pt x="274" y="179"/>
                  </a:cubicBezTo>
                  <a:cubicBezTo>
                    <a:pt x="297" y="111"/>
                    <a:pt x="274" y="42"/>
                    <a:pt x="206" y="19"/>
                  </a:cubicBezTo>
                  <a:cubicBezTo>
                    <a:pt x="186" y="6"/>
                    <a:pt x="166"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
            <p:cNvSpPr/>
            <p:nvPr/>
          </p:nvSpPr>
          <p:spPr>
            <a:xfrm>
              <a:off x="5512475" y="1362275"/>
              <a:ext cx="10850" cy="9575"/>
            </a:xfrm>
            <a:custGeom>
              <a:avLst/>
              <a:gdLst/>
              <a:ahLst/>
              <a:cxnLst/>
              <a:rect l="l" t="t" r="r" b="b"/>
              <a:pathLst>
                <a:path w="434" h="383" extrusionOk="0">
                  <a:moveTo>
                    <a:pt x="220" y="0"/>
                  </a:moveTo>
                  <a:cubicBezTo>
                    <a:pt x="149" y="0"/>
                    <a:pt x="79" y="43"/>
                    <a:pt x="46" y="110"/>
                  </a:cubicBezTo>
                  <a:cubicBezTo>
                    <a:pt x="0" y="201"/>
                    <a:pt x="46" y="315"/>
                    <a:pt x="137" y="361"/>
                  </a:cubicBezTo>
                  <a:cubicBezTo>
                    <a:pt x="166" y="375"/>
                    <a:pt x="197" y="383"/>
                    <a:pt x="228" y="383"/>
                  </a:cubicBezTo>
                  <a:cubicBezTo>
                    <a:pt x="294" y="383"/>
                    <a:pt x="357" y="347"/>
                    <a:pt x="388" y="269"/>
                  </a:cubicBezTo>
                  <a:cubicBezTo>
                    <a:pt x="434" y="178"/>
                    <a:pt x="388" y="64"/>
                    <a:pt x="297" y="18"/>
                  </a:cubicBezTo>
                  <a:cubicBezTo>
                    <a:pt x="273"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
            <p:cNvSpPr/>
            <p:nvPr/>
          </p:nvSpPr>
          <p:spPr>
            <a:xfrm>
              <a:off x="5345850" y="1593050"/>
              <a:ext cx="10300" cy="8800"/>
            </a:xfrm>
            <a:custGeom>
              <a:avLst/>
              <a:gdLst/>
              <a:ahLst/>
              <a:cxnLst/>
              <a:rect l="l" t="t" r="r" b="b"/>
              <a:pathLst>
                <a:path w="412" h="352" extrusionOk="0">
                  <a:moveTo>
                    <a:pt x="230" y="0"/>
                  </a:moveTo>
                  <a:cubicBezTo>
                    <a:pt x="156" y="0"/>
                    <a:pt x="81" y="30"/>
                    <a:pt x="46" y="100"/>
                  </a:cubicBezTo>
                  <a:cubicBezTo>
                    <a:pt x="0" y="191"/>
                    <a:pt x="46" y="305"/>
                    <a:pt x="137" y="328"/>
                  </a:cubicBezTo>
                  <a:cubicBezTo>
                    <a:pt x="168" y="343"/>
                    <a:pt x="198" y="351"/>
                    <a:pt x="227" y="351"/>
                  </a:cubicBezTo>
                  <a:cubicBezTo>
                    <a:pt x="284" y="351"/>
                    <a:pt x="335" y="321"/>
                    <a:pt x="366" y="260"/>
                  </a:cubicBezTo>
                  <a:cubicBezTo>
                    <a:pt x="411" y="168"/>
                    <a:pt x="388" y="54"/>
                    <a:pt x="297" y="9"/>
                  </a:cubicBezTo>
                  <a:cubicBezTo>
                    <a:pt x="275" y="3"/>
                    <a:pt x="253"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
            <p:cNvSpPr/>
            <p:nvPr/>
          </p:nvSpPr>
          <p:spPr>
            <a:xfrm>
              <a:off x="5846850" y="1798800"/>
              <a:ext cx="11450" cy="9600"/>
            </a:xfrm>
            <a:custGeom>
              <a:avLst/>
              <a:gdLst/>
              <a:ahLst/>
              <a:cxnLst/>
              <a:rect l="l" t="t" r="r" b="b"/>
              <a:pathLst>
                <a:path w="458" h="384" extrusionOk="0">
                  <a:moveTo>
                    <a:pt x="240" y="1"/>
                  </a:moveTo>
                  <a:cubicBezTo>
                    <a:pt x="162" y="1"/>
                    <a:pt x="80" y="43"/>
                    <a:pt x="47" y="110"/>
                  </a:cubicBezTo>
                  <a:cubicBezTo>
                    <a:pt x="1" y="201"/>
                    <a:pt x="47" y="315"/>
                    <a:pt x="138" y="361"/>
                  </a:cubicBezTo>
                  <a:cubicBezTo>
                    <a:pt x="176" y="376"/>
                    <a:pt x="214" y="384"/>
                    <a:pt x="249" y="384"/>
                  </a:cubicBezTo>
                  <a:cubicBezTo>
                    <a:pt x="320" y="384"/>
                    <a:pt x="381" y="353"/>
                    <a:pt x="412" y="292"/>
                  </a:cubicBezTo>
                  <a:cubicBezTo>
                    <a:pt x="457" y="178"/>
                    <a:pt x="412" y="64"/>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
            <p:cNvSpPr/>
            <p:nvPr/>
          </p:nvSpPr>
          <p:spPr>
            <a:xfrm>
              <a:off x="5652275" y="1726550"/>
              <a:ext cx="6875" cy="6175"/>
            </a:xfrm>
            <a:custGeom>
              <a:avLst/>
              <a:gdLst/>
              <a:ahLst/>
              <a:cxnLst/>
              <a:rect l="l" t="t" r="r" b="b"/>
              <a:pathLst>
                <a:path w="275" h="247" extrusionOk="0">
                  <a:moveTo>
                    <a:pt x="151" y="1"/>
                  </a:moveTo>
                  <a:cubicBezTo>
                    <a:pt x="102" y="1"/>
                    <a:pt x="57" y="22"/>
                    <a:pt x="23" y="55"/>
                  </a:cubicBezTo>
                  <a:cubicBezTo>
                    <a:pt x="1" y="124"/>
                    <a:pt x="23" y="215"/>
                    <a:pt x="92" y="238"/>
                  </a:cubicBezTo>
                  <a:cubicBezTo>
                    <a:pt x="103" y="244"/>
                    <a:pt x="117" y="247"/>
                    <a:pt x="133" y="247"/>
                  </a:cubicBezTo>
                  <a:cubicBezTo>
                    <a:pt x="179" y="247"/>
                    <a:pt x="234" y="221"/>
                    <a:pt x="252" y="170"/>
                  </a:cubicBezTo>
                  <a:cubicBezTo>
                    <a:pt x="274" y="124"/>
                    <a:pt x="252" y="33"/>
                    <a:pt x="206" y="10"/>
                  </a:cubicBezTo>
                  <a:cubicBezTo>
                    <a:pt x="188" y="4"/>
                    <a:pt x="169"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
            <p:cNvSpPr/>
            <p:nvPr/>
          </p:nvSpPr>
          <p:spPr>
            <a:xfrm>
              <a:off x="5633450" y="1740600"/>
              <a:ext cx="12000" cy="10050"/>
            </a:xfrm>
            <a:custGeom>
              <a:avLst/>
              <a:gdLst/>
              <a:ahLst/>
              <a:cxnLst/>
              <a:rect l="l" t="t" r="r" b="b"/>
              <a:pathLst>
                <a:path w="480" h="402" extrusionOk="0">
                  <a:moveTo>
                    <a:pt x="243" y="0"/>
                  </a:moveTo>
                  <a:cubicBezTo>
                    <a:pt x="172" y="0"/>
                    <a:pt x="102" y="43"/>
                    <a:pt x="69" y="110"/>
                  </a:cubicBezTo>
                  <a:cubicBezTo>
                    <a:pt x="0" y="201"/>
                    <a:pt x="46" y="338"/>
                    <a:pt x="160" y="384"/>
                  </a:cubicBezTo>
                  <a:cubicBezTo>
                    <a:pt x="185" y="396"/>
                    <a:pt x="211" y="401"/>
                    <a:pt x="237" y="401"/>
                  </a:cubicBezTo>
                  <a:cubicBezTo>
                    <a:pt x="308" y="401"/>
                    <a:pt x="378" y="359"/>
                    <a:pt x="411" y="292"/>
                  </a:cubicBezTo>
                  <a:cubicBezTo>
                    <a:pt x="480" y="178"/>
                    <a:pt x="434" y="64"/>
                    <a:pt x="320" y="18"/>
                  </a:cubicBezTo>
                  <a:cubicBezTo>
                    <a:pt x="295" y="6"/>
                    <a:pt x="269" y="0"/>
                    <a:pt x="24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
            <p:cNvSpPr/>
            <p:nvPr/>
          </p:nvSpPr>
          <p:spPr>
            <a:xfrm>
              <a:off x="5787525" y="1397875"/>
              <a:ext cx="6850" cy="5600"/>
            </a:xfrm>
            <a:custGeom>
              <a:avLst/>
              <a:gdLst/>
              <a:ahLst/>
              <a:cxnLst/>
              <a:rect l="l" t="t" r="r" b="b"/>
              <a:pathLst>
                <a:path w="274" h="224" extrusionOk="0">
                  <a:moveTo>
                    <a:pt x="142" y="0"/>
                  </a:moveTo>
                  <a:cubicBezTo>
                    <a:pt x="102" y="0"/>
                    <a:pt x="56" y="22"/>
                    <a:pt x="23" y="55"/>
                  </a:cubicBezTo>
                  <a:cubicBezTo>
                    <a:pt x="0" y="124"/>
                    <a:pt x="23" y="192"/>
                    <a:pt x="91" y="215"/>
                  </a:cubicBezTo>
                  <a:cubicBezTo>
                    <a:pt x="104" y="221"/>
                    <a:pt x="118" y="224"/>
                    <a:pt x="132" y="224"/>
                  </a:cubicBezTo>
                  <a:cubicBezTo>
                    <a:pt x="172" y="224"/>
                    <a:pt x="218" y="203"/>
                    <a:pt x="251" y="169"/>
                  </a:cubicBezTo>
                  <a:cubicBezTo>
                    <a:pt x="274" y="101"/>
                    <a:pt x="251" y="32"/>
                    <a:pt x="183" y="9"/>
                  </a:cubicBezTo>
                  <a:cubicBezTo>
                    <a:pt x="170"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
            <p:cNvSpPr/>
            <p:nvPr/>
          </p:nvSpPr>
          <p:spPr>
            <a:xfrm>
              <a:off x="5448550" y="1407900"/>
              <a:ext cx="9725" cy="8475"/>
            </a:xfrm>
            <a:custGeom>
              <a:avLst/>
              <a:gdLst/>
              <a:ahLst/>
              <a:cxnLst/>
              <a:rect l="l" t="t" r="r" b="b"/>
              <a:pathLst>
                <a:path w="389" h="339" extrusionOk="0">
                  <a:moveTo>
                    <a:pt x="195" y="1"/>
                  </a:moveTo>
                  <a:cubicBezTo>
                    <a:pt x="127" y="1"/>
                    <a:pt x="63" y="38"/>
                    <a:pt x="47" y="88"/>
                  </a:cubicBezTo>
                  <a:cubicBezTo>
                    <a:pt x="1" y="179"/>
                    <a:pt x="24" y="293"/>
                    <a:pt x="115" y="316"/>
                  </a:cubicBezTo>
                  <a:cubicBezTo>
                    <a:pt x="145" y="331"/>
                    <a:pt x="176" y="339"/>
                    <a:pt x="205" y="339"/>
                  </a:cubicBezTo>
                  <a:cubicBezTo>
                    <a:pt x="262" y="339"/>
                    <a:pt x="313" y="308"/>
                    <a:pt x="343" y="248"/>
                  </a:cubicBezTo>
                  <a:cubicBezTo>
                    <a:pt x="389" y="156"/>
                    <a:pt x="343" y="65"/>
                    <a:pt x="275" y="19"/>
                  </a:cubicBezTo>
                  <a:cubicBezTo>
                    <a:pt x="249" y="7"/>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
            <p:cNvSpPr/>
            <p:nvPr/>
          </p:nvSpPr>
          <p:spPr>
            <a:xfrm>
              <a:off x="5371525" y="1557300"/>
              <a:ext cx="8000" cy="7100"/>
            </a:xfrm>
            <a:custGeom>
              <a:avLst/>
              <a:gdLst/>
              <a:ahLst/>
              <a:cxnLst/>
              <a:rect l="l" t="t" r="r" b="b"/>
              <a:pathLst>
                <a:path w="320" h="284" extrusionOk="0">
                  <a:moveTo>
                    <a:pt x="156" y="1"/>
                  </a:moveTo>
                  <a:cubicBezTo>
                    <a:pt x="107" y="1"/>
                    <a:pt x="61" y="31"/>
                    <a:pt x="46" y="92"/>
                  </a:cubicBezTo>
                  <a:cubicBezTo>
                    <a:pt x="0" y="160"/>
                    <a:pt x="23" y="229"/>
                    <a:pt x="115" y="275"/>
                  </a:cubicBezTo>
                  <a:cubicBezTo>
                    <a:pt x="132" y="280"/>
                    <a:pt x="149" y="283"/>
                    <a:pt x="166" y="283"/>
                  </a:cubicBezTo>
                  <a:cubicBezTo>
                    <a:pt x="216" y="283"/>
                    <a:pt x="263" y="257"/>
                    <a:pt x="297" y="206"/>
                  </a:cubicBezTo>
                  <a:cubicBezTo>
                    <a:pt x="320" y="138"/>
                    <a:pt x="297" y="46"/>
                    <a:pt x="229" y="23"/>
                  </a:cubicBezTo>
                  <a:cubicBezTo>
                    <a:pt x="206" y="8"/>
                    <a:pt x="181"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
            <p:cNvSpPr/>
            <p:nvPr/>
          </p:nvSpPr>
          <p:spPr>
            <a:xfrm>
              <a:off x="5711625" y="1884250"/>
              <a:ext cx="8575" cy="7100"/>
            </a:xfrm>
            <a:custGeom>
              <a:avLst/>
              <a:gdLst/>
              <a:ahLst/>
              <a:cxnLst/>
              <a:rect l="l" t="t" r="r" b="b"/>
              <a:pathLst>
                <a:path w="343" h="284" extrusionOk="0">
                  <a:moveTo>
                    <a:pt x="151" y="1"/>
                  </a:moveTo>
                  <a:cubicBezTo>
                    <a:pt x="104" y="1"/>
                    <a:pt x="61" y="26"/>
                    <a:pt x="46" y="70"/>
                  </a:cubicBezTo>
                  <a:cubicBezTo>
                    <a:pt x="0" y="161"/>
                    <a:pt x="46" y="230"/>
                    <a:pt x="114" y="275"/>
                  </a:cubicBezTo>
                  <a:cubicBezTo>
                    <a:pt x="132" y="281"/>
                    <a:pt x="150" y="284"/>
                    <a:pt x="169" y="284"/>
                  </a:cubicBezTo>
                  <a:cubicBezTo>
                    <a:pt x="224" y="284"/>
                    <a:pt x="280" y="258"/>
                    <a:pt x="297" y="207"/>
                  </a:cubicBezTo>
                  <a:cubicBezTo>
                    <a:pt x="343" y="138"/>
                    <a:pt x="297" y="47"/>
                    <a:pt x="229" y="24"/>
                  </a:cubicBezTo>
                  <a:cubicBezTo>
                    <a:pt x="204" y="8"/>
                    <a:pt x="177"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
            <p:cNvSpPr/>
            <p:nvPr/>
          </p:nvSpPr>
          <p:spPr>
            <a:xfrm>
              <a:off x="5778950" y="1384750"/>
              <a:ext cx="11450" cy="10400"/>
            </a:xfrm>
            <a:custGeom>
              <a:avLst/>
              <a:gdLst/>
              <a:ahLst/>
              <a:cxnLst/>
              <a:rect l="l" t="t" r="r" b="b"/>
              <a:pathLst>
                <a:path w="458" h="416" extrusionOk="0">
                  <a:moveTo>
                    <a:pt x="213" y="0"/>
                  </a:moveTo>
                  <a:cubicBezTo>
                    <a:pt x="140" y="0"/>
                    <a:pt x="77" y="46"/>
                    <a:pt x="46" y="124"/>
                  </a:cubicBezTo>
                  <a:cubicBezTo>
                    <a:pt x="1" y="215"/>
                    <a:pt x="24" y="352"/>
                    <a:pt x="138" y="397"/>
                  </a:cubicBezTo>
                  <a:cubicBezTo>
                    <a:pt x="162" y="410"/>
                    <a:pt x="190" y="415"/>
                    <a:pt x="218" y="415"/>
                  </a:cubicBezTo>
                  <a:cubicBezTo>
                    <a:pt x="296" y="415"/>
                    <a:pt x="378" y="373"/>
                    <a:pt x="412" y="306"/>
                  </a:cubicBezTo>
                  <a:cubicBezTo>
                    <a:pt x="457" y="192"/>
                    <a:pt x="412"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
            <p:cNvSpPr/>
            <p:nvPr/>
          </p:nvSpPr>
          <p:spPr>
            <a:xfrm>
              <a:off x="6199500" y="2208750"/>
              <a:ext cx="7450" cy="6425"/>
            </a:xfrm>
            <a:custGeom>
              <a:avLst/>
              <a:gdLst/>
              <a:ahLst/>
              <a:cxnLst/>
              <a:rect l="l" t="t" r="r" b="b"/>
              <a:pathLst>
                <a:path w="298" h="257" extrusionOk="0">
                  <a:moveTo>
                    <a:pt x="152" y="1"/>
                  </a:moveTo>
                  <a:cubicBezTo>
                    <a:pt x="97" y="1"/>
                    <a:pt x="41" y="26"/>
                    <a:pt x="24" y="78"/>
                  </a:cubicBezTo>
                  <a:cubicBezTo>
                    <a:pt x="1" y="123"/>
                    <a:pt x="24" y="215"/>
                    <a:pt x="92" y="237"/>
                  </a:cubicBezTo>
                  <a:cubicBezTo>
                    <a:pt x="112" y="251"/>
                    <a:pt x="132" y="256"/>
                    <a:pt x="151" y="256"/>
                  </a:cubicBezTo>
                  <a:cubicBezTo>
                    <a:pt x="197" y="256"/>
                    <a:pt x="236" y="224"/>
                    <a:pt x="252" y="192"/>
                  </a:cubicBezTo>
                  <a:cubicBezTo>
                    <a:pt x="298" y="123"/>
                    <a:pt x="275" y="32"/>
                    <a:pt x="206" y="9"/>
                  </a:cubicBezTo>
                  <a:cubicBezTo>
                    <a:pt x="189" y="3"/>
                    <a:pt x="171" y="1"/>
                    <a:pt x="1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
            <p:cNvSpPr/>
            <p:nvPr/>
          </p:nvSpPr>
          <p:spPr>
            <a:xfrm>
              <a:off x="5382375" y="1455150"/>
              <a:ext cx="7425" cy="6775"/>
            </a:xfrm>
            <a:custGeom>
              <a:avLst/>
              <a:gdLst/>
              <a:ahLst/>
              <a:cxnLst/>
              <a:rect l="l" t="t" r="r" b="b"/>
              <a:pathLst>
                <a:path w="297" h="271" extrusionOk="0">
                  <a:moveTo>
                    <a:pt x="128" y="0"/>
                  </a:moveTo>
                  <a:cubicBezTo>
                    <a:pt x="81" y="0"/>
                    <a:pt x="38" y="25"/>
                    <a:pt x="23" y="69"/>
                  </a:cubicBezTo>
                  <a:cubicBezTo>
                    <a:pt x="0" y="138"/>
                    <a:pt x="23" y="229"/>
                    <a:pt x="91" y="252"/>
                  </a:cubicBezTo>
                  <a:cubicBezTo>
                    <a:pt x="111" y="265"/>
                    <a:pt x="130" y="270"/>
                    <a:pt x="148" y="270"/>
                  </a:cubicBezTo>
                  <a:cubicBezTo>
                    <a:pt x="196" y="270"/>
                    <a:pt x="241" y="233"/>
                    <a:pt x="274" y="184"/>
                  </a:cubicBezTo>
                  <a:cubicBezTo>
                    <a:pt x="297" y="138"/>
                    <a:pt x="274" y="47"/>
                    <a:pt x="206" y="24"/>
                  </a:cubicBezTo>
                  <a:cubicBezTo>
                    <a:pt x="181" y="8"/>
                    <a:pt x="154" y="0"/>
                    <a:pt x="12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
            <p:cNvSpPr/>
            <p:nvPr/>
          </p:nvSpPr>
          <p:spPr>
            <a:xfrm>
              <a:off x="5525025" y="1479125"/>
              <a:ext cx="9150" cy="8225"/>
            </a:xfrm>
            <a:custGeom>
              <a:avLst/>
              <a:gdLst/>
              <a:ahLst/>
              <a:cxnLst/>
              <a:rect l="l" t="t" r="r" b="b"/>
              <a:pathLst>
                <a:path w="366" h="329" extrusionOk="0">
                  <a:moveTo>
                    <a:pt x="172" y="1"/>
                  </a:moveTo>
                  <a:cubicBezTo>
                    <a:pt x="115" y="1"/>
                    <a:pt x="54" y="31"/>
                    <a:pt x="23" y="92"/>
                  </a:cubicBezTo>
                  <a:cubicBezTo>
                    <a:pt x="0" y="183"/>
                    <a:pt x="23" y="274"/>
                    <a:pt x="115" y="320"/>
                  </a:cubicBezTo>
                  <a:cubicBezTo>
                    <a:pt x="131" y="326"/>
                    <a:pt x="149" y="328"/>
                    <a:pt x="169" y="328"/>
                  </a:cubicBezTo>
                  <a:cubicBezTo>
                    <a:pt x="233" y="328"/>
                    <a:pt x="308" y="299"/>
                    <a:pt x="343" y="229"/>
                  </a:cubicBezTo>
                  <a:cubicBezTo>
                    <a:pt x="366" y="160"/>
                    <a:pt x="343" y="46"/>
                    <a:pt x="252" y="23"/>
                  </a:cubicBezTo>
                  <a:cubicBezTo>
                    <a:pt x="229"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
            <p:cNvSpPr/>
            <p:nvPr/>
          </p:nvSpPr>
          <p:spPr>
            <a:xfrm>
              <a:off x="5456550" y="1496025"/>
              <a:ext cx="7450" cy="6175"/>
            </a:xfrm>
            <a:custGeom>
              <a:avLst/>
              <a:gdLst/>
              <a:ahLst/>
              <a:cxnLst/>
              <a:rect l="l" t="t" r="r" b="b"/>
              <a:pathLst>
                <a:path w="298" h="247" extrusionOk="0">
                  <a:moveTo>
                    <a:pt x="155" y="1"/>
                  </a:moveTo>
                  <a:cubicBezTo>
                    <a:pt x="106" y="1"/>
                    <a:pt x="63" y="26"/>
                    <a:pt x="46" y="78"/>
                  </a:cubicBezTo>
                  <a:cubicBezTo>
                    <a:pt x="0" y="123"/>
                    <a:pt x="46" y="192"/>
                    <a:pt x="92" y="238"/>
                  </a:cubicBezTo>
                  <a:cubicBezTo>
                    <a:pt x="109" y="243"/>
                    <a:pt x="126" y="246"/>
                    <a:pt x="143" y="246"/>
                  </a:cubicBezTo>
                  <a:cubicBezTo>
                    <a:pt x="193" y="246"/>
                    <a:pt x="240" y="220"/>
                    <a:pt x="274" y="169"/>
                  </a:cubicBezTo>
                  <a:cubicBezTo>
                    <a:pt x="297" y="123"/>
                    <a:pt x="274" y="32"/>
                    <a:pt x="206" y="9"/>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
            <p:cNvSpPr/>
            <p:nvPr/>
          </p:nvSpPr>
          <p:spPr>
            <a:xfrm>
              <a:off x="6972725" y="1992475"/>
              <a:ext cx="6875" cy="5600"/>
            </a:xfrm>
            <a:custGeom>
              <a:avLst/>
              <a:gdLst/>
              <a:ahLst/>
              <a:cxnLst/>
              <a:rect l="l" t="t" r="r" b="b"/>
              <a:pathLst>
                <a:path w="275" h="224" extrusionOk="0">
                  <a:moveTo>
                    <a:pt x="129" y="0"/>
                  </a:moveTo>
                  <a:cubicBezTo>
                    <a:pt x="81" y="0"/>
                    <a:pt x="40" y="22"/>
                    <a:pt x="23" y="55"/>
                  </a:cubicBezTo>
                  <a:cubicBezTo>
                    <a:pt x="0" y="123"/>
                    <a:pt x="23" y="192"/>
                    <a:pt x="69" y="215"/>
                  </a:cubicBezTo>
                  <a:cubicBezTo>
                    <a:pt x="87" y="221"/>
                    <a:pt x="105" y="224"/>
                    <a:pt x="123" y="224"/>
                  </a:cubicBezTo>
                  <a:cubicBezTo>
                    <a:pt x="171" y="224"/>
                    <a:pt x="212" y="203"/>
                    <a:pt x="229" y="169"/>
                  </a:cubicBezTo>
                  <a:cubicBezTo>
                    <a:pt x="274" y="101"/>
                    <a:pt x="251" y="32"/>
                    <a:pt x="183" y="9"/>
                  </a:cubicBezTo>
                  <a:cubicBezTo>
                    <a:pt x="165" y="3"/>
                    <a:pt x="146"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
            <p:cNvSpPr/>
            <p:nvPr/>
          </p:nvSpPr>
          <p:spPr>
            <a:xfrm>
              <a:off x="6098500" y="1334300"/>
              <a:ext cx="10300" cy="8925"/>
            </a:xfrm>
            <a:custGeom>
              <a:avLst/>
              <a:gdLst/>
              <a:ahLst/>
              <a:cxnLst/>
              <a:rect l="l" t="t" r="r" b="b"/>
              <a:pathLst>
                <a:path w="412" h="357" extrusionOk="0">
                  <a:moveTo>
                    <a:pt x="202" y="1"/>
                  </a:moveTo>
                  <a:cubicBezTo>
                    <a:pt x="138" y="1"/>
                    <a:pt x="80" y="43"/>
                    <a:pt x="47" y="110"/>
                  </a:cubicBezTo>
                  <a:cubicBezTo>
                    <a:pt x="1" y="179"/>
                    <a:pt x="47" y="293"/>
                    <a:pt x="138" y="338"/>
                  </a:cubicBezTo>
                  <a:cubicBezTo>
                    <a:pt x="156" y="351"/>
                    <a:pt x="178" y="356"/>
                    <a:pt x="201" y="356"/>
                  </a:cubicBezTo>
                  <a:cubicBezTo>
                    <a:pt x="263" y="356"/>
                    <a:pt x="333" y="314"/>
                    <a:pt x="366" y="247"/>
                  </a:cubicBezTo>
                  <a:cubicBezTo>
                    <a:pt x="412" y="179"/>
                    <a:pt x="366" y="64"/>
                    <a:pt x="275" y="19"/>
                  </a:cubicBezTo>
                  <a:cubicBezTo>
                    <a:pt x="250" y="7"/>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
            <p:cNvSpPr/>
            <p:nvPr/>
          </p:nvSpPr>
          <p:spPr>
            <a:xfrm>
              <a:off x="5459975" y="1611075"/>
              <a:ext cx="10875" cy="9475"/>
            </a:xfrm>
            <a:custGeom>
              <a:avLst/>
              <a:gdLst/>
              <a:ahLst/>
              <a:cxnLst/>
              <a:rect l="l" t="t" r="r" b="b"/>
              <a:pathLst>
                <a:path w="435" h="379" extrusionOk="0">
                  <a:moveTo>
                    <a:pt x="221" y="0"/>
                  </a:moveTo>
                  <a:cubicBezTo>
                    <a:pt x="150" y="0"/>
                    <a:pt x="79" y="43"/>
                    <a:pt x="46" y="109"/>
                  </a:cubicBezTo>
                  <a:cubicBezTo>
                    <a:pt x="0" y="201"/>
                    <a:pt x="46" y="315"/>
                    <a:pt x="137" y="360"/>
                  </a:cubicBezTo>
                  <a:cubicBezTo>
                    <a:pt x="162" y="373"/>
                    <a:pt x="188" y="378"/>
                    <a:pt x="214" y="378"/>
                  </a:cubicBezTo>
                  <a:cubicBezTo>
                    <a:pt x="285" y="378"/>
                    <a:pt x="355" y="336"/>
                    <a:pt x="388" y="269"/>
                  </a:cubicBezTo>
                  <a:cubicBezTo>
                    <a:pt x="434" y="178"/>
                    <a:pt x="388"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
            <p:cNvSpPr/>
            <p:nvPr/>
          </p:nvSpPr>
          <p:spPr>
            <a:xfrm>
              <a:off x="6440325" y="1172475"/>
              <a:ext cx="6875" cy="5975"/>
            </a:xfrm>
            <a:custGeom>
              <a:avLst/>
              <a:gdLst/>
              <a:ahLst/>
              <a:cxnLst/>
              <a:rect l="l" t="t" r="r" b="b"/>
              <a:pathLst>
                <a:path w="275" h="239" extrusionOk="0">
                  <a:moveTo>
                    <a:pt x="142" y="0"/>
                  </a:moveTo>
                  <a:cubicBezTo>
                    <a:pt x="102" y="0"/>
                    <a:pt x="56" y="22"/>
                    <a:pt x="23" y="55"/>
                  </a:cubicBezTo>
                  <a:cubicBezTo>
                    <a:pt x="0" y="124"/>
                    <a:pt x="23" y="192"/>
                    <a:pt x="92" y="215"/>
                  </a:cubicBezTo>
                  <a:cubicBezTo>
                    <a:pt x="108" y="231"/>
                    <a:pt x="127" y="239"/>
                    <a:pt x="147" y="239"/>
                  </a:cubicBezTo>
                  <a:cubicBezTo>
                    <a:pt x="183" y="239"/>
                    <a:pt x="222" y="213"/>
                    <a:pt x="251" y="169"/>
                  </a:cubicBezTo>
                  <a:cubicBezTo>
                    <a:pt x="274" y="101"/>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
            <p:cNvSpPr/>
            <p:nvPr/>
          </p:nvSpPr>
          <p:spPr>
            <a:xfrm>
              <a:off x="5753850" y="2000125"/>
              <a:ext cx="10875" cy="9125"/>
            </a:xfrm>
            <a:custGeom>
              <a:avLst/>
              <a:gdLst/>
              <a:ahLst/>
              <a:cxnLst/>
              <a:rect l="l" t="t" r="r" b="b"/>
              <a:pathLst>
                <a:path w="435" h="365" extrusionOk="0">
                  <a:moveTo>
                    <a:pt x="202" y="0"/>
                  </a:moveTo>
                  <a:cubicBezTo>
                    <a:pt x="137" y="0"/>
                    <a:pt x="76" y="30"/>
                    <a:pt x="46" y="91"/>
                  </a:cubicBezTo>
                  <a:cubicBezTo>
                    <a:pt x="0" y="183"/>
                    <a:pt x="46" y="297"/>
                    <a:pt x="137" y="342"/>
                  </a:cubicBezTo>
                  <a:cubicBezTo>
                    <a:pt x="166" y="357"/>
                    <a:pt x="197" y="364"/>
                    <a:pt x="228" y="364"/>
                  </a:cubicBezTo>
                  <a:cubicBezTo>
                    <a:pt x="294" y="364"/>
                    <a:pt x="357" y="329"/>
                    <a:pt x="388" y="251"/>
                  </a:cubicBezTo>
                  <a:cubicBezTo>
                    <a:pt x="434" y="160"/>
                    <a:pt x="388" y="69"/>
                    <a:pt x="297" y="23"/>
                  </a:cubicBezTo>
                  <a:cubicBezTo>
                    <a:pt x="267" y="8"/>
                    <a:pt x="234" y="0"/>
                    <a:pt x="20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
            <p:cNvSpPr/>
            <p:nvPr/>
          </p:nvSpPr>
          <p:spPr>
            <a:xfrm>
              <a:off x="5555275" y="1919775"/>
              <a:ext cx="9725" cy="6750"/>
            </a:xfrm>
            <a:custGeom>
              <a:avLst/>
              <a:gdLst/>
              <a:ahLst/>
              <a:cxnLst/>
              <a:rect l="l" t="t" r="r" b="b"/>
              <a:pathLst>
                <a:path w="389" h="270" extrusionOk="0">
                  <a:moveTo>
                    <a:pt x="175" y="1"/>
                  </a:moveTo>
                  <a:cubicBezTo>
                    <a:pt x="104" y="1"/>
                    <a:pt x="34" y="43"/>
                    <a:pt x="0" y="110"/>
                  </a:cubicBezTo>
                  <a:lnTo>
                    <a:pt x="343" y="270"/>
                  </a:lnTo>
                  <a:cubicBezTo>
                    <a:pt x="388" y="178"/>
                    <a:pt x="343" y="64"/>
                    <a:pt x="251" y="19"/>
                  </a:cubicBezTo>
                  <a:cubicBezTo>
                    <a:pt x="227" y="6"/>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
            <p:cNvSpPr/>
            <p:nvPr/>
          </p:nvSpPr>
          <p:spPr>
            <a:xfrm>
              <a:off x="5732175" y="1999525"/>
              <a:ext cx="6300" cy="4600"/>
            </a:xfrm>
            <a:custGeom>
              <a:avLst/>
              <a:gdLst/>
              <a:ahLst/>
              <a:cxnLst/>
              <a:rect l="l" t="t" r="r" b="b"/>
              <a:pathLst>
                <a:path w="252" h="184" extrusionOk="0">
                  <a:moveTo>
                    <a:pt x="99" y="0"/>
                  </a:moveTo>
                  <a:cubicBezTo>
                    <a:pt x="58" y="0"/>
                    <a:pt x="15" y="25"/>
                    <a:pt x="0" y="70"/>
                  </a:cubicBezTo>
                  <a:lnTo>
                    <a:pt x="228" y="184"/>
                  </a:lnTo>
                  <a:cubicBezTo>
                    <a:pt x="251" y="115"/>
                    <a:pt x="228" y="47"/>
                    <a:pt x="160" y="24"/>
                  </a:cubicBezTo>
                  <a:cubicBezTo>
                    <a:pt x="144" y="8"/>
                    <a:pt x="122" y="0"/>
                    <a:pt x="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
            <p:cNvSpPr/>
            <p:nvPr/>
          </p:nvSpPr>
          <p:spPr>
            <a:xfrm>
              <a:off x="5594650" y="1920000"/>
              <a:ext cx="6300" cy="5600"/>
            </a:xfrm>
            <a:custGeom>
              <a:avLst/>
              <a:gdLst/>
              <a:ahLst/>
              <a:cxnLst/>
              <a:rect l="l" t="t" r="r" b="b"/>
              <a:pathLst>
                <a:path w="252" h="224" extrusionOk="0">
                  <a:moveTo>
                    <a:pt x="129" y="1"/>
                  </a:moveTo>
                  <a:cubicBezTo>
                    <a:pt x="81" y="1"/>
                    <a:pt x="40" y="22"/>
                    <a:pt x="23" y="55"/>
                  </a:cubicBezTo>
                  <a:cubicBezTo>
                    <a:pt x="0" y="101"/>
                    <a:pt x="23" y="169"/>
                    <a:pt x="69" y="215"/>
                  </a:cubicBezTo>
                  <a:cubicBezTo>
                    <a:pt x="86" y="221"/>
                    <a:pt x="103" y="224"/>
                    <a:pt x="119" y="224"/>
                  </a:cubicBezTo>
                  <a:cubicBezTo>
                    <a:pt x="168" y="224"/>
                    <a:pt x="211" y="198"/>
                    <a:pt x="228" y="146"/>
                  </a:cubicBezTo>
                  <a:cubicBezTo>
                    <a:pt x="251" y="101"/>
                    <a:pt x="228" y="32"/>
                    <a:pt x="183" y="10"/>
                  </a:cubicBezTo>
                  <a:cubicBezTo>
                    <a:pt x="164" y="3"/>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
            <p:cNvSpPr/>
            <p:nvPr/>
          </p:nvSpPr>
          <p:spPr>
            <a:xfrm>
              <a:off x="5470825" y="1831575"/>
              <a:ext cx="8000" cy="6975"/>
            </a:xfrm>
            <a:custGeom>
              <a:avLst/>
              <a:gdLst/>
              <a:ahLst/>
              <a:cxnLst/>
              <a:rect l="l" t="t" r="r" b="b"/>
              <a:pathLst>
                <a:path w="320" h="279" extrusionOk="0">
                  <a:moveTo>
                    <a:pt x="164" y="0"/>
                  </a:moveTo>
                  <a:cubicBezTo>
                    <a:pt x="118" y="0"/>
                    <a:pt x="63" y="26"/>
                    <a:pt x="46" y="77"/>
                  </a:cubicBezTo>
                  <a:cubicBezTo>
                    <a:pt x="0" y="146"/>
                    <a:pt x="23" y="237"/>
                    <a:pt x="91" y="260"/>
                  </a:cubicBezTo>
                  <a:cubicBezTo>
                    <a:pt x="110" y="272"/>
                    <a:pt x="131" y="278"/>
                    <a:pt x="152" y="278"/>
                  </a:cubicBezTo>
                  <a:cubicBezTo>
                    <a:pt x="205" y="278"/>
                    <a:pt x="258" y="241"/>
                    <a:pt x="274" y="191"/>
                  </a:cubicBezTo>
                  <a:cubicBezTo>
                    <a:pt x="320" y="123"/>
                    <a:pt x="274" y="54"/>
                    <a:pt x="205" y="9"/>
                  </a:cubicBezTo>
                  <a:cubicBezTo>
                    <a:pt x="194" y="3"/>
                    <a:pt x="180" y="0"/>
                    <a:pt x="16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
            <p:cNvSpPr/>
            <p:nvPr/>
          </p:nvSpPr>
          <p:spPr>
            <a:xfrm>
              <a:off x="5824025" y="2025000"/>
              <a:ext cx="6300" cy="5600"/>
            </a:xfrm>
            <a:custGeom>
              <a:avLst/>
              <a:gdLst/>
              <a:ahLst/>
              <a:cxnLst/>
              <a:rect l="l" t="t" r="r" b="b"/>
              <a:pathLst>
                <a:path w="252" h="224" extrusionOk="0">
                  <a:moveTo>
                    <a:pt x="129" y="0"/>
                  </a:moveTo>
                  <a:cubicBezTo>
                    <a:pt x="82" y="0"/>
                    <a:pt x="40" y="22"/>
                    <a:pt x="24" y="55"/>
                  </a:cubicBezTo>
                  <a:cubicBezTo>
                    <a:pt x="1" y="123"/>
                    <a:pt x="24" y="192"/>
                    <a:pt x="69" y="215"/>
                  </a:cubicBezTo>
                  <a:cubicBezTo>
                    <a:pt x="88" y="221"/>
                    <a:pt x="106" y="224"/>
                    <a:pt x="124" y="224"/>
                  </a:cubicBezTo>
                  <a:cubicBezTo>
                    <a:pt x="171" y="224"/>
                    <a:pt x="212" y="203"/>
                    <a:pt x="229" y="169"/>
                  </a:cubicBezTo>
                  <a:cubicBezTo>
                    <a:pt x="252" y="101"/>
                    <a:pt x="229" y="32"/>
                    <a:pt x="184"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
            <p:cNvSpPr/>
            <p:nvPr/>
          </p:nvSpPr>
          <p:spPr>
            <a:xfrm>
              <a:off x="5483375" y="1880975"/>
              <a:ext cx="8000" cy="5600"/>
            </a:xfrm>
            <a:custGeom>
              <a:avLst/>
              <a:gdLst/>
              <a:ahLst/>
              <a:cxnLst/>
              <a:rect l="l" t="t" r="r" b="b"/>
              <a:pathLst>
                <a:path w="320" h="224" extrusionOk="0">
                  <a:moveTo>
                    <a:pt x="153" y="0"/>
                  </a:moveTo>
                  <a:cubicBezTo>
                    <a:pt x="90" y="0"/>
                    <a:pt x="33" y="38"/>
                    <a:pt x="0" y="87"/>
                  </a:cubicBezTo>
                  <a:lnTo>
                    <a:pt x="297" y="224"/>
                  </a:lnTo>
                  <a:cubicBezTo>
                    <a:pt x="320" y="155"/>
                    <a:pt x="297" y="64"/>
                    <a:pt x="228" y="18"/>
                  </a:cubicBezTo>
                  <a:cubicBezTo>
                    <a:pt x="203" y="6"/>
                    <a:pt x="177" y="0"/>
                    <a:pt x="15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
            <p:cNvSpPr/>
            <p:nvPr/>
          </p:nvSpPr>
          <p:spPr>
            <a:xfrm>
              <a:off x="5531300" y="1895800"/>
              <a:ext cx="9725" cy="6750"/>
            </a:xfrm>
            <a:custGeom>
              <a:avLst/>
              <a:gdLst/>
              <a:ahLst/>
              <a:cxnLst/>
              <a:rect l="l" t="t" r="r" b="b"/>
              <a:pathLst>
                <a:path w="389" h="270" extrusionOk="0">
                  <a:moveTo>
                    <a:pt x="175" y="1"/>
                  </a:moveTo>
                  <a:cubicBezTo>
                    <a:pt x="104" y="1"/>
                    <a:pt x="34" y="43"/>
                    <a:pt x="1" y="110"/>
                  </a:cubicBezTo>
                  <a:lnTo>
                    <a:pt x="343" y="270"/>
                  </a:lnTo>
                  <a:cubicBezTo>
                    <a:pt x="389" y="179"/>
                    <a:pt x="343" y="65"/>
                    <a:pt x="252" y="19"/>
                  </a:cubicBezTo>
                  <a:cubicBezTo>
                    <a:pt x="227" y="7"/>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
            <p:cNvSpPr/>
            <p:nvPr/>
          </p:nvSpPr>
          <p:spPr>
            <a:xfrm>
              <a:off x="5545000" y="1905175"/>
              <a:ext cx="8000" cy="5375"/>
            </a:xfrm>
            <a:custGeom>
              <a:avLst/>
              <a:gdLst/>
              <a:ahLst/>
              <a:cxnLst/>
              <a:rect l="l" t="t" r="r" b="b"/>
              <a:pathLst>
                <a:path w="320" h="215" extrusionOk="0">
                  <a:moveTo>
                    <a:pt x="151" y="0"/>
                  </a:moveTo>
                  <a:cubicBezTo>
                    <a:pt x="95" y="0"/>
                    <a:pt x="35" y="26"/>
                    <a:pt x="0" y="78"/>
                  </a:cubicBezTo>
                  <a:lnTo>
                    <a:pt x="274" y="214"/>
                  </a:lnTo>
                  <a:cubicBezTo>
                    <a:pt x="320" y="146"/>
                    <a:pt x="274" y="55"/>
                    <a:pt x="206" y="9"/>
                  </a:cubicBezTo>
                  <a:cubicBezTo>
                    <a:pt x="189" y="3"/>
                    <a:pt x="170" y="0"/>
                    <a:pt x="15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
            <p:cNvSpPr/>
            <p:nvPr/>
          </p:nvSpPr>
          <p:spPr>
            <a:xfrm>
              <a:off x="5637450" y="1849250"/>
              <a:ext cx="8000" cy="7300"/>
            </a:xfrm>
            <a:custGeom>
              <a:avLst/>
              <a:gdLst/>
              <a:ahLst/>
              <a:cxnLst/>
              <a:rect l="l" t="t" r="r" b="b"/>
              <a:pathLst>
                <a:path w="320" h="292" extrusionOk="0">
                  <a:moveTo>
                    <a:pt x="174" y="1"/>
                  </a:moveTo>
                  <a:cubicBezTo>
                    <a:pt x="118" y="1"/>
                    <a:pt x="63" y="26"/>
                    <a:pt x="46" y="78"/>
                  </a:cubicBezTo>
                  <a:cubicBezTo>
                    <a:pt x="0" y="146"/>
                    <a:pt x="23" y="237"/>
                    <a:pt x="91" y="283"/>
                  </a:cubicBezTo>
                  <a:cubicBezTo>
                    <a:pt x="114" y="289"/>
                    <a:pt x="136" y="292"/>
                    <a:pt x="156" y="292"/>
                  </a:cubicBezTo>
                  <a:cubicBezTo>
                    <a:pt x="215" y="292"/>
                    <a:pt x="263" y="266"/>
                    <a:pt x="297" y="215"/>
                  </a:cubicBezTo>
                  <a:cubicBezTo>
                    <a:pt x="320" y="146"/>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
            <p:cNvSpPr/>
            <p:nvPr/>
          </p:nvSpPr>
          <p:spPr>
            <a:xfrm>
              <a:off x="5412050" y="1658300"/>
              <a:ext cx="9150" cy="7900"/>
            </a:xfrm>
            <a:custGeom>
              <a:avLst/>
              <a:gdLst/>
              <a:ahLst/>
              <a:cxnLst/>
              <a:rect l="l" t="t" r="r" b="b"/>
              <a:pathLst>
                <a:path w="366" h="316" extrusionOk="0">
                  <a:moveTo>
                    <a:pt x="184" y="1"/>
                  </a:moveTo>
                  <a:cubicBezTo>
                    <a:pt x="127" y="1"/>
                    <a:pt x="76" y="31"/>
                    <a:pt x="46" y="92"/>
                  </a:cubicBezTo>
                  <a:cubicBezTo>
                    <a:pt x="0" y="160"/>
                    <a:pt x="46" y="275"/>
                    <a:pt x="114" y="297"/>
                  </a:cubicBezTo>
                  <a:cubicBezTo>
                    <a:pt x="140" y="310"/>
                    <a:pt x="165" y="316"/>
                    <a:pt x="190" y="316"/>
                  </a:cubicBezTo>
                  <a:cubicBezTo>
                    <a:pt x="253" y="316"/>
                    <a:pt x="310" y="278"/>
                    <a:pt x="342" y="229"/>
                  </a:cubicBezTo>
                  <a:cubicBezTo>
                    <a:pt x="365" y="160"/>
                    <a:pt x="342" y="46"/>
                    <a:pt x="274" y="24"/>
                  </a:cubicBezTo>
                  <a:cubicBezTo>
                    <a:pt x="244" y="8"/>
                    <a:pt x="213"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
            <p:cNvSpPr/>
            <p:nvPr/>
          </p:nvSpPr>
          <p:spPr>
            <a:xfrm>
              <a:off x="5729875" y="1918300"/>
              <a:ext cx="6875" cy="6150"/>
            </a:xfrm>
            <a:custGeom>
              <a:avLst/>
              <a:gdLst/>
              <a:ahLst/>
              <a:cxnLst/>
              <a:rect l="l" t="t" r="r" b="b"/>
              <a:pathLst>
                <a:path w="275" h="246" extrusionOk="0">
                  <a:moveTo>
                    <a:pt x="139" y="0"/>
                  </a:moveTo>
                  <a:cubicBezTo>
                    <a:pt x="94" y="0"/>
                    <a:pt x="40" y="21"/>
                    <a:pt x="24" y="55"/>
                  </a:cubicBezTo>
                  <a:cubicBezTo>
                    <a:pt x="1" y="123"/>
                    <a:pt x="24" y="192"/>
                    <a:pt x="92" y="237"/>
                  </a:cubicBezTo>
                  <a:cubicBezTo>
                    <a:pt x="103" y="243"/>
                    <a:pt x="116" y="246"/>
                    <a:pt x="130" y="246"/>
                  </a:cubicBezTo>
                  <a:cubicBezTo>
                    <a:pt x="171" y="246"/>
                    <a:pt x="218" y="220"/>
                    <a:pt x="252" y="169"/>
                  </a:cubicBezTo>
                  <a:cubicBezTo>
                    <a:pt x="275" y="100"/>
                    <a:pt x="252" y="32"/>
                    <a:pt x="183" y="9"/>
                  </a:cubicBezTo>
                  <a:cubicBezTo>
                    <a:pt x="171" y="3"/>
                    <a:pt x="156" y="0"/>
                    <a:pt x="13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
            <p:cNvSpPr/>
            <p:nvPr/>
          </p:nvSpPr>
          <p:spPr>
            <a:xfrm>
              <a:off x="6047150" y="1980500"/>
              <a:ext cx="6300" cy="5600"/>
            </a:xfrm>
            <a:custGeom>
              <a:avLst/>
              <a:gdLst/>
              <a:ahLst/>
              <a:cxnLst/>
              <a:rect l="l" t="t" r="r" b="b"/>
              <a:pathLst>
                <a:path w="252" h="224" extrusionOk="0">
                  <a:moveTo>
                    <a:pt x="129" y="0"/>
                  </a:moveTo>
                  <a:cubicBezTo>
                    <a:pt x="81" y="0"/>
                    <a:pt x="40" y="21"/>
                    <a:pt x="23" y="55"/>
                  </a:cubicBezTo>
                  <a:cubicBezTo>
                    <a:pt x="1" y="123"/>
                    <a:pt x="23" y="192"/>
                    <a:pt x="69" y="214"/>
                  </a:cubicBezTo>
                  <a:cubicBezTo>
                    <a:pt x="87" y="221"/>
                    <a:pt x="106" y="223"/>
                    <a:pt x="123" y="223"/>
                  </a:cubicBezTo>
                  <a:cubicBezTo>
                    <a:pt x="171" y="223"/>
                    <a:pt x="212" y="202"/>
                    <a:pt x="229" y="169"/>
                  </a:cubicBezTo>
                  <a:cubicBezTo>
                    <a:pt x="252" y="100"/>
                    <a:pt x="229" y="32"/>
                    <a:pt x="183"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
            <p:cNvSpPr/>
            <p:nvPr/>
          </p:nvSpPr>
          <p:spPr>
            <a:xfrm>
              <a:off x="5610050" y="1857575"/>
              <a:ext cx="8575" cy="7550"/>
            </a:xfrm>
            <a:custGeom>
              <a:avLst/>
              <a:gdLst/>
              <a:ahLst/>
              <a:cxnLst/>
              <a:rect l="l" t="t" r="r" b="b"/>
              <a:pathLst>
                <a:path w="343" h="302" extrusionOk="0">
                  <a:moveTo>
                    <a:pt x="167" y="0"/>
                  </a:moveTo>
                  <a:cubicBezTo>
                    <a:pt x="113" y="0"/>
                    <a:pt x="56" y="38"/>
                    <a:pt x="23" y="87"/>
                  </a:cubicBezTo>
                  <a:cubicBezTo>
                    <a:pt x="0" y="156"/>
                    <a:pt x="23" y="247"/>
                    <a:pt x="92" y="292"/>
                  </a:cubicBezTo>
                  <a:cubicBezTo>
                    <a:pt x="115" y="298"/>
                    <a:pt x="136" y="301"/>
                    <a:pt x="156" y="301"/>
                  </a:cubicBezTo>
                  <a:cubicBezTo>
                    <a:pt x="216" y="301"/>
                    <a:pt x="263" y="275"/>
                    <a:pt x="297" y="224"/>
                  </a:cubicBezTo>
                  <a:cubicBezTo>
                    <a:pt x="343" y="133"/>
                    <a:pt x="297" y="41"/>
                    <a:pt x="229" y="19"/>
                  </a:cubicBezTo>
                  <a:cubicBezTo>
                    <a:pt x="210" y="6"/>
                    <a:pt x="189"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
            <p:cNvSpPr/>
            <p:nvPr/>
          </p:nvSpPr>
          <p:spPr>
            <a:xfrm>
              <a:off x="5524450" y="1897975"/>
              <a:ext cx="9150" cy="6300"/>
            </a:xfrm>
            <a:custGeom>
              <a:avLst/>
              <a:gdLst/>
              <a:ahLst/>
              <a:cxnLst/>
              <a:rect l="l" t="t" r="r" b="b"/>
              <a:pathLst>
                <a:path w="366" h="252" extrusionOk="0">
                  <a:moveTo>
                    <a:pt x="134" y="0"/>
                  </a:moveTo>
                  <a:cubicBezTo>
                    <a:pt x="72" y="0"/>
                    <a:pt x="16" y="31"/>
                    <a:pt x="1" y="92"/>
                  </a:cubicBezTo>
                  <a:lnTo>
                    <a:pt x="320" y="251"/>
                  </a:lnTo>
                  <a:cubicBezTo>
                    <a:pt x="366" y="160"/>
                    <a:pt x="320" y="46"/>
                    <a:pt x="229" y="23"/>
                  </a:cubicBezTo>
                  <a:cubicBezTo>
                    <a:pt x="198" y="8"/>
                    <a:pt x="165"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
            <p:cNvSpPr/>
            <p:nvPr/>
          </p:nvSpPr>
          <p:spPr>
            <a:xfrm>
              <a:off x="5667100" y="1939975"/>
              <a:ext cx="6875" cy="6550"/>
            </a:xfrm>
            <a:custGeom>
              <a:avLst/>
              <a:gdLst/>
              <a:ahLst/>
              <a:cxnLst/>
              <a:rect l="l" t="t" r="r" b="b"/>
              <a:pathLst>
                <a:path w="275" h="262" extrusionOk="0">
                  <a:moveTo>
                    <a:pt x="143" y="1"/>
                  </a:moveTo>
                  <a:cubicBezTo>
                    <a:pt x="97" y="1"/>
                    <a:pt x="41" y="27"/>
                    <a:pt x="24" y="78"/>
                  </a:cubicBezTo>
                  <a:cubicBezTo>
                    <a:pt x="1" y="146"/>
                    <a:pt x="24" y="215"/>
                    <a:pt x="92" y="238"/>
                  </a:cubicBezTo>
                  <a:cubicBezTo>
                    <a:pt x="108" y="254"/>
                    <a:pt x="130" y="261"/>
                    <a:pt x="153" y="261"/>
                  </a:cubicBezTo>
                  <a:cubicBezTo>
                    <a:pt x="194" y="261"/>
                    <a:pt x="237" y="236"/>
                    <a:pt x="252" y="192"/>
                  </a:cubicBezTo>
                  <a:cubicBezTo>
                    <a:pt x="275" y="124"/>
                    <a:pt x="252" y="55"/>
                    <a:pt x="184" y="9"/>
                  </a:cubicBezTo>
                  <a:cubicBezTo>
                    <a:pt x="172" y="4"/>
                    <a:pt x="158"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
            <p:cNvSpPr/>
            <p:nvPr/>
          </p:nvSpPr>
          <p:spPr>
            <a:xfrm>
              <a:off x="5602625" y="1671225"/>
              <a:ext cx="9150" cy="7850"/>
            </a:xfrm>
            <a:custGeom>
              <a:avLst/>
              <a:gdLst/>
              <a:ahLst/>
              <a:cxnLst/>
              <a:rect l="l" t="t" r="r" b="b"/>
              <a:pathLst>
                <a:path w="366" h="314" extrusionOk="0">
                  <a:moveTo>
                    <a:pt x="194" y="0"/>
                  </a:moveTo>
                  <a:cubicBezTo>
                    <a:pt x="132" y="0"/>
                    <a:pt x="63" y="26"/>
                    <a:pt x="46" y="77"/>
                  </a:cubicBezTo>
                  <a:cubicBezTo>
                    <a:pt x="1" y="168"/>
                    <a:pt x="46" y="260"/>
                    <a:pt x="115" y="305"/>
                  </a:cubicBezTo>
                  <a:cubicBezTo>
                    <a:pt x="131" y="311"/>
                    <a:pt x="150" y="314"/>
                    <a:pt x="169" y="314"/>
                  </a:cubicBezTo>
                  <a:cubicBezTo>
                    <a:pt x="232" y="314"/>
                    <a:pt x="303" y="284"/>
                    <a:pt x="320" y="214"/>
                  </a:cubicBezTo>
                  <a:cubicBezTo>
                    <a:pt x="366" y="146"/>
                    <a:pt x="320" y="54"/>
                    <a:pt x="252" y="9"/>
                  </a:cubicBezTo>
                  <a:cubicBezTo>
                    <a:pt x="235" y="3"/>
                    <a:pt x="215" y="0"/>
                    <a:pt x="19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
            <p:cNvSpPr/>
            <p:nvPr/>
          </p:nvSpPr>
          <p:spPr>
            <a:xfrm>
              <a:off x="5567250" y="1918075"/>
              <a:ext cx="12000" cy="10050"/>
            </a:xfrm>
            <a:custGeom>
              <a:avLst/>
              <a:gdLst/>
              <a:ahLst/>
              <a:cxnLst/>
              <a:rect l="l" t="t" r="r" b="b"/>
              <a:pathLst>
                <a:path w="480" h="402" extrusionOk="0">
                  <a:moveTo>
                    <a:pt x="252" y="0"/>
                  </a:moveTo>
                  <a:cubicBezTo>
                    <a:pt x="173" y="0"/>
                    <a:pt x="102" y="43"/>
                    <a:pt x="69" y="109"/>
                  </a:cubicBezTo>
                  <a:cubicBezTo>
                    <a:pt x="1" y="201"/>
                    <a:pt x="46" y="338"/>
                    <a:pt x="160" y="383"/>
                  </a:cubicBezTo>
                  <a:cubicBezTo>
                    <a:pt x="185" y="395"/>
                    <a:pt x="211" y="401"/>
                    <a:pt x="237" y="401"/>
                  </a:cubicBezTo>
                  <a:cubicBezTo>
                    <a:pt x="309" y="401"/>
                    <a:pt x="384" y="359"/>
                    <a:pt x="434" y="292"/>
                  </a:cubicBezTo>
                  <a:cubicBezTo>
                    <a:pt x="480" y="178"/>
                    <a:pt x="434" y="64"/>
                    <a:pt x="343" y="18"/>
                  </a:cubicBezTo>
                  <a:cubicBezTo>
                    <a:pt x="312" y="6"/>
                    <a:pt x="282" y="0"/>
                    <a:pt x="2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
            <p:cNvSpPr/>
            <p:nvPr/>
          </p:nvSpPr>
          <p:spPr>
            <a:xfrm>
              <a:off x="5586650" y="1860425"/>
              <a:ext cx="9725" cy="8925"/>
            </a:xfrm>
            <a:custGeom>
              <a:avLst/>
              <a:gdLst/>
              <a:ahLst/>
              <a:cxnLst/>
              <a:rect l="l" t="t" r="r" b="b"/>
              <a:pathLst>
                <a:path w="389" h="357" extrusionOk="0">
                  <a:moveTo>
                    <a:pt x="198" y="1"/>
                  </a:moveTo>
                  <a:cubicBezTo>
                    <a:pt x="129" y="1"/>
                    <a:pt x="63" y="43"/>
                    <a:pt x="46" y="110"/>
                  </a:cubicBezTo>
                  <a:cubicBezTo>
                    <a:pt x="1" y="201"/>
                    <a:pt x="23" y="293"/>
                    <a:pt x="115" y="338"/>
                  </a:cubicBezTo>
                  <a:cubicBezTo>
                    <a:pt x="139" y="350"/>
                    <a:pt x="165" y="356"/>
                    <a:pt x="191" y="356"/>
                  </a:cubicBezTo>
                  <a:cubicBezTo>
                    <a:pt x="261" y="356"/>
                    <a:pt x="326" y="314"/>
                    <a:pt x="343" y="247"/>
                  </a:cubicBezTo>
                  <a:cubicBezTo>
                    <a:pt x="389" y="178"/>
                    <a:pt x="366" y="64"/>
                    <a:pt x="275" y="19"/>
                  </a:cubicBezTo>
                  <a:cubicBezTo>
                    <a:pt x="250" y="6"/>
                    <a:pt x="224" y="1"/>
                    <a:pt x="19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
            <p:cNvSpPr/>
            <p:nvPr/>
          </p:nvSpPr>
          <p:spPr>
            <a:xfrm>
              <a:off x="5506775" y="1835200"/>
              <a:ext cx="10275" cy="9025"/>
            </a:xfrm>
            <a:custGeom>
              <a:avLst/>
              <a:gdLst/>
              <a:ahLst/>
              <a:cxnLst/>
              <a:rect l="l" t="t" r="r" b="b"/>
              <a:pathLst>
                <a:path w="411" h="361" extrusionOk="0">
                  <a:moveTo>
                    <a:pt x="178" y="1"/>
                  </a:moveTo>
                  <a:cubicBezTo>
                    <a:pt x="114" y="1"/>
                    <a:pt x="53" y="31"/>
                    <a:pt x="23" y="92"/>
                  </a:cubicBezTo>
                  <a:cubicBezTo>
                    <a:pt x="0" y="183"/>
                    <a:pt x="23" y="297"/>
                    <a:pt x="114" y="343"/>
                  </a:cubicBezTo>
                  <a:cubicBezTo>
                    <a:pt x="139" y="355"/>
                    <a:pt x="165" y="361"/>
                    <a:pt x="191" y="361"/>
                  </a:cubicBezTo>
                  <a:cubicBezTo>
                    <a:pt x="262" y="361"/>
                    <a:pt x="332" y="318"/>
                    <a:pt x="365" y="252"/>
                  </a:cubicBezTo>
                  <a:cubicBezTo>
                    <a:pt x="411" y="160"/>
                    <a:pt x="365" y="69"/>
                    <a:pt x="274" y="23"/>
                  </a:cubicBezTo>
                  <a:cubicBezTo>
                    <a:pt x="244" y="8"/>
                    <a:pt x="211"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
            <p:cNvSpPr/>
            <p:nvPr/>
          </p:nvSpPr>
          <p:spPr>
            <a:xfrm>
              <a:off x="5715050" y="1973650"/>
              <a:ext cx="9725" cy="8675"/>
            </a:xfrm>
            <a:custGeom>
              <a:avLst/>
              <a:gdLst/>
              <a:ahLst/>
              <a:cxnLst/>
              <a:rect l="l" t="t" r="r" b="b"/>
              <a:pathLst>
                <a:path w="389" h="347" extrusionOk="0">
                  <a:moveTo>
                    <a:pt x="210" y="1"/>
                  </a:moveTo>
                  <a:cubicBezTo>
                    <a:pt x="142" y="1"/>
                    <a:pt x="81" y="31"/>
                    <a:pt x="46" y="100"/>
                  </a:cubicBezTo>
                  <a:cubicBezTo>
                    <a:pt x="0" y="192"/>
                    <a:pt x="23" y="283"/>
                    <a:pt x="114" y="329"/>
                  </a:cubicBezTo>
                  <a:cubicBezTo>
                    <a:pt x="139" y="341"/>
                    <a:pt x="163" y="347"/>
                    <a:pt x="187" y="347"/>
                  </a:cubicBezTo>
                  <a:cubicBezTo>
                    <a:pt x="251" y="347"/>
                    <a:pt x="309" y="304"/>
                    <a:pt x="343" y="237"/>
                  </a:cubicBezTo>
                  <a:cubicBezTo>
                    <a:pt x="388" y="169"/>
                    <a:pt x="343" y="55"/>
                    <a:pt x="274" y="9"/>
                  </a:cubicBezTo>
                  <a:cubicBezTo>
                    <a:pt x="253" y="4"/>
                    <a:pt x="231" y="1"/>
                    <a:pt x="2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
            <p:cNvSpPr/>
            <p:nvPr/>
          </p:nvSpPr>
          <p:spPr>
            <a:xfrm>
              <a:off x="5635150" y="1886675"/>
              <a:ext cx="11450" cy="10050"/>
            </a:xfrm>
            <a:custGeom>
              <a:avLst/>
              <a:gdLst/>
              <a:ahLst/>
              <a:cxnLst/>
              <a:rect l="l" t="t" r="r" b="b"/>
              <a:pathLst>
                <a:path w="458" h="402" extrusionOk="0">
                  <a:moveTo>
                    <a:pt x="240" y="1"/>
                  </a:moveTo>
                  <a:cubicBezTo>
                    <a:pt x="162" y="1"/>
                    <a:pt x="80" y="43"/>
                    <a:pt x="46" y="110"/>
                  </a:cubicBezTo>
                  <a:cubicBezTo>
                    <a:pt x="1" y="224"/>
                    <a:pt x="46" y="338"/>
                    <a:pt x="138" y="384"/>
                  </a:cubicBezTo>
                  <a:cubicBezTo>
                    <a:pt x="168" y="396"/>
                    <a:pt x="199" y="402"/>
                    <a:pt x="228" y="402"/>
                  </a:cubicBezTo>
                  <a:cubicBezTo>
                    <a:pt x="308" y="402"/>
                    <a:pt x="378" y="359"/>
                    <a:pt x="412" y="293"/>
                  </a:cubicBezTo>
                  <a:cubicBezTo>
                    <a:pt x="457" y="201"/>
                    <a:pt x="412" y="87"/>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
            <p:cNvSpPr/>
            <p:nvPr/>
          </p:nvSpPr>
          <p:spPr>
            <a:xfrm>
              <a:off x="5784100" y="2033900"/>
              <a:ext cx="8000" cy="5600"/>
            </a:xfrm>
            <a:custGeom>
              <a:avLst/>
              <a:gdLst/>
              <a:ahLst/>
              <a:cxnLst/>
              <a:rect l="l" t="t" r="r" b="b"/>
              <a:pathLst>
                <a:path w="320" h="224" extrusionOk="0">
                  <a:moveTo>
                    <a:pt x="144" y="0"/>
                  </a:moveTo>
                  <a:cubicBezTo>
                    <a:pt x="90" y="0"/>
                    <a:pt x="33" y="38"/>
                    <a:pt x="0" y="87"/>
                  </a:cubicBezTo>
                  <a:lnTo>
                    <a:pt x="297" y="224"/>
                  </a:lnTo>
                  <a:cubicBezTo>
                    <a:pt x="320" y="133"/>
                    <a:pt x="297" y="41"/>
                    <a:pt x="206" y="19"/>
                  </a:cubicBezTo>
                  <a:cubicBezTo>
                    <a:pt x="186" y="6"/>
                    <a:pt x="166" y="0"/>
                    <a:pt x="14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
            <p:cNvSpPr/>
            <p:nvPr/>
          </p:nvSpPr>
          <p:spPr>
            <a:xfrm>
              <a:off x="5501050" y="1784200"/>
              <a:ext cx="8600" cy="7650"/>
            </a:xfrm>
            <a:custGeom>
              <a:avLst/>
              <a:gdLst/>
              <a:ahLst/>
              <a:cxnLst/>
              <a:rect l="l" t="t" r="r" b="b"/>
              <a:pathLst>
                <a:path w="344" h="306" extrusionOk="0">
                  <a:moveTo>
                    <a:pt x="174" y="1"/>
                  </a:moveTo>
                  <a:cubicBezTo>
                    <a:pt x="118" y="1"/>
                    <a:pt x="58" y="26"/>
                    <a:pt x="24" y="78"/>
                  </a:cubicBezTo>
                  <a:cubicBezTo>
                    <a:pt x="1" y="169"/>
                    <a:pt x="24" y="260"/>
                    <a:pt x="92" y="283"/>
                  </a:cubicBezTo>
                  <a:cubicBezTo>
                    <a:pt x="123" y="298"/>
                    <a:pt x="153" y="306"/>
                    <a:pt x="181" y="306"/>
                  </a:cubicBezTo>
                  <a:cubicBezTo>
                    <a:pt x="237" y="306"/>
                    <a:pt x="282" y="275"/>
                    <a:pt x="298" y="215"/>
                  </a:cubicBezTo>
                  <a:cubicBezTo>
                    <a:pt x="343" y="146"/>
                    <a:pt x="298" y="55"/>
                    <a:pt x="229" y="9"/>
                  </a:cubicBezTo>
                  <a:cubicBezTo>
                    <a:pt x="212"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
            <p:cNvSpPr/>
            <p:nvPr/>
          </p:nvSpPr>
          <p:spPr>
            <a:xfrm>
              <a:off x="5415475" y="1833850"/>
              <a:ext cx="6850" cy="6425"/>
            </a:xfrm>
            <a:custGeom>
              <a:avLst/>
              <a:gdLst/>
              <a:ahLst/>
              <a:cxnLst/>
              <a:rect l="l" t="t" r="r" b="b"/>
              <a:pathLst>
                <a:path w="274" h="257" extrusionOk="0">
                  <a:moveTo>
                    <a:pt x="142" y="0"/>
                  </a:moveTo>
                  <a:cubicBezTo>
                    <a:pt x="96" y="0"/>
                    <a:pt x="40" y="26"/>
                    <a:pt x="23" y="77"/>
                  </a:cubicBezTo>
                  <a:cubicBezTo>
                    <a:pt x="0" y="146"/>
                    <a:pt x="23" y="214"/>
                    <a:pt x="91" y="237"/>
                  </a:cubicBezTo>
                  <a:cubicBezTo>
                    <a:pt x="105" y="251"/>
                    <a:pt x="122" y="256"/>
                    <a:pt x="140" y="256"/>
                  </a:cubicBezTo>
                  <a:cubicBezTo>
                    <a:pt x="185" y="256"/>
                    <a:pt x="235" y="224"/>
                    <a:pt x="251" y="192"/>
                  </a:cubicBezTo>
                  <a:cubicBezTo>
                    <a:pt x="274" y="123"/>
                    <a:pt x="251" y="55"/>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
            <p:cNvSpPr/>
            <p:nvPr/>
          </p:nvSpPr>
          <p:spPr>
            <a:xfrm>
              <a:off x="5341275" y="1801500"/>
              <a:ext cx="5175" cy="4050"/>
            </a:xfrm>
            <a:custGeom>
              <a:avLst/>
              <a:gdLst/>
              <a:ahLst/>
              <a:cxnLst/>
              <a:rect l="l" t="t" r="r" b="b"/>
              <a:pathLst>
                <a:path w="207" h="162" extrusionOk="0">
                  <a:moveTo>
                    <a:pt x="84" y="1"/>
                  </a:moveTo>
                  <a:cubicBezTo>
                    <a:pt x="49" y="1"/>
                    <a:pt x="15" y="26"/>
                    <a:pt x="1" y="70"/>
                  </a:cubicBezTo>
                  <a:lnTo>
                    <a:pt x="183" y="162"/>
                  </a:lnTo>
                  <a:cubicBezTo>
                    <a:pt x="206" y="93"/>
                    <a:pt x="206" y="48"/>
                    <a:pt x="138" y="25"/>
                  </a:cubicBezTo>
                  <a:cubicBezTo>
                    <a:pt x="121" y="9"/>
                    <a:pt x="102" y="1"/>
                    <a:pt x="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
            <p:cNvSpPr/>
            <p:nvPr/>
          </p:nvSpPr>
          <p:spPr>
            <a:xfrm>
              <a:off x="5377225" y="1368775"/>
              <a:ext cx="8025" cy="7300"/>
            </a:xfrm>
            <a:custGeom>
              <a:avLst/>
              <a:gdLst/>
              <a:ahLst/>
              <a:cxnLst/>
              <a:rect l="l" t="t" r="r" b="b"/>
              <a:pathLst>
                <a:path w="321" h="292" extrusionOk="0">
                  <a:moveTo>
                    <a:pt x="174" y="1"/>
                  </a:moveTo>
                  <a:cubicBezTo>
                    <a:pt x="118" y="1"/>
                    <a:pt x="58" y="26"/>
                    <a:pt x="24" y="78"/>
                  </a:cubicBezTo>
                  <a:cubicBezTo>
                    <a:pt x="1" y="169"/>
                    <a:pt x="24" y="238"/>
                    <a:pt x="92" y="283"/>
                  </a:cubicBezTo>
                  <a:cubicBezTo>
                    <a:pt x="115" y="289"/>
                    <a:pt x="136" y="292"/>
                    <a:pt x="156" y="292"/>
                  </a:cubicBezTo>
                  <a:cubicBezTo>
                    <a:pt x="216" y="292"/>
                    <a:pt x="263" y="266"/>
                    <a:pt x="297" y="215"/>
                  </a:cubicBezTo>
                  <a:cubicBezTo>
                    <a:pt x="320" y="146"/>
                    <a:pt x="297" y="55"/>
                    <a:pt x="229" y="9"/>
                  </a:cubicBezTo>
                  <a:cubicBezTo>
                    <a:pt x="212"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
            <p:cNvSpPr/>
            <p:nvPr/>
          </p:nvSpPr>
          <p:spPr>
            <a:xfrm>
              <a:off x="5240850" y="1570800"/>
              <a:ext cx="10300" cy="9225"/>
            </a:xfrm>
            <a:custGeom>
              <a:avLst/>
              <a:gdLst/>
              <a:ahLst/>
              <a:cxnLst/>
              <a:rect l="l" t="t" r="r" b="b"/>
              <a:pathLst>
                <a:path w="412" h="369" extrusionOk="0">
                  <a:moveTo>
                    <a:pt x="207" y="0"/>
                  </a:moveTo>
                  <a:cubicBezTo>
                    <a:pt x="134" y="0"/>
                    <a:pt x="64" y="30"/>
                    <a:pt x="46" y="100"/>
                  </a:cubicBezTo>
                  <a:cubicBezTo>
                    <a:pt x="0" y="191"/>
                    <a:pt x="23" y="305"/>
                    <a:pt x="115" y="351"/>
                  </a:cubicBezTo>
                  <a:cubicBezTo>
                    <a:pt x="139" y="363"/>
                    <a:pt x="165" y="369"/>
                    <a:pt x="191" y="369"/>
                  </a:cubicBezTo>
                  <a:cubicBezTo>
                    <a:pt x="262" y="369"/>
                    <a:pt x="332" y="326"/>
                    <a:pt x="366" y="260"/>
                  </a:cubicBezTo>
                  <a:cubicBezTo>
                    <a:pt x="411" y="168"/>
                    <a:pt x="366" y="54"/>
                    <a:pt x="274" y="8"/>
                  </a:cubicBezTo>
                  <a:cubicBezTo>
                    <a:pt x="253" y="3"/>
                    <a:pt x="230"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
            <p:cNvSpPr/>
            <p:nvPr/>
          </p:nvSpPr>
          <p:spPr>
            <a:xfrm>
              <a:off x="5700200" y="1861225"/>
              <a:ext cx="8025" cy="7300"/>
            </a:xfrm>
            <a:custGeom>
              <a:avLst/>
              <a:gdLst/>
              <a:ahLst/>
              <a:cxnLst/>
              <a:rect l="l" t="t" r="r" b="b"/>
              <a:pathLst>
                <a:path w="321" h="292" extrusionOk="0">
                  <a:moveTo>
                    <a:pt x="155" y="1"/>
                  </a:moveTo>
                  <a:cubicBezTo>
                    <a:pt x="105" y="1"/>
                    <a:pt x="58" y="27"/>
                    <a:pt x="24" y="78"/>
                  </a:cubicBezTo>
                  <a:cubicBezTo>
                    <a:pt x="1" y="146"/>
                    <a:pt x="24" y="238"/>
                    <a:pt x="92" y="283"/>
                  </a:cubicBezTo>
                  <a:cubicBezTo>
                    <a:pt x="109" y="289"/>
                    <a:pt x="128" y="292"/>
                    <a:pt x="146" y="292"/>
                  </a:cubicBezTo>
                  <a:cubicBezTo>
                    <a:pt x="202" y="292"/>
                    <a:pt x="258" y="266"/>
                    <a:pt x="275" y="215"/>
                  </a:cubicBezTo>
                  <a:cubicBezTo>
                    <a:pt x="320" y="146"/>
                    <a:pt x="275" y="55"/>
                    <a:pt x="206" y="10"/>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
            <p:cNvSpPr/>
            <p:nvPr/>
          </p:nvSpPr>
          <p:spPr>
            <a:xfrm>
              <a:off x="5724750" y="1602375"/>
              <a:ext cx="9725" cy="8600"/>
            </a:xfrm>
            <a:custGeom>
              <a:avLst/>
              <a:gdLst/>
              <a:ahLst/>
              <a:cxnLst/>
              <a:rect l="l" t="t" r="r" b="b"/>
              <a:pathLst>
                <a:path w="389" h="344" extrusionOk="0">
                  <a:moveTo>
                    <a:pt x="179" y="1"/>
                  </a:moveTo>
                  <a:cubicBezTo>
                    <a:pt x="114" y="1"/>
                    <a:pt x="54" y="31"/>
                    <a:pt x="23" y="92"/>
                  </a:cubicBezTo>
                  <a:cubicBezTo>
                    <a:pt x="0" y="183"/>
                    <a:pt x="23" y="275"/>
                    <a:pt x="114" y="320"/>
                  </a:cubicBezTo>
                  <a:cubicBezTo>
                    <a:pt x="145" y="336"/>
                    <a:pt x="175" y="343"/>
                    <a:pt x="204" y="343"/>
                  </a:cubicBezTo>
                  <a:cubicBezTo>
                    <a:pt x="262" y="343"/>
                    <a:pt x="312" y="313"/>
                    <a:pt x="343" y="252"/>
                  </a:cubicBezTo>
                  <a:cubicBezTo>
                    <a:pt x="388" y="161"/>
                    <a:pt x="343" y="46"/>
                    <a:pt x="274" y="24"/>
                  </a:cubicBezTo>
                  <a:cubicBezTo>
                    <a:pt x="244" y="8"/>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
            <p:cNvSpPr/>
            <p:nvPr/>
          </p:nvSpPr>
          <p:spPr>
            <a:xfrm>
              <a:off x="5844575" y="1891825"/>
              <a:ext cx="10875" cy="9575"/>
            </a:xfrm>
            <a:custGeom>
              <a:avLst/>
              <a:gdLst/>
              <a:ahLst/>
              <a:cxnLst/>
              <a:rect l="l" t="t" r="r" b="b"/>
              <a:pathLst>
                <a:path w="435" h="383" extrusionOk="0">
                  <a:moveTo>
                    <a:pt x="221" y="0"/>
                  </a:moveTo>
                  <a:cubicBezTo>
                    <a:pt x="150" y="0"/>
                    <a:pt x="80" y="43"/>
                    <a:pt x="46" y="109"/>
                  </a:cubicBezTo>
                  <a:cubicBezTo>
                    <a:pt x="1" y="201"/>
                    <a:pt x="23" y="315"/>
                    <a:pt x="138" y="360"/>
                  </a:cubicBezTo>
                  <a:cubicBezTo>
                    <a:pt x="166" y="375"/>
                    <a:pt x="198" y="382"/>
                    <a:pt x="228" y="382"/>
                  </a:cubicBezTo>
                  <a:cubicBezTo>
                    <a:pt x="294" y="382"/>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
            <p:cNvSpPr/>
            <p:nvPr/>
          </p:nvSpPr>
          <p:spPr>
            <a:xfrm>
              <a:off x="5359550" y="1650975"/>
              <a:ext cx="7425" cy="6675"/>
            </a:xfrm>
            <a:custGeom>
              <a:avLst/>
              <a:gdLst/>
              <a:ahLst/>
              <a:cxnLst/>
              <a:rect l="l" t="t" r="r" b="b"/>
              <a:pathLst>
                <a:path w="297" h="267" extrusionOk="0">
                  <a:moveTo>
                    <a:pt x="146" y="1"/>
                  </a:moveTo>
                  <a:cubicBezTo>
                    <a:pt x="99" y="1"/>
                    <a:pt x="55" y="33"/>
                    <a:pt x="23" y="65"/>
                  </a:cubicBezTo>
                  <a:cubicBezTo>
                    <a:pt x="0" y="134"/>
                    <a:pt x="23" y="225"/>
                    <a:pt x="91" y="248"/>
                  </a:cubicBezTo>
                  <a:cubicBezTo>
                    <a:pt x="111" y="261"/>
                    <a:pt x="130" y="266"/>
                    <a:pt x="148" y="266"/>
                  </a:cubicBezTo>
                  <a:cubicBezTo>
                    <a:pt x="196" y="266"/>
                    <a:pt x="241" y="229"/>
                    <a:pt x="274" y="180"/>
                  </a:cubicBezTo>
                  <a:cubicBezTo>
                    <a:pt x="297" y="134"/>
                    <a:pt x="274" y="43"/>
                    <a:pt x="206" y="20"/>
                  </a:cubicBezTo>
                  <a:cubicBezTo>
                    <a:pt x="185" y="6"/>
                    <a:pt x="165"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
            <p:cNvSpPr/>
            <p:nvPr/>
          </p:nvSpPr>
          <p:spPr>
            <a:xfrm>
              <a:off x="5780100" y="1671975"/>
              <a:ext cx="6875" cy="6550"/>
            </a:xfrm>
            <a:custGeom>
              <a:avLst/>
              <a:gdLst/>
              <a:ahLst/>
              <a:cxnLst/>
              <a:rect l="l" t="t" r="r" b="b"/>
              <a:pathLst>
                <a:path w="275" h="262" extrusionOk="0">
                  <a:moveTo>
                    <a:pt x="122" y="1"/>
                  </a:moveTo>
                  <a:cubicBezTo>
                    <a:pt x="81" y="1"/>
                    <a:pt x="38" y="26"/>
                    <a:pt x="23" y="70"/>
                  </a:cubicBezTo>
                  <a:cubicBezTo>
                    <a:pt x="0" y="138"/>
                    <a:pt x="23" y="207"/>
                    <a:pt x="69" y="253"/>
                  </a:cubicBezTo>
                  <a:cubicBezTo>
                    <a:pt x="86" y="258"/>
                    <a:pt x="103" y="261"/>
                    <a:pt x="120" y="261"/>
                  </a:cubicBezTo>
                  <a:cubicBezTo>
                    <a:pt x="170" y="261"/>
                    <a:pt x="217" y="235"/>
                    <a:pt x="251" y="184"/>
                  </a:cubicBezTo>
                  <a:cubicBezTo>
                    <a:pt x="274" y="116"/>
                    <a:pt x="251" y="47"/>
                    <a:pt x="183" y="24"/>
                  </a:cubicBezTo>
                  <a:cubicBezTo>
                    <a:pt x="167" y="8"/>
                    <a:pt x="14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
            <p:cNvSpPr/>
            <p:nvPr/>
          </p:nvSpPr>
          <p:spPr>
            <a:xfrm>
              <a:off x="5250550" y="1641875"/>
              <a:ext cx="10300" cy="9475"/>
            </a:xfrm>
            <a:custGeom>
              <a:avLst/>
              <a:gdLst/>
              <a:ahLst/>
              <a:cxnLst/>
              <a:rect l="l" t="t" r="r" b="b"/>
              <a:pathLst>
                <a:path w="412" h="379" extrusionOk="0">
                  <a:moveTo>
                    <a:pt x="221" y="1"/>
                  </a:moveTo>
                  <a:cubicBezTo>
                    <a:pt x="150" y="1"/>
                    <a:pt x="80" y="43"/>
                    <a:pt x="46" y="110"/>
                  </a:cubicBezTo>
                  <a:cubicBezTo>
                    <a:pt x="0" y="201"/>
                    <a:pt x="46" y="315"/>
                    <a:pt x="137" y="361"/>
                  </a:cubicBezTo>
                  <a:cubicBezTo>
                    <a:pt x="162" y="373"/>
                    <a:pt x="186" y="379"/>
                    <a:pt x="210" y="379"/>
                  </a:cubicBezTo>
                  <a:cubicBezTo>
                    <a:pt x="274" y="379"/>
                    <a:pt x="332" y="337"/>
                    <a:pt x="366" y="270"/>
                  </a:cubicBezTo>
                  <a:cubicBezTo>
                    <a:pt x="411" y="178"/>
                    <a:pt x="389" y="64"/>
                    <a:pt x="297"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
            <p:cNvSpPr/>
            <p:nvPr/>
          </p:nvSpPr>
          <p:spPr>
            <a:xfrm>
              <a:off x="6109350" y="1285775"/>
              <a:ext cx="7450" cy="6675"/>
            </a:xfrm>
            <a:custGeom>
              <a:avLst/>
              <a:gdLst/>
              <a:ahLst/>
              <a:cxnLst/>
              <a:rect l="l" t="t" r="r" b="b"/>
              <a:pathLst>
                <a:path w="298" h="267" extrusionOk="0">
                  <a:moveTo>
                    <a:pt x="157" y="1"/>
                  </a:moveTo>
                  <a:cubicBezTo>
                    <a:pt x="113" y="1"/>
                    <a:pt x="62" y="33"/>
                    <a:pt x="46" y="65"/>
                  </a:cubicBezTo>
                  <a:cubicBezTo>
                    <a:pt x="1" y="134"/>
                    <a:pt x="46" y="225"/>
                    <a:pt x="92" y="248"/>
                  </a:cubicBezTo>
                  <a:cubicBezTo>
                    <a:pt x="111" y="261"/>
                    <a:pt x="132" y="266"/>
                    <a:pt x="153" y="266"/>
                  </a:cubicBezTo>
                  <a:cubicBezTo>
                    <a:pt x="206" y="266"/>
                    <a:pt x="258" y="229"/>
                    <a:pt x="274" y="179"/>
                  </a:cubicBezTo>
                  <a:cubicBezTo>
                    <a:pt x="297" y="134"/>
                    <a:pt x="274" y="42"/>
                    <a:pt x="206" y="20"/>
                  </a:cubicBezTo>
                  <a:cubicBezTo>
                    <a:pt x="193" y="6"/>
                    <a:pt x="175" y="1"/>
                    <a:pt x="15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
            <p:cNvSpPr/>
            <p:nvPr/>
          </p:nvSpPr>
          <p:spPr>
            <a:xfrm>
              <a:off x="5862850" y="1991900"/>
              <a:ext cx="6300" cy="5600"/>
            </a:xfrm>
            <a:custGeom>
              <a:avLst/>
              <a:gdLst/>
              <a:ahLst/>
              <a:cxnLst/>
              <a:rect l="l" t="t" r="r" b="b"/>
              <a:pathLst>
                <a:path w="252" h="224" extrusionOk="0">
                  <a:moveTo>
                    <a:pt x="128" y="1"/>
                  </a:moveTo>
                  <a:cubicBezTo>
                    <a:pt x="81" y="1"/>
                    <a:pt x="40" y="22"/>
                    <a:pt x="23" y="55"/>
                  </a:cubicBezTo>
                  <a:cubicBezTo>
                    <a:pt x="0" y="124"/>
                    <a:pt x="23" y="169"/>
                    <a:pt x="91" y="215"/>
                  </a:cubicBezTo>
                  <a:cubicBezTo>
                    <a:pt x="103" y="221"/>
                    <a:pt x="116" y="223"/>
                    <a:pt x="129" y="223"/>
                  </a:cubicBezTo>
                  <a:cubicBezTo>
                    <a:pt x="168" y="223"/>
                    <a:pt x="211" y="198"/>
                    <a:pt x="228" y="146"/>
                  </a:cubicBezTo>
                  <a:cubicBezTo>
                    <a:pt x="251" y="101"/>
                    <a:pt x="228" y="32"/>
                    <a:pt x="183" y="9"/>
                  </a:cubicBezTo>
                  <a:cubicBezTo>
                    <a:pt x="164" y="3"/>
                    <a:pt x="146" y="1"/>
                    <a:pt x="1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
            <p:cNvSpPr/>
            <p:nvPr/>
          </p:nvSpPr>
          <p:spPr>
            <a:xfrm>
              <a:off x="6311925" y="1955575"/>
              <a:ext cx="6300" cy="5975"/>
            </a:xfrm>
            <a:custGeom>
              <a:avLst/>
              <a:gdLst/>
              <a:ahLst/>
              <a:cxnLst/>
              <a:rect l="l" t="t" r="r" b="b"/>
              <a:pathLst>
                <a:path w="252" h="239" extrusionOk="0">
                  <a:moveTo>
                    <a:pt x="112" y="1"/>
                  </a:moveTo>
                  <a:cubicBezTo>
                    <a:pt x="72" y="1"/>
                    <a:pt x="38" y="26"/>
                    <a:pt x="23" y="70"/>
                  </a:cubicBezTo>
                  <a:cubicBezTo>
                    <a:pt x="1" y="116"/>
                    <a:pt x="23" y="184"/>
                    <a:pt x="69" y="230"/>
                  </a:cubicBezTo>
                  <a:cubicBezTo>
                    <a:pt x="86" y="236"/>
                    <a:pt x="103" y="238"/>
                    <a:pt x="120" y="238"/>
                  </a:cubicBezTo>
                  <a:cubicBezTo>
                    <a:pt x="169" y="238"/>
                    <a:pt x="212" y="213"/>
                    <a:pt x="229" y="161"/>
                  </a:cubicBezTo>
                  <a:cubicBezTo>
                    <a:pt x="252" y="116"/>
                    <a:pt x="229" y="47"/>
                    <a:pt x="183" y="25"/>
                  </a:cubicBezTo>
                  <a:cubicBezTo>
                    <a:pt x="159" y="8"/>
                    <a:pt x="135"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
            <p:cNvSpPr/>
            <p:nvPr/>
          </p:nvSpPr>
          <p:spPr>
            <a:xfrm>
              <a:off x="6074550" y="2145400"/>
              <a:ext cx="8000" cy="7300"/>
            </a:xfrm>
            <a:custGeom>
              <a:avLst/>
              <a:gdLst/>
              <a:ahLst/>
              <a:cxnLst/>
              <a:rect l="l" t="t" r="r" b="b"/>
              <a:pathLst>
                <a:path w="320" h="292" extrusionOk="0">
                  <a:moveTo>
                    <a:pt x="174" y="1"/>
                  </a:moveTo>
                  <a:cubicBezTo>
                    <a:pt x="117" y="1"/>
                    <a:pt x="57" y="27"/>
                    <a:pt x="23" y="78"/>
                  </a:cubicBezTo>
                  <a:cubicBezTo>
                    <a:pt x="0" y="146"/>
                    <a:pt x="23" y="238"/>
                    <a:pt x="92" y="283"/>
                  </a:cubicBezTo>
                  <a:cubicBezTo>
                    <a:pt x="109" y="289"/>
                    <a:pt x="127" y="292"/>
                    <a:pt x="146" y="292"/>
                  </a:cubicBezTo>
                  <a:cubicBezTo>
                    <a:pt x="203" y="292"/>
                    <a:pt x="263" y="266"/>
                    <a:pt x="297" y="215"/>
                  </a:cubicBezTo>
                  <a:cubicBezTo>
                    <a:pt x="320" y="146"/>
                    <a:pt x="297" y="55"/>
                    <a:pt x="228"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
            <p:cNvSpPr/>
            <p:nvPr/>
          </p:nvSpPr>
          <p:spPr>
            <a:xfrm>
              <a:off x="6133325" y="2189350"/>
              <a:ext cx="6875" cy="5600"/>
            </a:xfrm>
            <a:custGeom>
              <a:avLst/>
              <a:gdLst/>
              <a:ahLst/>
              <a:cxnLst/>
              <a:rect l="l" t="t" r="r" b="b"/>
              <a:pathLst>
                <a:path w="275" h="224" extrusionOk="0">
                  <a:moveTo>
                    <a:pt x="142" y="0"/>
                  </a:moveTo>
                  <a:cubicBezTo>
                    <a:pt x="102" y="0"/>
                    <a:pt x="56" y="21"/>
                    <a:pt x="23" y="55"/>
                  </a:cubicBezTo>
                  <a:cubicBezTo>
                    <a:pt x="0" y="123"/>
                    <a:pt x="23" y="192"/>
                    <a:pt x="92" y="214"/>
                  </a:cubicBezTo>
                  <a:cubicBezTo>
                    <a:pt x="104" y="221"/>
                    <a:pt x="118" y="223"/>
                    <a:pt x="132" y="223"/>
                  </a:cubicBezTo>
                  <a:cubicBezTo>
                    <a:pt x="172" y="223"/>
                    <a:pt x="218" y="202"/>
                    <a:pt x="251" y="169"/>
                  </a:cubicBezTo>
                  <a:cubicBezTo>
                    <a:pt x="274" y="100"/>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
            <p:cNvSpPr/>
            <p:nvPr/>
          </p:nvSpPr>
          <p:spPr>
            <a:xfrm>
              <a:off x="6122475" y="2098375"/>
              <a:ext cx="9725" cy="8475"/>
            </a:xfrm>
            <a:custGeom>
              <a:avLst/>
              <a:gdLst/>
              <a:ahLst/>
              <a:cxnLst/>
              <a:rect l="l" t="t" r="r" b="b"/>
              <a:pathLst>
                <a:path w="389" h="339" extrusionOk="0">
                  <a:moveTo>
                    <a:pt x="199" y="0"/>
                  </a:moveTo>
                  <a:cubicBezTo>
                    <a:pt x="136" y="0"/>
                    <a:pt x="79" y="38"/>
                    <a:pt x="46" y="87"/>
                  </a:cubicBezTo>
                  <a:cubicBezTo>
                    <a:pt x="1" y="179"/>
                    <a:pt x="23" y="270"/>
                    <a:pt x="115" y="316"/>
                  </a:cubicBezTo>
                  <a:cubicBezTo>
                    <a:pt x="145" y="331"/>
                    <a:pt x="176" y="338"/>
                    <a:pt x="204" y="338"/>
                  </a:cubicBezTo>
                  <a:cubicBezTo>
                    <a:pt x="262" y="338"/>
                    <a:pt x="313" y="308"/>
                    <a:pt x="343" y="247"/>
                  </a:cubicBezTo>
                  <a:cubicBezTo>
                    <a:pt x="389" y="156"/>
                    <a:pt x="343" y="64"/>
                    <a:pt x="274" y="19"/>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
            <p:cNvSpPr/>
            <p:nvPr/>
          </p:nvSpPr>
          <p:spPr>
            <a:xfrm>
              <a:off x="6488250" y="2186500"/>
              <a:ext cx="6875" cy="6150"/>
            </a:xfrm>
            <a:custGeom>
              <a:avLst/>
              <a:gdLst/>
              <a:ahLst/>
              <a:cxnLst/>
              <a:rect l="l" t="t" r="r" b="b"/>
              <a:pathLst>
                <a:path w="275" h="246" extrusionOk="0">
                  <a:moveTo>
                    <a:pt x="142" y="0"/>
                  </a:moveTo>
                  <a:cubicBezTo>
                    <a:pt x="96" y="0"/>
                    <a:pt x="41" y="26"/>
                    <a:pt x="23" y="77"/>
                  </a:cubicBezTo>
                  <a:cubicBezTo>
                    <a:pt x="1" y="123"/>
                    <a:pt x="23" y="214"/>
                    <a:pt x="92" y="237"/>
                  </a:cubicBezTo>
                  <a:cubicBezTo>
                    <a:pt x="103" y="243"/>
                    <a:pt x="116" y="246"/>
                    <a:pt x="130" y="246"/>
                  </a:cubicBezTo>
                  <a:cubicBezTo>
                    <a:pt x="170" y="246"/>
                    <a:pt x="217" y="220"/>
                    <a:pt x="252" y="169"/>
                  </a:cubicBezTo>
                  <a:cubicBezTo>
                    <a:pt x="274" y="123"/>
                    <a:pt x="252" y="55"/>
                    <a:pt x="183" y="9"/>
                  </a:cubicBezTo>
                  <a:cubicBezTo>
                    <a:pt x="172" y="3"/>
                    <a:pt x="158"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
            <p:cNvSpPr/>
            <p:nvPr/>
          </p:nvSpPr>
          <p:spPr>
            <a:xfrm>
              <a:off x="6179550" y="2178825"/>
              <a:ext cx="10275" cy="8925"/>
            </a:xfrm>
            <a:custGeom>
              <a:avLst/>
              <a:gdLst/>
              <a:ahLst/>
              <a:cxnLst/>
              <a:rect l="l" t="t" r="r" b="b"/>
              <a:pathLst>
                <a:path w="411" h="357" extrusionOk="0">
                  <a:moveTo>
                    <a:pt x="199" y="1"/>
                  </a:moveTo>
                  <a:cubicBezTo>
                    <a:pt x="135" y="1"/>
                    <a:pt x="79" y="38"/>
                    <a:pt x="46" y="88"/>
                  </a:cubicBezTo>
                  <a:cubicBezTo>
                    <a:pt x="0" y="179"/>
                    <a:pt x="23" y="293"/>
                    <a:pt x="114" y="339"/>
                  </a:cubicBezTo>
                  <a:cubicBezTo>
                    <a:pt x="139" y="351"/>
                    <a:pt x="165" y="357"/>
                    <a:pt x="191" y="357"/>
                  </a:cubicBezTo>
                  <a:cubicBezTo>
                    <a:pt x="262" y="357"/>
                    <a:pt x="332" y="314"/>
                    <a:pt x="365" y="247"/>
                  </a:cubicBezTo>
                  <a:cubicBezTo>
                    <a:pt x="411" y="156"/>
                    <a:pt x="365" y="65"/>
                    <a:pt x="274" y="19"/>
                  </a:cubicBezTo>
                  <a:cubicBezTo>
                    <a:pt x="248"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
            <p:cNvSpPr/>
            <p:nvPr/>
          </p:nvSpPr>
          <p:spPr>
            <a:xfrm>
              <a:off x="5923325" y="2101675"/>
              <a:ext cx="8025" cy="5750"/>
            </a:xfrm>
            <a:custGeom>
              <a:avLst/>
              <a:gdLst/>
              <a:ahLst/>
              <a:cxnLst/>
              <a:rect l="l" t="t" r="r" b="b"/>
              <a:pathLst>
                <a:path w="321" h="230" extrusionOk="0">
                  <a:moveTo>
                    <a:pt x="117" y="1"/>
                  </a:moveTo>
                  <a:cubicBezTo>
                    <a:pt x="61" y="1"/>
                    <a:pt x="16" y="31"/>
                    <a:pt x="1" y="92"/>
                  </a:cubicBezTo>
                  <a:lnTo>
                    <a:pt x="274" y="229"/>
                  </a:lnTo>
                  <a:cubicBezTo>
                    <a:pt x="320" y="161"/>
                    <a:pt x="274" y="47"/>
                    <a:pt x="206" y="24"/>
                  </a:cubicBezTo>
                  <a:cubicBezTo>
                    <a:pt x="176" y="9"/>
                    <a:pt x="145" y="1"/>
                    <a:pt x="1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
            <p:cNvSpPr/>
            <p:nvPr/>
          </p:nvSpPr>
          <p:spPr>
            <a:xfrm>
              <a:off x="6234900" y="2023875"/>
              <a:ext cx="6875" cy="5950"/>
            </a:xfrm>
            <a:custGeom>
              <a:avLst/>
              <a:gdLst/>
              <a:ahLst/>
              <a:cxnLst/>
              <a:rect l="l" t="t" r="r" b="b"/>
              <a:pathLst>
                <a:path w="275" h="238" extrusionOk="0">
                  <a:moveTo>
                    <a:pt x="145" y="0"/>
                  </a:moveTo>
                  <a:cubicBezTo>
                    <a:pt x="104" y="0"/>
                    <a:pt x="57" y="26"/>
                    <a:pt x="23" y="77"/>
                  </a:cubicBezTo>
                  <a:cubicBezTo>
                    <a:pt x="0" y="123"/>
                    <a:pt x="23" y="191"/>
                    <a:pt x="91" y="214"/>
                  </a:cubicBezTo>
                  <a:cubicBezTo>
                    <a:pt x="108" y="230"/>
                    <a:pt x="127" y="238"/>
                    <a:pt x="146" y="238"/>
                  </a:cubicBezTo>
                  <a:cubicBezTo>
                    <a:pt x="180" y="238"/>
                    <a:pt x="214" y="213"/>
                    <a:pt x="228" y="168"/>
                  </a:cubicBezTo>
                  <a:cubicBezTo>
                    <a:pt x="274" y="100"/>
                    <a:pt x="251" y="32"/>
                    <a:pt x="183" y="9"/>
                  </a:cubicBezTo>
                  <a:cubicBezTo>
                    <a:pt x="171" y="3"/>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
            <p:cNvSpPr/>
            <p:nvPr/>
          </p:nvSpPr>
          <p:spPr>
            <a:xfrm>
              <a:off x="6446600" y="2141750"/>
              <a:ext cx="8575" cy="7525"/>
            </a:xfrm>
            <a:custGeom>
              <a:avLst/>
              <a:gdLst/>
              <a:ahLst/>
              <a:cxnLst/>
              <a:rect l="l" t="t" r="r" b="b"/>
              <a:pathLst>
                <a:path w="343" h="301" extrusionOk="0">
                  <a:moveTo>
                    <a:pt x="176" y="0"/>
                  </a:moveTo>
                  <a:cubicBezTo>
                    <a:pt x="114" y="0"/>
                    <a:pt x="62" y="38"/>
                    <a:pt x="46" y="87"/>
                  </a:cubicBezTo>
                  <a:cubicBezTo>
                    <a:pt x="0" y="155"/>
                    <a:pt x="46" y="247"/>
                    <a:pt x="114" y="292"/>
                  </a:cubicBezTo>
                  <a:cubicBezTo>
                    <a:pt x="132" y="298"/>
                    <a:pt x="150" y="301"/>
                    <a:pt x="169" y="301"/>
                  </a:cubicBezTo>
                  <a:cubicBezTo>
                    <a:pt x="226" y="301"/>
                    <a:pt x="286" y="275"/>
                    <a:pt x="320" y="224"/>
                  </a:cubicBezTo>
                  <a:cubicBezTo>
                    <a:pt x="343" y="133"/>
                    <a:pt x="320" y="64"/>
                    <a:pt x="251" y="19"/>
                  </a:cubicBezTo>
                  <a:cubicBezTo>
                    <a:pt x="226" y="6"/>
                    <a:pt x="200" y="0"/>
                    <a:pt x="17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
            <p:cNvSpPr/>
            <p:nvPr/>
          </p:nvSpPr>
          <p:spPr>
            <a:xfrm>
              <a:off x="6334175" y="2114225"/>
              <a:ext cx="6875" cy="5975"/>
            </a:xfrm>
            <a:custGeom>
              <a:avLst/>
              <a:gdLst/>
              <a:ahLst/>
              <a:cxnLst/>
              <a:rect l="l" t="t" r="r" b="b"/>
              <a:pathLst>
                <a:path w="275" h="239" extrusionOk="0">
                  <a:moveTo>
                    <a:pt x="123" y="0"/>
                  </a:moveTo>
                  <a:cubicBezTo>
                    <a:pt x="82" y="0"/>
                    <a:pt x="38" y="25"/>
                    <a:pt x="24" y="70"/>
                  </a:cubicBezTo>
                  <a:cubicBezTo>
                    <a:pt x="1" y="138"/>
                    <a:pt x="24" y="207"/>
                    <a:pt x="92" y="229"/>
                  </a:cubicBezTo>
                  <a:cubicBezTo>
                    <a:pt x="104" y="235"/>
                    <a:pt x="118" y="238"/>
                    <a:pt x="133" y="238"/>
                  </a:cubicBezTo>
                  <a:cubicBezTo>
                    <a:pt x="173" y="238"/>
                    <a:pt x="218" y="217"/>
                    <a:pt x="252" y="184"/>
                  </a:cubicBezTo>
                  <a:cubicBezTo>
                    <a:pt x="275" y="115"/>
                    <a:pt x="252" y="47"/>
                    <a:pt x="183" y="24"/>
                  </a:cubicBezTo>
                  <a:cubicBezTo>
                    <a:pt x="167" y="8"/>
                    <a:pt x="145" y="0"/>
                    <a:pt x="12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
            <p:cNvSpPr/>
            <p:nvPr/>
          </p:nvSpPr>
          <p:spPr>
            <a:xfrm>
              <a:off x="6487100" y="2171275"/>
              <a:ext cx="7450" cy="6800"/>
            </a:xfrm>
            <a:custGeom>
              <a:avLst/>
              <a:gdLst/>
              <a:ahLst/>
              <a:cxnLst/>
              <a:rect l="l" t="t" r="r" b="b"/>
              <a:pathLst>
                <a:path w="298" h="272" extrusionOk="0">
                  <a:moveTo>
                    <a:pt x="129" y="1"/>
                  </a:moveTo>
                  <a:cubicBezTo>
                    <a:pt x="82" y="1"/>
                    <a:pt x="38" y="26"/>
                    <a:pt x="24" y="70"/>
                  </a:cubicBezTo>
                  <a:cubicBezTo>
                    <a:pt x="1" y="139"/>
                    <a:pt x="24" y="230"/>
                    <a:pt x="92" y="253"/>
                  </a:cubicBezTo>
                  <a:cubicBezTo>
                    <a:pt x="111" y="265"/>
                    <a:pt x="130" y="271"/>
                    <a:pt x="149" y="271"/>
                  </a:cubicBezTo>
                  <a:cubicBezTo>
                    <a:pt x="197" y="271"/>
                    <a:pt x="242" y="234"/>
                    <a:pt x="275" y="184"/>
                  </a:cubicBezTo>
                  <a:cubicBezTo>
                    <a:pt x="298" y="139"/>
                    <a:pt x="275" y="47"/>
                    <a:pt x="206" y="24"/>
                  </a:cubicBezTo>
                  <a:cubicBezTo>
                    <a:pt x="182" y="8"/>
                    <a:pt x="155"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
            <p:cNvSpPr/>
            <p:nvPr/>
          </p:nvSpPr>
          <p:spPr>
            <a:xfrm>
              <a:off x="5616325" y="1456100"/>
              <a:ext cx="9150" cy="7850"/>
            </a:xfrm>
            <a:custGeom>
              <a:avLst/>
              <a:gdLst/>
              <a:ahLst/>
              <a:cxnLst/>
              <a:rect l="l" t="t" r="r" b="b"/>
              <a:pathLst>
                <a:path w="366" h="314" extrusionOk="0">
                  <a:moveTo>
                    <a:pt x="197" y="0"/>
                  </a:moveTo>
                  <a:cubicBezTo>
                    <a:pt x="134" y="0"/>
                    <a:pt x="64" y="30"/>
                    <a:pt x="46" y="100"/>
                  </a:cubicBezTo>
                  <a:cubicBezTo>
                    <a:pt x="1" y="168"/>
                    <a:pt x="23" y="260"/>
                    <a:pt x="115" y="305"/>
                  </a:cubicBezTo>
                  <a:cubicBezTo>
                    <a:pt x="132" y="311"/>
                    <a:pt x="152" y="314"/>
                    <a:pt x="172" y="314"/>
                  </a:cubicBezTo>
                  <a:cubicBezTo>
                    <a:pt x="234" y="314"/>
                    <a:pt x="303" y="288"/>
                    <a:pt x="320" y="237"/>
                  </a:cubicBezTo>
                  <a:cubicBezTo>
                    <a:pt x="366" y="146"/>
                    <a:pt x="320" y="54"/>
                    <a:pt x="252" y="9"/>
                  </a:cubicBezTo>
                  <a:cubicBezTo>
                    <a:pt x="235" y="3"/>
                    <a:pt x="217"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
            <p:cNvSpPr/>
            <p:nvPr/>
          </p:nvSpPr>
          <p:spPr>
            <a:xfrm>
              <a:off x="6119625" y="1335100"/>
              <a:ext cx="6875" cy="5600"/>
            </a:xfrm>
            <a:custGeom>
              <a:avLst/>
              <a:gdLst/>
              <a:ahLst/>
              <a:cxnLst/>
              <a:rect l="l" t="t" r="r" b="b"/>
              <a:pathLst>
                <a:path w="275" h="224" extrusionOk="0">
                  <a:moveTo>
                    <a:pt x="129" y="1"/>
                  </a:moveTo>
                  <a:cubicBezTo>
                    <a:pt x="81" y="1"/>
                    <a:pt x="40" y="22"/>
                    <a:pt x="23" y="55"/>
                  </a:cubicBezTo>
                  <a:cubicBezTo>
                    <a:pt x="0" y="124"/>
                    <a:pt x="23" y="192"/>
                    <a:pt x="69" y="215"/>
                  </a:cubicBezTo>
                  <a:cubicBezTo>
                    <a:pt x="87" y="221"/>
                    <a:pt x="106" y="224"/>
                    <a:pt x="123" y="224"/>
                  </a:cubicBezTo>
                  <a:cubicBezTo>
                    <a:pt x="171" y="224"/>
                    <a:pt x="212" y="203"/>
                    <a:pt x="229" y="169"/>
                  </a:cubicBezTo>
                  <a:cubicBezTo>
                    <a:pt x="274" y="101"/>
                    <a:pt x="252" y="32"/>
                    <a:pt x="183" y="10"/>
                  </a:cubicBezTo>
                  <a:cubicBezTo>
                    <a:pt x="165" y="4"/>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
            <p:cNvSpPr/>
            <p:nvPr/>
          </p:nvSpPr>
          <p:spPr>
            <a:xfrm>
              <a:off x="6379250" y="2269800"/>
              <a:ext cx="7450" cy="6550"/>
            </a:xfrm>
            <a:custGeom>
              <a:avLst/>
              <a:gdLst/>
              <a:ahLst/>
              <a:cxnLst/>
              <a:rect l="l" t="t" r="r" b="b"/>
              <a:pathLst>
                <a:path w="298" h="262" extrusionOk="0">
                  <a:moveTo>
                    <a:pt x="156" y="1"/>
                  </a:moveTo>
                  <a:cubicBezTo>
                    <a:pt x="107" y="1"/>
                    <a:pt x="64" y="27"/>
                    <a:pt x="47" y="78"/>
                  </a:cubicBezTo>
                  <a:cubicBezTo>
                    <a:pt x="1" y="146"/>
                    <a:pt x="47" y="215"/>
                    <a:pt x="92" y="238"/>
                  </a:cubicBezTo>
                  <a:cubicBezTo>
                    <a:pt x="117" y="254"/>
                    <a:pt x="141" y="261"/>
                    <a:pt x="164" y="261"/>
                  </a:cubicBezTo>
                  <a:cubicBezTo>
                    <a:pt x="206" y="261"/>
                    <a:pt x="245" y="236"/>
                    <a:pt x="275" y="192"/>
                  </a:cubicBezTo>
                  <a:cubicBezTo>
                    <a:pt x="298" y="124"/>
                    <a:pt x="275" y="55"/>
                    <a:pt x="206" y="9"/>
                  </a:cubicBezTo>
                  <a:cubicBezTo>
                    <a:pt x="189" y="4"/>
                    <a:pt x="172"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
            <p:cNvSpPr/>
            <p:nvPr/>
          </p:nvSpPr>
          <p:spPr>
            <a:xfrm>
              <a:off x="5894225" y="1387375"/>
              <a:ext cx="7450" cy="6775"/>
            </a:xfrm>
            <a:custGeom>
              <a:avLst/>
              <a:gdLst/>
              <a:ahLst/>
              <a:cxnLst/>
              <a:rect l="l" t="t" r="r" b="b"/>
              <a:pathLst>
                <a:path w="298" h="271" extrusionOk="0">
                  <a:moveTo>
                    <a:pt x="159" y="0"/>
                  </a:moveTo>
                  <a:cubicBezTo>
                    <a:pt x="115" y="0"/>
                    <a:pt x="63" y="38"/>
                    <a:pt x="46" y="87"/>
                  </a:cubicBezTo>
                  <a:cubicBezTo>
                    <a:pt x="0" y="133"/>
                    <a:pt x="23" y="224"/>
                    <a:pt x="92" y="247"/>
                  </a:cubicBezTo>
                  <a:cubicBezTo>
                    <a:pt x="116" y="263"/>
                    <a:pt x="143" y="271"/>
                    <a:pt x="169" y="271"/>
                  </a:cubicBezTo>
                  <a:cubicBezTo>
                    <a:pt x="216" y="271"/>
                    <a:pt x="260" y="245"/>
                    <a:pt x="274" y="201"/>
                  </a:cubicBezTo>
                  <a:cubicBezTo>
                    <a:pt x="297" y="133"/>
                    <a:pt x="274" y="41"/>
                    <a:pt x="206" y="19"/>
                  </a:cubicBezTo>
                  <a:cubicBezTo>
                    <a:pt x="193" y="6"/>
                    <a:pt x="177" y="0"/>
                    <a:pt x="15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
            <p:cNvSpPr/>
            <p:nvPr/>
          </p:nvSpPr>
          <p:spPr>
            <a:xfrm>
              <a:off x="6001500" y="1393650"/>
              <a:ext cx="11450" cy="10050"/>
            </a:xfrm>
            <a:custGeom>
              <a:avLst/>
              <a:gdLst/>
              <a:ahLst/>
              <a:cxnLst/>
              <a:rect l="l" t="t" r="r" b="b"/>
              <a:pathLst>
                <a:path w="458" h="402" extrusionOk="0">
                  <a:moveTo>
                    <a:pt x="230" y="1"/>
                  </a:moveTo>
                  <a:cubicBezTo>
                    <a:pt x="150" y="1"/>
                    <a:pt x="80" y="43"/>
                    <a:pt x="46" y="110"/>
                  </a:cubicBezTo>
                  <a:cubicBezTo>
                    <a:pt x="1" y="201"/>
                    <a:pt x="46" y="338"/>
                    <a:pt x="138" y="384"/>
                  </a:cubicBezTo>
                  <a:cubicBezTo>
                    <a:pt x="162" y="396"/>
                    <a:pt x="190" y="402"/>
                    <a:pt x="218" y="402"/>
                  </a:cubicBezTo>
                  <a:cubicBezTo>
                    <a:pt x="296" y="402"/>
                    <a:pt x="378" y="359"/>
                    <a:pt x="411" y="293"/>
                  </a:cubicBezTo>
                  <a:cubicBezTo>
                    <a:pt x="457" y="178"/>
                    <a:pt x="411" y="64"/>
                    <a:pt x="320" y="19"/>
                  </a:cubicBezTo>
                  <a:cubicBezTo>
                    <a:pt x="290"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
            <p:cNvSpPr/>
            <p:nvPr/>
          </p:nvSpPr>
          <p:spPr>
            <a:xfrm>
              <a:off x="6008350" y="1367625"/>
              <a:ext cx="6875" cy="5625"/>
            </a:xfrm>
            <a:custGeom>
              <a:avLst/>
              <a:gdLst/>
              <a:ahLst/>
              <a:cxnLst/>
              <a:rect l="l" t="t" r="r" b="b"/>
              <a:pathLst>
                <a:path w="275" h="225" extrusionOk="0">
                  <a:moveTo>
                    <a:pt x="143" y="1"/>
                  </a:moveTo>
                  <a:cubicBezTo>
                    <a:pt x="104" y="1"/>
                    <a:pt x="63" y="22"/>
                    <a:pt x="46" y="55"/>
                  </a:cubicBezTo>
                  <a:cubicBezTo>
                    <a:pt x="0" y="124"/>
                    <a:pt x="46" y="192"/>
                    <a:pt x="92" y="215"/>
                  </a:cubicBezTo>
                  <a:cubicBezTo>
                    <a:pt x="104" y="221"/>
                    <a:pt x="118" y="224"/>
                    <a:pt x="133" y="224"/>
                  </a:cubicBezTo>
                  <a:cubicBezTo>
                    <a:pt x="173" y="224"/>
                    <a:pt x="218" y="203"/>
                    <a:pt x="252" y="169"/>
                  </a:cubicBezTo>
                  <a:cubicBezTo>
                    <a:pt x="274" y="101"/>
                    <a:pt x="252" y="32"/>
                    <a:pt x="183" y="10"/>
                  </a:cubicBezTo>
                  <a:cubicBezTo>
                    <a:pt x="171" y="4"/>
                    <a:pt x="157"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
            <p:cNvSpPr/>
            <p:nvPr/>
          </p:nvSpPr>
          <p:spPr>
            <a:xfrm>
              <a:off x="5362975" y="1316625"/>
              <a:ext cx="10850" cy="10050"/>
            </a:xfrm>
            <a:custGeom>
              <a:avLst/>
              <a:gdLst/>
              <a:ahLst/>
              <a:cxnLst/>
              <a:rect l="l" t="t" r="r" b="b"/>
              <a:pathLst>
                <a:path w="434" h="402" extrusionOk="0">
                  <a:moveTo>
                    <a:pt x="220" y="0"/>
                  </a:moveTo>
                  <a:cubicBezTo>
                    <a:pt x="149" y="0"/>
                    <a:pt x="79" y="43"/>
                    <a:pt x="46" y="110"/>
                  </a:cubicBezTo>
                  <a:cubicBezTo>
                    <a:pt x="0" y="224"/>
                    <a:pt x="23" y="338"/>
                    <a:pt x="137" y="383"/>
                  </a:cubicBezTo>
                  <a:cubicBezTo>
                    <a:pt x="161" y="396"/>
                    <a:pt x="188" y="401"/>
                    <a:pt x="214" y="401"/>
                  </a:cubicBezTo>
                  <a:cubicBezTo>
                    <a:pt x="285" y="401"/>
                    <a:pt x="355" y="359"/>
                    <a:pt x="388" y="292"/>
                  </a:cubicBezTo>
                  <a:cubicBezTo>
                    <a:pt x="434" y="201"/>
                    <a:pt x="411"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
            <p:cNvSpPr/>
            <p:nvPr/>
          </p:nvSpPr>
          <p:spPr>
            <a:xfrm>
              <a:off x="5700775" y="1946600"/>
              <a:ext cx="10875" cy="9575"/>
            </a:xfrm>
            <a:custGeom>
              <a:avLst/>
              <a:gdLst/>
              <a:ahLst/>
              <a:cxnLst/>
              <a:rect l="l" t="t" r="r" b="b"/>
              <a:pathLst>
                <a:path w="435" h="383" extrusionOk="0">
                  <a:moveTo>
                    <a:pt x="221" y="0"/>
                  </a:moveTo>
                  <a:cubicBezTo>
                    <a:pt x="150" y="0"/>
                    <a:pt x="80" y="43"/>
                    <a:pt x="46" y="110"/>
                  </a:cubicBezTo>
                  <a:cubicBezTo>
                    <a:pt x="1" y="201"/>
                    <a:pt x="46" y="315"/>
                    <a:pt x="138" y="361"/>
                  </a:cubicBezTo>
                  <a:cubicBezTo>
                    <a:pt x="167" y="375"/>
                    <a:pt x="198" y="383"/>
                    <a:pt x="228" y="383"/>
                  </a:cubicBezTo>
                  <a:cubicBezTo>
                    <a:pt x="294" y="383"/>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
            <p:cNvSpPr/>
            <p:nvPr/>
          </p:nvSpPr>
          <p:spPr>
            <a:xfrm>
              <a:off x="5855425" y="1750525"/>
              <a:ext cx="6300" cy="5850"/>
            </a:xfrm>
            <a:custGeom>
              <a:avLst/>
              <a:gdLst/>
              <a:ahLst/>
              <a:cxnLst/>
              <a:rect l="l" t="t" r="r" b="b"/>
              <a:pathLst>
                <a:path w="252" h="234" extrusionOk="0">
                  <a:moveTo>
                    <a:pt x="132" y="1"/>
                  </a:moveTo>
                  <a:cubicBezTo>
                    <a:pt x="83" y="1"/>
                    <a:pt x="40" y="27"/>
                    <a:pt x="23" y="78"/>
                  </a:cubicBezTo>
                  <a:cubicBezTo>
                    <a:pt x="0" y="124"/>
                    <a:pt x="23" y="192"/>
                    <a:pt x="69" y="215"/>
                  </a:cubicBezTo>
                  <a:cubicBezTo>
                    <a:pt x="89" y="228"/>
                    <a:pt x="109" y="234"/>
                    <a:pt x="128" y="234"/>
                  </a:cubicBezTo>
                  <a:cubicBezTo>
                    <a:pt x="173" y="234"/>
                    <a:pt x="212" y="201"/>
                    <a:pt x="229" y="169"/>
                  </a:cubicBezTo>
                  <a:cubicBezTo>
                    <a:pt x="251" y="101"/>
                    <a:pt x="229" y="32"/>
                    <a:pt x="183" y="9"/>
                  </a:cubicBezTo>
                  <a:cubicBezTo>
                    <a:pt x="166" y="4"/>
                    <a:pt x="149" y="1"/>
                    <a:pt x="1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
            <p:cNvSpPr/>
            <p:nvPr/>
          </p:nvSpPr>
          <p:spPr>
            <a:xfrm>
              <a:off x="6088250" y="2038450"/>
              <a:ext cx="9725" cy="8675"/>
            </a:xfrm>
            <a:custGeom>
              <a:avLst/>
              <a:gdLst/>
              <a:ahLst/>
              <a:cxnLst/>
              <a:rect l="l" t="t" r="r" b="b"/>
              <a:pathLst>
                <a:path w="389" h="347" extrusionOk="0">
                  <a:moveTo>
                    <a:pt x="194" y="1"/>
                  </a:moveTo>
                  <a:cubicBezTo>
                    <a:pt x="124" y="1"/>
                    <a:pt x="56" y="38"/>
                    <a:pt x="23" y="88"/>
                  </a:cubicBezTo>
                  <a:cubicBezTo>
                    <a:pt x="0" y="179"/>
                    <a:pt x="23" y="293"/>
                    <a:pt x="114" y="339"/>
                  </a:cubicBezTo>
                  <a:cubicBezTo>
                    <a:pt x="136" y="344"/>
                    <a:pt x="157" y="347"/>
                    <a:pt x="178" y="347"/>
                  </a:cubicBezTo>
                  <a:cubicBezTo>
                    <a:pt x="246" y="347"/>
                    <a:pt x="308" y="317"/>
                    <a:pt x="342" y="247"/>
                  </a:cubicBezTo>
                  <a:cubicBezTo>
                    <a:pt x="388" y="156"/>
                    <a:pt x="342" y="65"/>
                    <a:pt x="274" y="19"/>
                  </a:cubicBezTo>
                  <a:cubicBezTo>
                    <a:pt x="248" y="6"/>
                    <a:pt x="221" y="1"/>
                    <a:pt x="19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
            <p:cNvSpPr/>
            <p:nvPr/>
          </p:nvSpPr>
          <p:spPr>
            <a:xfrm>
              <a:off x="6130475" y="2013600"/>
              <a:ext cx="6300" cy="5600"/>
            </a:xfrm>
            <a:custGeom>
              <a:avLst/>
              <a:gdLst/>
              <a:ahLst/>
              <a:cxnLst/>
              <a:rect l="l" t="t" r="r" b="b"/>
              <a:pathLst>
                <a:path w="252" h="224" extrusionOk="0">
                  <a:moveTo>
                    <a:pt x="136" y="0"/>
                  </a:moveTo>
                  <a:cubicBezTo>
                    <a:pt x="93" y="0"/>
                    <a:pt x="63" y="26"/>
                    <a:pt x="46" y="77"/>
                  </a:cubicBezTo>
                  <a:cubicBezTo>
                    <a:pt x="0" y="123"/>
                    <a:pt x="23" y="191"/>
                    <a:pt x="91" y="214"/>
                  </a:cubicBezTo>
                  <a:cubicBezTo>
                    <a:pt x="104" y="220"/>
                    <a:pt x="118" y="223"/>
                    <a:pt x="132" y="223"/>
                  </a:cubicBezTo>
                  <a:cubicBezTo>
                    <a:pt x="170" y="223"/>
                    <a:pt x="212" y="202"/>
                    <a:pt x="228" y="169"/>
                  </a:cubicBezTo>
                  <a:cubicBezTo>
                    <a:pt x="251" y="100"/>
                    <a:pt x="228" y="55"/>
                    <a:pt x="183" y="9"/>
                  </a:cubicBezTo>
                  <a:cubicBezTo>
                    <a:pt x="166" y="3"/>
                    <a:pt x="150" y="0"/>
                    <a:pt x="13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
            <p:cNvSpPr/>
            <p:nvPr/>
          </p:nvSpPr>
          <p:spPr>
            <a:xfrm>
              <a:off x="6356425" y="1213000"/>
              <a:ext cx="8025" cy="6975"/>
            </a:xfrm>
            <a:custGeom>
              <a:avLst/>
              <a:gdLst/>
              <a:ahLst/>
              <a:cxnLst/>
              <a:rect l="l" t="t" r="r" b="b"/>
              <a:pathLst>
                <a:path w="321" h="279" extrusionOk="0">
                  <a:moveTo>
                    <a:pt x="175" y="0"/>
                  </a:moveTo>
                  <a:cubicBezTo>
                    <a:pt x="119" y="0"/>
                    <a:pt x="64" y="26"/>
                    <a:pt x="47" y="77"/>
                  </a:cubicBezTo>
                  <a:cubicBezTo>
                    <a:pt x="1" y="146"/>
                    <a:pt x="47" y="237"/>
                    <a:pt x="115" y="260"/>
                  </a:cubicBezTo>
                  <a:cubicBezTo>
                    <a:pt x="134" y="273"/>
                    <a:pt x="153" y="278"/>
                    <a:pt x="172" y="278"/>
                  </a:cubicBezTo>
                  <a:cubicBezTo>
                    <a:pt x="220" y="278"/>
                    <a:pt x="265" y="241"/>
                    <a:pt x="298" y="192"/>
                  </a:cubicBezTo>
                  <a:cubicBezTo>
                    <a:pt x="320" y="123"/>
                    <a:pt x="298" y="55"/>
                    <a:pt x="229" y="9"/>
                  </a:cubicBezTo>
                  <a:cubicBezTo>
                    <a:pt x="212" y="3"/>
                    <a:pt x="194"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
            <p:cNvSpPr/>
            <p:nvPr/>
          </p:nvSpPr>
          <p:spPr>
            <a:xfrm>
              <a:off x="6440325" y="1140150"/>
              <a:ext cx="6875" cy="5975"/>
            </a:xfrm>
            <a:custGeom>
              <a:avLst/>
              <a:gdLst/>
              <a:ahLst/>
              <a:cxnLst/>
              <a:rect l="l" t="t" r="r" b="b"/>
              <a:pathLst>
                <a:path w="275" h="239" extrusionOk="0">
                  <a:moveTo>
                    <a:pt x="112" y="0"/>
                  </a:moveTo>
                  <a:cubicBezTo>
                    <a:pt x="72" y="0"/>
                    <a:pt x="38" y="26"/>
                    <a:pt x="23" y="70"/>
                  </a:cubicBezTo>
                  <a:cubicBezTo>
                    <a:pt x="0" y="138"/>
                    <a:pt x="23" y="207"/>
                    <a:pt x="92" y="230"/>
                  </a:cubicBezTo>
                  <a:cubicBezTo>
                    <a:pt x="103" y="235"/>
                    <a:pt x="116" y="238"/>
                    <a:pt x="129" y="238"/>
                  </a:cubicBezTo>
                  <a:cubicBezTo>
                    <a:pt x="169" y="238"/>
                    <a:pt x="211" y="213"/>
                    <a:pt x="229" y="161"/>
                  </a:cubicBezTo>
                  <a:cubicBezTo>
                    <a:pt x="274" y="116"/>
                    <a:pt x="251" y="47"/>
                    <a:pt x="183" y="24"/>
                  </a:cubicBezTo>
                  <a:cubicBezTo>
                    <a:pt x="159" y="8"/>
                    <a:pt x="134" y="0"/>
                    <a:pt x="11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
            <p:cNvSpPr/>
            <p:nvPr/>
          </p:nvSpPr>
          <p:spPr>
            <a:xfrm>
              <a:off x="5971250" y="1554575"/>
              <a:ext cx="9725" cy="8675"/>
            </a:xfrm>
            <a:custGeom>
              <a:avLst/>
              <a:gdLst/>
              <a:ahLst/>
              <a:cxnLst/>
              <a:rect l="l" t="t" r="r" b="b"/>
              <a:pathLst>
                <a:path w="389" h="347" extrusionOk="0">
                  <a:moveTo>
                    <a:pt x="189" y="0"/>
                  </a:moveTo>
                  <a:cubicBezTo>
                    <a:pt x="127" y="0"/>
                    <a:pt x="57" y="43"/>
                    <a:pt x="24" y="110"/>
                  </a:cubicBezTo>
                  <a:cubicBezTo>
                    <a:pt x="1" y="178"/>
                    <a:pt x="24" y="292"/>
                    <a:pt x="115" y="338"/>
                  </a:cubicBezTo>
                  <a:cubicBezTo>
                    <a:pt x="137" y="343"/>
                    <a:pt x="158" y="346"/>
                    <a:pt x="179" y="346"/>
                  </a:cubicBezTo>
                  <a:cubicBezTo>
                    <a:pt x="247" y="346"/>
                    <a:pt x="308" y="316"/>
                    <a:pt x="343" y="247"/>
                  </a:cubicBezTo>
                  <a:cubicBezTo>
                    <a:pt x="389" y="178"/>
                    <a:pt x="343" y="64"/>
                    <a:pt x="252" y="18"/>
                  </a:cubicBezTo>
                  <a:cubicBezTo>
                    <a:pt x="234" y="6"/>
                    <a:pt x="212"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
            <p:cNvSpPr/>
            <p:nvPr/>
          </p:nvSpPr>
          <p:spPr>
            <a:xfrm>
              <a:off x="5831450" y="1597350"/>
              <a:ext cx="6875" cy="6225"/>
            </a:xfrm>
            <a:custGeom>
              <a:avLst/>
              <a:gdLst/>
              <a:ahLst/>
              <a:cxnLst/>
              <a:rect l="l" t="t" r="r" b="b"/>
              <a:pathLst>
                <a:path w="275" h="249" extrusionOk="0">
                  <a:moveTo>
                    <a:pt x="138" y="0"/>
                  </a:moveTo>
                  <a:cubicBezTo>
                    <a:pt x="99" y="0"/>
                    <a:pt x="56" y="33"/>
                    <a:pt x="23" y="65"/>
                  </a:cubicBezTo>
                  <a:cubicBezTo>
                    <a:pt x="1" y="133"/>
                    <a:pt x="23" y="202"/>
                    <a:pt x="92" y="225"/>
                  </a:cubicBezTo>
                  <a:cubicBezTo>
                    <a:pt x="108" y="241"/>
                    <a:pt x="130" y="248"/>
                    <a:pt x="153" y="248"/>
                  </a:cubicBezTo>
                  <a:cubicBezTo>
                    <a:pt x="194" y="248"/>
                    <a:pt x="237" y="223"/>
                    <a:pt x="252" y="179"/>
                  </a:cubicBezTo>
                  <a:cubicBezTo>
                    <a:pt x="275" y="111"/>
                    <a:pt x="252" y="42"/>
                    <a:pt x="183" y="19"/>
                  </a:cubicBezTo>
                  <a:cubicBezTo>
                    <a:pt x="170" y="6"/>
                    <a:pt x="155" y="0"/>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
            <p:cNvSpPr/>
            <p:nvPr/>
          </p:nvSpPr>
          <p:spPr>
            <a:xfrm>
              <a:off x="6038600" y="1537125"/>
              <a:ext cx="7425" cy="6725"/>
            </a:xfrm>
            <a:custGeom>
              <a:avLst/>
              <a:gdLst/>
              <a:ahLst/>
              <a:cxnLst/>
              <a:rect l="l" t="t" r="r" b="b"/>
              <a:pathLst>
                <a:path w="297" h="269" extrusionOk="0">
                  <a:moveTo>
                    <a:pt x="155" y="0"/>
                  </a:moveTo>
                  <a:cubicBezTo>
                    <a:pt x="104" y="0"/>
                    <a:pt x="57" y="26"/>
                    <a:pt x="23" y="77"/>
                  </a:cubicBezTo>
                  <a:cubicBezTo>
                    <a:pt x="0" y="146"/>
                    <a:pt x="23" y="214"/>
                    <a:pt x="92" y="260"/>
                  </a:cubicBezTo>
                  <a:cubicBezTo>
                    <a:pt x="109" y="266"/>
                    <a:pt x="126" y="268"/>
                    <a:pt x="142" y="268"/>
                  </a:cubicBezTo>
                  <a:cubicBezTo>
                    <a:pt x="191" y="268"/>
                    <a:pt x="234" y="243"/>
                    <a:pt x="251" y="191"/>
                  </a:cubicBezTo>
                  <a:cubicBezTo>
                    <a:pt x="297" y="123"/>
                    <a:pt x="274" y="54"/>
                    <a:pt x="206" y="9"/>
                  </a:cubicBezTo>
                  <a:cubicBezTo>
                    <a:pt x="189" y="3"/>
                    <a:pt x="171"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
            <p:cNvSpPr/>
            <p:nvPr/>
          </p:nvSpPr>
          <p:spPr>
            <a:xfrm>
              <a:off x="5843425" y="1571125"/>
              <a:ext cx="10875" cy="9475"/>
            </a:xfrm>
            <a:custGeom>
              <a:avLst/>
              <a:gdLst/>
              <a:ahLst/>
              <a:cxnLst/>
              <a:rect l="l" t="t" r="r" b="b"/>
              <a:pathLst>
                <a:path w="435" h="379" extrusionOk="0">
                  <a:moveTo>
                    <a:pt x="221" y="0"/>
                  </a:moveTo>
                  <a:cubicBezTo>
                    <a:pt x="150" y="0"/>
                    <a:pt x="80" y="43"/>
                    <a:pt x="47" y="110"/>
                  </a:cubicBezTo>
                  <a:cubicBezTo>
                    <a:pt x="1" y="201"/>
                    <a:pt x="47" y="315"/>
                    <a:pt x="138" y="361"/>
                  </a:cubicBezTo>
                  <a:cubicBezTo>
                    <a:pt x="162" y="373"/>
                    <a:pt x="189" y="379"/>
                    <a:pt x="214" y="379"/>
                  </a:cubicBezTo>
                  <a:cubicBezTo>
                    <a:pt x="285" y="379"/>
                    <a:pt x="356" y="336"/>
                    <a:pt x="389" y="269"/>
                  </a:cubicBezTo>
                  <a:cubicBezTo>
                    <a:pt x="435" y="178"/>
                    <a:pt x="389" y="64"/>
                    <a:pt x="298"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
            <p:cNvSpPr/>
            <p:nvPr/>
          </p:nvSpPr>
          <p:spPr>
            <a:xfrm>
              <a:off x="5876525" y="1557650"/>
              <a:ext cx="8025" cy="6750"/>
            </a:xfrm>
            <a:custGeom>
              <a:avLst/>
              <a:gdLst/>
              <a:ahLst/>
              <a:cxnLst/>
              <a:rect l="l" t="t" r="r" b="b"/>
              <a:pathLst>
                <a:path w="321" h="270" extrusionOk="0">
                  <a:moveTo>
                    <a:pt x="175" y="1"/>
                  </a:moveTo>
                  <a:cubicBezTo>
                    <a:pt x="119" y="1"/>
                    <a:pt x="64" y="27"/>
                    <a:pt x="47" y="78"/>
                  </a:cubicBezTo>
                  <a:cubicBezTo>
                    <a:pt x="1" y="146"/>
                    <a:pt x="24" y="215"/>
                    <a:pt x="92" y="261"/>
                  </a:cubicBezTo>
                  <a:cubicBezTo>
                    <a:pt x="109" y="266"/>
                    <a:pt x="128" y="269"/>
                    <a:pt x="146" y="269"/>
                  </a:cubicBezTo>
                  <a:cubicBezTo>
                    <a:pt x="202" y="269"/>
                    <a:pt x="258" y="243"/>
                    <a:pt x="275" y="192"/>
                  </a:cubicBezTo>
                  <a:cubicBezTo>
                    <a:pt x="320" y="124"/>
                    <a:pt x="298" y="32"/>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
            <p:cNvSpPr/>
            <p:nvPr/>
          </p:nvSpPr>
          <p:spPr>
            <a:xfrm>
              <a:off x="5967825" y="1547400"/>
              <a:ext cx="9175" cy="7650"/>
            </a:xfrm>
            <a:custGeom>
              <a:avLst/>
              <a:gdLst/>
              <a:ahLst/>
              <a:cxnLst/>
              <a:rect l="l" t="t" r="r" b="b"/>
              <a:pathLst>
                <a:path w="367" h="306" extrusionOk="0">
                  <a:moveTo>
                    <a:pt x="197" y="0"/>
                  </a:moveTo>
                  <a:cubicBezTo>
                    <a:pt x="141" y="0"/>
                    <a:pt x="81" y="26"/>
                    <a:pt x="47" y="77"/>
                  </a:cubicBezTo>
                  <a:cubicBezTo>
                    <a:pt x="1" y="168"/>
                    <a:pt x="47" y="260"/>
                    <a:pt x="115" y="283"/>
                  </a:cubicBezTo>
                  <a:cubicBezTo>
                    <a:pt x="145" y="298"/>
                    <a:pt x="176" y="305"/>
                    <a:pt x="204" y="305"/>
                  </a:cubicBezTo>
                  <a:cubicBezTo>
                    <a:pt x="260" y="305"/>
                    <a:pt x="305" y="275"/>
                    <a:pt x="320" y="214"/>
                  </a:cubicBezTo>
                  <a:cubicBezTo>
                    <a:pt x="366" y="146"/>
                    <a:pt x="320" y="54"/>
                    <a:pt x="252" y="9"/>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
            <p:cNvSpPr/>
            <p:nvPr/>
          </p:nvSpPr>
          <p:spPr>
            <a:xfrm>
              <a:off x="6727925" y="1650100"/>
              <a:ext cx="8575" cy="7100"/>
            </a:xfrm>
            <a:custGeom>
              <a:avLst/>
              <a:gdLst/>
              <a:ahLst/>
              <a:cxnLst/>
              <a:rect l="l" t="t" r="r" b="b"/>
              <a:pathLst>
                <a:path w="343" h="284" extrusionOk="0">
                  <a:moveTo>
                    <a:pt x="174" y="1"/>
                  </a:moveTo>
                  <a:cubicBezTo>
                    <a:pt x="119" y="1"/>
                    <a:pt x="63" y="26"/>
                    <a:pt x="46" y="78"/>
                  </a:cubicBezTo>
                  <a:cubicBezTo>
                    <a:pt x="0" y="146"/>
                    <a:pt x="46" y="237"/>
                    <a:pt x="114" y="260"/>
                  </a:cubicBezTo>
                  <a:cubicBezTo>
                    <a:pt x="137" y="275"/>
                    <a:pt x="163" y="283"/>
                    <a:pt x="187" y="283"/>
                  </a:cubicBezTo>
                  <a:cubicBezTo>
                    <a:pt x="236" y="283"/>
                    <a:pt x="282" y="253"/>
                    <a:pt x="297" y="192"/>
                  </a:cubicBezTo>
                  <a:cubicBezTo>
                    <a:pt x="343" y="123"/>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
            <p:cNvSpPr/>
            <p:nvPr/>
          </p:nvSpPr>
          <p:spPr>
            <a:xfrm>
              <a:off x="6325050" y="2057525"/>
              <a:ext cx="11450" cy="10400"/>
            </a:xfrm>
            <a:custGeom>
              <a:avLst/>
              <a:gdLst/>
              <a:ahLst/>
              <a:cxnLst/>
              <a:rect l="l" t="t" r="r" b="b"/>
              <a:pathLst>
                <a:path w="458" h="416" extrusionOk="0">
                  <a:moveTo>
                    <a:pt x="213" y="0"/>
                  </a:moveTo>
                  <a:cubicBezTo>
                    <a:pt x="140" y="0"/>
                    <a:pt x="77" y="46"/>
                    <a:pt x="46" y="124"/>
                  </a:cubicBezTo>
                  <a:cubicBezTo>
                    <a:pt x="1" y="215"/>
                    <a:pt x="23" y="352"/>
                    <a:pt x="137" y="397"/>
                  </a:cubicBezTo>
                  <a:cubicBezTo>
                    <a:pt x="162" y="410"/>
                    <a:pt x="190" y="415"/>
                    <a:pt x="218" y="415"/>
                  </a:cubicBezTo>
                  <a:cubicBezTo>
                    <a:pt x="296" y="415"/>
                    <a:pt x="378" y="373"/>
                    <a:pt x="411" y="306"/>
                  </a:cubicBezTo>
                  <a:cubicBezTo>
                    <a:pt x="457" y="192"/>
                    <a:pt x="411"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
            <p:cNvSpPr/>
            <p:nvPr/>
          </p:nvSpPr>
          <p:spPr>
            <a:xfrm>
              <a:off x="6331900" y="2044725"/>
              <a:ext cx="9725" cy="8475"/>
            </a:xfrm>
            <a:custGeom>
              <a:avLst/>
              <a:gdLst/>
              <a:ahLst/>
              <a:cxnLst/>
              <a:rect l="l" t="t" r="r" b="b"/>
              <a:pathLst>
                <a:path w="389" h="339" extrusionOk="0">
                  <a:moveTo>
                    <a:pt x="199" y="1"/>
                  </a:moveTo>
                  <a:cubicBezTo>
                    <a:pt x="136" y="1"/>
                    <a:pt x="79" y="38"/>
                    <a:pt x="46" y="88"/>
                  </a:cubicBezTo>
                  <a:cubicBezTo>
                    <a:pt x="0" y="179"/>
                    <a:pt x="46" y="293"/>
                    <a:pt x="115" y="316"/>
                  </a:cubicBezTo>
                  <a:cubicBezTo>
                    <a:pt x="145" y="331"/>
                    <a:pt x="178" y="339"/>
                    <a:pt x="209" y="339"/>
                  </a:cubicBezTo>
                  <a:cubicBezTo>
                    <a:pt x="272" y="339"/>
                    <a:pt x="328" y="308"/>
                    <a:pt x="343" y="247"/>
                  </a:cubicBezTo>
                  <a:cubicBezTo>
                    <a:pt x="388" y="156"/>
                    <a:pt x="366" y="65"/>
                    <a:pt x="274" y="19"/>
                  </a:cubicBezTo>
                  <a:cubicBezTo>
                    <a:pt x="249"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
            <p:cNvSpPr/>
            <p:nvPr/>
          </p:nvSpPr>
          <p:spPr>
            <a:xfrm>
              <a:off x="6327900" y="2032050"/>
              <a:ext cx="8600" cy="7100"/>
            </a:xfrm>
            <a:custGeom>
              <a:avLst/>
              <a:gdLst/>
              <a:ahLst/>
              <a:cxnLst/>
              <a:rect l="l" t="t" r="r" b="b"/>
              <a:pathLst>
                <a:path w="344" h="284" extrusionOk="0">
                  <a:moveTo>
                    <a:pt x="152" y="0"/>
                  </a:moveTo>
                  <a:cubicBezTo>
                    <a:pt x="104" y="0"/>
                    <a:pt x="61" y="26"/>
                    <a:pt x="46" y="70"/>
                  </a:cubicBezTo>
                  <a:cubicBezTo>
                    <a:pt x="1" y="161"/>
                    <a:pt x="46" y="230"/>
                    <a:pt x="115" y="275"/>
                  </a:cubicBezTo>
                  <a:cubicBezTo>
                    <a:pt x="132" y="281"/>
                    <a:pt x="150" y="284"/>
                    <a:pt x="169" y="284"/>
                  </a:cubicBezTo>
                  <a:cubicBezTo>
                    <a:pt x="225" y="284"/>
                    <a:pt x="280" y="258"/>
                    <a:pt x="297" y="207"/>
                  </a:cubicBezTo>
                  <a:cubicBezTo>
                    <a:pt x="343" y="138"/>
                    <a:pt x="297"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
            <p:cNvSpPr/>
            <p:nvPr/>
          </p:nvSpPr>
          <p:spPr>
            <a:xfrm>
              <a:off x="6327900" y="2017025"/>
              <a:ext cx="8025" cy="7100"/>
            </a:xfrm>
            <a:custGeom>
              <a:avLst/>
              <a:gdLst/>
              <a:ahLst/>
              <a:cxnLst/>
              <a:rect l="l" t="t" r="r" b="b"/>
              <a:pathLst>
                <a:path w="321" h="284" extrusionOk="0">
                  <a:moveTo>
                    <a:pt x="175" y="0"/>
                  </a:moveTo>
                  <a:cubicBezTo>
                    <a:pt x="119" y="0"/>
                    <a:pt x="63" y="26"/>
                    <a:pt x="46" y="77"/>
                  </a:cubicBezTo>
                  <a:cubicBezTo>
                    <a:pt x="1" y="146"/>
                    <a:pt x="23" y="237"/>
                    <a:pt x="92" y="260"/>
                  </a:cubicBezTo>
                  <a:cubicBezTo>
                    <a:pt x="124" y="276"/>
                    <a:pt x="154" y="284"/>
                    <a:pt x="180" y="284"/>
                  </a:cubicBezTo>
                  <a:cubicBezTo>
                    <a:pt x="229" y="284"/>
                    <a:pt x="268" y="258"/>
                    <a:pt x="297" y="214"/>
                  </a:cubicBezTo>
                  <a:cubicBezTo>
                    <a:pt x="320" y="123"/>
                    <a:pt x="297" y="54"/>
                    <a:pt x="229" y="9"/>
                  </a:cubicBezTo>
                  <a:cubicBezTo>
                    <a:pt x="212" y="3"/>
                    <a:pt x="193"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
            <p:cNvSpPr/>
            <p:nvPr/>
          </p:nvSpPr>
          <p:spPr>
            <a:xfrm>
              <a:off x="6072825" y="2014725"/>
              <a:ext cx="6300" cy="5050"/>
            </a:xfrm>
            <a:custGeom>
              <a:avLst/>
              <a:gdLst/>
              <a:ahLst/>
              <a:cxnLst/>
              <a:rect l="l" t="t" r="r" b="b"/>
              <a:pathLst>
                <a:path w="252" h="202" extrusionOk="0">
                  <a:moveTo>
                    <a:pt x="133" y="1"/>
                  </a:moveTo>
                  <a:cubicBezTo>
                    <a:pt x="90" y="1"/>
                    <a:pt x="57" y="22"/>
                    <a:pt x="24" y="55"/>
                  </a:cubicBezTo>
                  <a:cubicBezTo>
                    <a:pt x="1" y="101"/>
                    <a:pt x="24" y="169"/>
                    <a:pt x="92" y="192"/>
                  </a:cubicBezTo>
                  <a:cubicBezTo>
                    <a:pt x="104" y="198"/>
                    <a:pt x="118" y="201"/>
                    <a:pt x="132" y="201"/>
                  </a:cubicBezTo>
                  <a:cubicBezTo>
                    <a:pt x="171" y="201"/>
                    <a:pt x="212" y="180"/>
                    <a:pt x="229" y="146"/>
                  </a:cubicBezTo>
                  <a:cubicBezTo>
                    <a:pt x="252" y="101"/>
                    <a:pt x="229" y="32"/>
                    <a:pt x="183" y="10"/>
                  </a:cubicBezTo>
                  <a:cubicBezTo>
                    <a:pt x="165" y="3"/>
                    <a:pt x="148" y="1"/>
                    <a:pt x="13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
            <p:cNvSpPr/>
            <p:nvPr/>
          </p:nvSpPr>
          <p:spPr>
            <a:xfrm>
              <a:off x="6262275" y="1454600"/>
              <a:ext cx="9150" cy="7900"/>
            </a:xfrm>
            <a:custGeom>
              <a:avLst/>
              <a:gdLst/>
              <a:ahLst/>
              <a:cxnLst/>
              <a:rect l="l" t="t" r="r" b="b"/>
              <a:pathLst>
                <a:path w="366" h="316" extrusionOk="0">
                  <a:moveTo>
                    <a:pt x="163" y="0"/>
                  </a:moveTo>
                  <a:cubicBezTo>
                    <a:pt x="107" y="0"/>
                    <a:pt x="62" y="31"/>
                    <a:pt x="46" y="91"/>
                  </a:cubicBezTo>
                  <a:cubicBezTo>
                    <a:pt x="1" y="160"/>
                    <a:pt x="24" y="251"/>
                    <a:pt x="115" y="297"/>
                  </a:cubicBezTo>
                  <a:cubicBezTo>
                    <a:pt x="134" y="310"/>
                    <a:pt x="155" y="315"/>
                    <a:pt x="176" y="315"/>
                  </a:cubicBezTo>
                  <a:cubicBezTo>
                    <a:pt x="231" y="315"/>
                    <a:pt x="287" y="278"/>
                    <a:pt x="320" y="228"/>
                  </a:cubicBezTo>
                  <a:cubicBezTo>
                    <a:pt x="366" y="137"/>
                    <a:pt x="320" y="46"/>
                    <a:pt x="252" y="23"/>
                  </a:cubicBezTo>
                  <a:cubicBezTo>
                    <a:pt x="221" y="8"/>
                    <a:pt x="191" y="0"/>
                    <a:pt x="16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
            <p:cNvSpPr/>
            <p:nvPr/>
          </p:nvSpPr>
          <p:spPr>
            <a:xfrm>
              <a:off x="6254300" y="1462350"/>
              <a:ext cx="6875" cy="5975"/>
            </a:xfrm>
            <a:custGeom>
              <a:avLst/>
              <a:gdLst/>
              <a:ahLst/>
              <a:cxnLst/>
              <a:rect l="l" t="t" r="r" b="b"/>
              <a:pathLst>
                <a:path w="275" h="239" extrusionOk="0">
                  <a:moveTo>
                    <a:pt x="138" y="1"/>
                  </a:moveTo>
                  <a:cubicBezTo>
                    <a:pt x="93" y="1"/>
                    <a:pt x="40" y="22"/>
                    <a:pt x="23" y="55"/>
                  </a:cubicBezTo>
                  <a:cubicBezTo>
                    <a:pt x="0" y="124"/>
                    <a:pt x="23" y="192"/>
                    <a:pt x="92" y="215"/>
                  </a:cubicBezTo>
                  <a:cubicBezTo>
                    <a:pt x="108" y="231"/>
                    <a:pt x="127" y="239"/>
                    <a:pt x="147" y="239"/>
                  </a:cubicBezTo>
                  <a:cubicBezTo>
                    <a:pt x="183" y="239"/>
                    <a:pt x="222" y="214"/>
                    <a:pt x="251" y="169"/>
                  </a:cubicBezTo>
                  <a:cubicBezTo>
                    <a:pt x="274" y="101"/>
                    <a:pt x="251" y="32"/>
                    <a:pt x="183" y="10"/>
                  </a:cubicBezTo>
                  <a:cubicBezTo>
                    <a:pt x="171" y="4"/>
                    <a:pt x="155" y="1"/>
                    <a:pt x="1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
            <p:cNvSpPr/>
            <p:nvPr/>
          </p:nvSpPr>
          <p:spPr>
            <a:xfrm>
              <a:off x="6276550" y="1513125"/>
              <a:ext cx="11425" cy="10425"/>
            </a:xfrm>
            <a:custGeom>
              <a:avLst/>
              <a:gdLst/>
              <a:ahLst/>
              <a:cxnLst/>
              <a:rect l="l" t="t" r="r" b="b"/>
              <a:pathLst>
                <a:path w="457" h="417" extrusionOk="0">
                  <a:moveTo>
                    <a:pt x="223" y="1"/>
                  </a:moveTo>
                  <a:cubicBezTo>
                    <a:pt x="150" y="1"/>
                    <a:pt x="77" y="47"/>
                    <a:pt x="46" y="124"/>
                  </a:cubicBezTo>
                  <a:cubicBezTo>
                    <a:pt x="0" y="216"/>
                    <a:pt x="46" y="352"/>
                    <a:pt x="137" y="398"/>
                  </a:cubicBezTo>
                  <a:cubicBezTo>
                    <a:pt x="168" y="410"/>
                    <a:pt x="199" y="416"/>
                    <a:pt x="228" y="416"/>
                  </a:cubicBezTo>
                  <a:cubicBezTo>
                    <a:pt x="308" y="416"/>
                    <a:pt x="378" y="374"/>
                    <a:pt x="411" y="307"/>
                  </a:cubicBezTo>
                  <a:cubicBezTo>
                    <a:pt x="457" y="193"/>
                    <a:pt x="411" y="79"/>
                    <a:pt x="320" y="33"/>
                  </a:cubicBezTo>
                  <a:cubicBezTo>
                    <a:pt x="291" y="11"/>
                    <a:pt x="257" y="1"/>
                    <a:pt x="2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
            <p:cNvSpPr/>
            <p:nvPr/>
          </p:nvSpPr>
          <p:spPr>
            <a:xfrm>
              <a:off x="6273700" y="1481950"/>
              <a:ext cx="6300" cy="5425"/>
            </a:xfrm>
            <a:custGeom>
              <a:avLst/>
              <a:gdLst/>
              <a:ahLst/>
              <a:cxnLst/>
              <a:rect l="l" t="t" r="r" b="b"/>
              <a:pathLst>
                <a:path w="252" h="217" extrusionOk="0">
                  <a:moveTo>
                    <a:pt x="106" y="1"/>
                  </a:moveTo>
                  <a:cubicBezTo>
                    <a:pt x="72" y="1"/>
                    <a:pt x="38" y="26"/>
                    <a:pt x="23" y="70"/>
                  </a:cubicBezTo>
                  <a:cubicBezTo>
                    <a:pt x="0" y="116"/>
                    <a:pt x="23" y="184"/>
                    <a:pt x="69" y="207"/>
                  </a:cubicBezTo>
                  <a:cubicBezTo>
                    <a:pt x="81" y="213"/>
                    <a:pt x="95" y="216"/>
                    <a:pt x="109" y="216"/>
                  </a:cubicBezTo>
                  <a:cubicBezTo>
                    <a:pt x="148" y="216"/>
                    <a:pt x="189" y="195"/>
                    <a:pt x="206" y="161"/>
                  </a:cubicBezTo>
                  <a:cubicBezTo>
                    <a:pt x="251" y="116"/>
                    <a:pt x="229" y="47"/>
                    <a:pt x="160" y="25"/>
                  </a:cubicBezTo>
                  <a:cubicBezTo>
                    <a:pt x="144" y="8"/>
                    <a:pt x="125" y="1"/>
                    <a:pt x="1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
            <p:cNvSpPr/>
            <p:nvPr/>
          </p:nvSpPr>
          <p:spPr>
            <a:xfrm>
              <a:off x="5680800" y="1186375"/>
              <a:ext cx="8025" cy="7100"/>
            </a:xfrm>
            <a:custGeom>
              <a:avLst/>
              <a:gdLst/>
              <a:ahLst/>
              <a:cxnLst/>
              <a:rect l="l" t="t" r="r" b="b"/>
              <a:pathLst>
                <a:path w="321" h="284" extrusionOk="0">
                  <a:moveTo>
                    <a:pt x="152" y="0"/>
                  </a:moveTo>
                  <a:cubicBezTo>
                    <a:pt x="104" y="0"/>
                    <a:pt x="61" y="25"/>
                    <a:pt x="46" y="70"/>
                  </a:cubicBezTo>
                  <a:cubicBezTo>
                    <a:pt x="1" y="138"/>
                    <a:pt x="24" y="229"/>
                    <a:pt x="92" y="275"/>
                  </a:cubicBezTo>
                  <a:cubicBezTo>
                    <a:pt x="109" y="281"/>
                    <a:pt x="128" y="284"/>
                    <a:pt x="146" y="284"/>
                  </a:cubicBezTo>
                  <a:cubicBezTo>
                    <a:pt x="202" y="284"/>
                    <a:pt x="258" y="258"/>
                    <a:pt x="275" y="207"/>
                  </a:cubicBezTo>
                  <a:cubicBezTo>
                    <a:pt x="320" y="138"/>
                    <a:pt x="298"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
            <p:cNvSpPr/>
            <p:nvPr/>
          </p:nvSpPr>
          <p:spPr>
            <a:xfrm>
              <a:off x="5685950" y="1147950"/>
              <a:ext cx="6875" cy="6150"/>
            </a:xfrm>
            <a:custGeom>
              <a:avLst/>
              <a:gdLst/>
              <a:ahLst/>
              <a:cxnLst/>
              <a:rect l="l" t="t" r="r" b="b"/>
              <a:pathLst>
                <a:path w="275" h="246" extrusionOk="0">
                  <a:moveTo>
                    <a:pt x="132" y="0"/>
                  </a:moveTo>
                  <a:cubicBezTo>
                    <a:pt x="83" y="0"/>
                    <a:pt x="40" y="26"/>
                    <a:pt x="23" y="77"/>
                  </a:cubicBezTo>
                  <a:cubicBezTo>
                    <a:pt x="0" y="123"/>
                    <a:pt x="23" y="192"/>
                    <a:pt x="69" y="237"/>
                  </a:cubicBezTo>
                  <a:cubicBezTo>
                    <a:pt x="86" y="243"/>
                    <a:pt x="103" y="246"/>
                    <a:pt x="119" y="246"/>
                  </a:cubicBezTo>
                  <a:cubicBezTo>
                    <a:pt x="169" y="246"/>
                    <a:pt x="211" y="220"/>
                    <a:pt x="228" y="169"/>
                  </a:cubicBezTo>
                  <a:cubicBezTo>
                    <a:pt x="274" y="123"/>
                    <a:pt x="228" y="55"/>
                    <a:pt x="183" y="9"/>
                  </a:cubicBezTo>
                  <a:cubicBezTo>
                    <a:pt x="166" y="3"/>
                    <a:pt x="149" y="0"/>
                    <a:pt x="13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6" name="Google Shape;366;p2"/>
          <p:cNvSpPr/>
          <p:nvPr/>
        </p:nvSpPr>
        <p:spPr>
          <a:xfrm>
            <a:off x="2403725" y="3982200"/>
            <a:ext cx="1674650" cy="1474220"/>
          </a:xfrm>
          <a:custGeom>
            <a:avLst/>
            <a:gdLst/>
            <a:ahLst/>
            <a:cxnLst/>
            <a:rect l="l" t="t" r="r" b="b"/>
            <a:pathLst>
              <a:path w="31842" h="28031" extrusionOk="0">
                <a:moveTo>
                  <a:pt x="31842" y="1"/>
                </a:moveTo>
                <a:lnTo>
                  <a:pt x="29491" y="28030"/>
                </a:lnTo>
                <a:lnTo>
                  <a:pt x="0" y="23716"/>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7" name="Google Shape;367;p2"/>
          <p:cNvGrpSpPr/>
          <p:nvPr/>
        </p:nvGrpSpPr>
        <p:grpSpPr>
          <a:xfrm>
            <a:off x="82520" y="4408293"/>
            <a:ext cx="1674672" cy="391598"/>
            <a:chOff x="3504975" y="1233750"/>
            <a:chExt cx="324725" cy="75925"/>
          </a:xfrm>
        </p:grpSpPr>
        <p:sp>
          <p:nvSpPr>
            <p:cNvPr id="368" name="Google Shape;368;p2"/>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1" name="Google Shape;371;p2"/>
          <p:cNvGrpSpPr/>
          <p:nvPr/>
        </p:nvGrpSpPr>
        <p:grpSpPr>
          <a:xfrm>
            <a:off x="-399742" y="-1510420"/>
            <a:ext cx="9834790" cy="6880156"/>
            <a:chOff x="2056725" y="3456925"/>
            <a:chExt cx="1804350" cy="1262275"/>
          </a:xfrm>
        </p:grpSpPr>
        <p:sp>
          <p:nvSpPr>
            <p:cNvPr id="372" name="Google Shape;372;p2"/>
            <p:cNvSpPr/>
            <p:nvPr/>
          </p:nvSpPr>
          <p:spPr>
            <a:xfrm>
              <a:off x="2056725" y="3456925"/>
              <a:ext cx="1559550" cy="1262275"/>
            </a:xfrm>
            <a:custGeom>
              <a:avLst/>
              <a:gdLst/>
              <a:ahLst/>
              <a:cxnLst/>
              <a:rect l="l" t="t" r="r" b="b"/>
              <a:pathLst>
                <a:path w="62382" h="50491" extrusionOk="0">
                  <a:moveTo>
                    <a:pt x="23853" y="1"/>
                  </a:moveTo>
                  <a:lnTo>
                    <a:pt x="14471" y="16960"/>
                  </a:lnTo>
                  <a:lnTo>
                    <a:pt x="14449" y="16983"/>
                  </a:lnTo>
                  <a:lnTo>
                    <a:pt x="19516" y="30541"/>
                  </a:lnTo>
                  <a:lnTo>
                    <a:pt x="0" y="49943"/>
                  </a:lnTo>
                  <a:lnTo>
                    <a:pt x="21022" y="50490"/>
                  </a:lnTo>
                  <a:lnTo>
                    <a:pt x="32458" y="43529"/>
                  </a:lnTo>
                  <a:lnTo>
                    <a:pt x="45263" y="47318"/>
                  </a:lnTo>
                  <a:lnTo>
                    <a:pt x="45286" y="47318"/>
                  </a:lnTo>
                  <a:lnTo>
                    <a:pt x="62382" y="32573"/>
                  </a:lnTo>
                  <a:lnTo>
                    <a:pt x="62313" y="32481"/>
                  </a:lnTo>
                  <a:lnTo>
                    <a:pt x="45263" y="47204"/>
                  </a:lnTo>
                  <a:lnTo>
                    <a:pt x="32458" y="43415"/>
                  </a:lnTo>
                  <a:lnTo>
                    <a:pt x="32435" y="43392"/>
                  </a:lnTo>
                  <a:lnTo>
                    <a:pt x="21000" y="50376"/>
                  </a:lnTo>
                  <a:lnTo>
                    <a:pt x="274" y="49828"/>
                  </a:lnTo>
                  <a:lnTo>
                    <a:pt x="19630" y="30610"/>
                  </a:lnTo>
                  <a:lnTo>
                    <a:pt x="19653" y="30564"/>
                  </a:lnTo>
                  <a:lnTo>
                    <a:pt x="14586" y="16983"/>
                  </a:lnTo>
                  <a:lnTo>
                    <a:pt x="23944" y="69"/>
                  </a:lnTo>
                  <a:lnTo>
                    <a:pt x="23853"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
            <p:cNvSpPr/>
            <p:nvPr/>
          </p:nvSpPr>
          <p:spPr>
            <a:xfrm>
              <a:off x="2789975" y="4016150"/>
              <a:ext cx="559825" cy="621450"/>
            </a:xfrm>
            <a:custGeom>
              <a:avLst/>
              <a:gdLst/>
              <a:ahLst/>
              <a:cxnLst/>
              <a:rect l="l" t="t" r="r" b="b"/>
              <a:pathLst>
                <a:path w="22393" h="24858" extrusionOk="0">
                  <a:moveTo>
                    <a:pt x="14495" y="1"/>
                  </a:moveTo>
                  <a:lnTo>
                    <a:pt x="15773" y="24538"/>
                  </a:lnTo>
                  <a:lnTo>
                    <a:pt x="15773" y="24538"/>
                  </a:lnTo>
                  <a:lnTo>
                    <a:pt x="1" y="7122"/>
                  </a:lnTo>
                  <a:lnTo>
                    <a:pt x="3059" y="21114"/>
                  </a:lnTo>
                  <a:lnTo>
                    <a:pt x="3173" y="21068"/>
                  </a:lnTo>
                  <a:lnTo>
                    <a:pt x="206" y="7533"/>
                  </a:lnTo>
                  <a:lnTo>
                    <a:pt x="15796" y="24743"/>
                  </a:lnTo>
                  <a:lnTo>
                    <a:pt x="15910" y="24857"/>
                  </a:lnTo>
                  <a:lnTo>
                    <a:pt x="15910" y="24857"/>
                  </a:lnTo>
                  <a:lnTo>
                    <a:pt x="14655" y="685"/>
                  </a:lnTo>
                  <a:lnTo>
                    <a:pt x="14655" y="685"/>
                  </a:lnTo>
                  <a:lnTo>
                    <a:pt x="22301" y="19402"/>
                  </a:lnTo>
                  <a:lnTo>
                    <a:pt x="22392" y="19357"/>
                  </a:lnTo>
                  <a:lnTo>
                    <a:pt x="14495"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
            <p:cNvSpPr/>
            <p:nvPr/>
          </p:nvSpPr>
          <p:spPr>
            <a:xfrm>
              <a:off x="3301275" y="3974500"/>
              <a:ext cx="559800" cy="621450"/>
            </a:xfrm>
            <a:custGeom>
              <a:avLst/>
              <a:gdLst/>
              <a:ahLst/>
              <a:cxnLst/>
              <a:rect l="l" t="t" r="r" b="b"/>
              <a:pathLst>
                <a:path w="22392" h="24858" extrusionOk="0">
                  <a:moveTo>
                    <a:pt x="14494" y="0"/>
                  </a:moveTo>
                  <a:lnTo>
                    <a:pt x="15750" y="24538"/>
                  </a:lnTo>
                  <a:lnTo>
                    <a:pt x="137" y="7282"/>
                  </a:lnTo>
                  <a:lnTo>
                    <a:pt x="0" y="7122"/>
                  </a:lnTo>
                  <a:lnTo>
                    <a:pt x="0" y="7122"/>
                  </a:lnTo>
                  <a:lnTo>
                    <a:pt x="3036" y="21114"/>
                  </a:lnTo>
                  <a:lnTo>
                    <a:pt x="3150" y="21068"/>
                  </a:lnTo>
                  <a:lnTo>
                    <a:pt x="206" y="7533"/>
                  </a:lnTo>
                  <a:lnTo>
                    <a:pt x="15773" y="24743"/>
                  </a:lnTo>
                  <a:lnTo>
                    <a:pt x="15887" y="24857"/>
                  </a:lnTo>
                  <a:lnTo>
                    <a:pt x="14631" y="685"/>
                  </a:lnTo>
                  <a:lnTo>
                    <a:pt x="22278" y="19402"/>
                  </a:lnTo>
                  <a:lnTo>
                    <a:pt x="22392" y="19356"/>
                  </a:lnTo>
                  <a:lnTo>
                    <a:pt x="14494"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
            <p:cNvSpPr/>
            <p:nvPr/>
          </p:nvSpPr>
          <p:spPr>
            <a:xfrm>
              <a:off x="2099525" y="3904300"/>
              <a:ext cx="811450" cy="811475"/>
            </a:xfrm>
            <a:custGeom>
              <a:avLst/>
              <a:gdLst/>
              <a:ahLst/>
              <a:cxnLst/>
              <a:rect l="l" t="t" r="r" b="b"/>
              <a:pathLst>
                <a:path w="32458" h="32459" extrusionOk="0">
                  <a:moveTo>
                    <a:pt x="32161" y="412"/>
                  </a:moveTo>
                  <a:lnTo>
                    <a:pt x="19242" y="32093"/>
                  </a:lnTo>
                  <a:lnTo>
                    <a:pt x="17941" y="12692"/>
                  </a:lnTo>
                  <a:lnTo>
                    <a:pt x="32161" y="412"/>
                  </a:lnTo>
                  <a:close/>
                  <a:moveTo>
                    <a:pt x="206" y="6301"/>
                  </a:moveTo>
                  <a:lnTo>
                    <a:pt x="17827" y="12715"/>
                  </a:lnTo>
                  <a:lnTo>
                    <a:pt x="19128" y="32230"/>
                  </a:lnTo>
                  <a:lnTo>
                    <a:pt x="6483" y="23990"/>
                  </a:lnTo>
                  <a:lnTo>
                    <a:pt x="206" y="6301"/>
                  </a:lnTo>
                  <a:close/>
                  <a:moveTo>
                    <a:pt x="32458" y="1"/>
                  </a:moveTo>
                  <a:lnTo>
                    <a:pt x="17872" y="12600"/>
                  </a:lnTo>
                  <a:lnTo>
                    <a:pt x="0" y="6095"/>
                  </a:lnTo>
                  <a:lnTo>
                    <a:pt x="6368" y="24059"/>
                  </a:lnTo>
                  <a:lnTo>
                    <a:pt x="6368" y="24082"/>
                  </a:lnTo>
                  <a:lnTo>
                    <a:pt x="19265" y="32458"/>
                  </a:lnTo>
                  <a:lnTo>
                    <a:pt x="19265" y="32367"/>
                  </a:lnTo>
                  <a:lnTo>
                    <a:pt x="32458"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
            <p:cNvSpPr/>
            <p:nvPr/>
          </p:nvSpPr>
          <p:spPr>
            <a:xfrm>
              <a:off x="2792275" y="4136550"/>
              <a:ext cx="368075" cy="63950"/>
            </a:xfrm>
            <a:custGeom>
              <a:avLst/>
              <a:gdLst/>
              <a:ahLst/>
              <a:cxnLst/>
              <a:rect l="l" t="t" r="r" b="b"/>
              <a:pathLst>
                <a:path w="14723" h="2558" extrusionOk="0">
                  <a:moveTo>
                    <a:pt x="14722" y="1"/>
                  </a:moveTo>
                  <a:lnTo>
                    <a:pt x="0" y="2443"/>
                  </a:lnTo>
                  <a:lnTo>
                    <a:pt x="23" y="2557"/>
                  </a:lnTo>
                  <a:lnTo>
                    <a:pt x="14722" y="115"/>
                  </a:lnTo>
                  <a:lnTo>
                    <a:pt x="14722"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7" name="Google Shape;377;p2"/>
          <p:cNvSpPr/>
          <p:nvPr/>
        </p:nvSpPr>
        <p:spPr>
          <a:xfrm>
            <a:off x="6144600" y="4225800"/>
            <a:ext cx="1537719" cy="1230629"/>
          </a:xfrm>
          <a:custGeom>
            <a:avLst/>
            <a:gdLst/>
            <a:ahLst/>
            <a:cxnLst/>
            <a:rect l="l" t="t" r="r" b="b"/>
            <a:pathLst>
              <a:path w="29834" h="23876" extrusionOk="0">
                <a:moveTo>
                  <a:pt x="21959" y="1"/>
                </a:moveTo>
                <a:lnTo>
                  <a:pt x="1" y="23876"/>
                </a:lnTo>
                <a:lnTo>
                  <a:pt x="1" y="23876"/>
                </a:lnTo>
                <a:lnTo>
                  <a:pt x="29833" y="14175"/>
                </a:lnTo>
                <a:lnTo>
                  <a:pt x="21959"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
          <p:cNvSpPr/>
          <p:nvPr/>
        </p:nvSpPr>
        <p:spPr>
          <a:xfrm rot="5400000">
            <a:off x="-8688" y="887400"/>
            <a:ext cx="1230619" cy="2301192"/>
          </a:xfrm>
          <a:custGeom>
            <a:avLst/>
            <a:gdLst/>
            <a:ahLst/>
            <a:cxnLst/>
            <a:rect l="l" t="t" r="r" b="b"/>
            <a:pathLst>
              <a:path w="25451" h="47592" extrusionOk="0">
                <a:moveTo>
                  <a:pt x="25450" y="0"/>
                </a:moveTo>
                <a:lnTo>
                  <a:pt x="0" y="25062"/>
                </a:lnTo>
                <a:lnTo>
                  <a:pt x="25062" y="47591"/>
                </a:lnTo>
                <a:lnTo>
                  <a:pt x="25450"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9" name="Google Shape;379;p2"/>
          <p:cNvGrpSpPr/>
          <p:nvPr/>
        </p:nvGrpSpPr>
        <p:grpSpPr>
          <a:xfrm>
            <a:off x="7900569" y="3235400"/>
            <a:ext cx="2134324" cy="2134324"/>
            <a:chOff x="3413675" y="1416350"/>
            <a:chExt cx="685925" cy="685925"/>
          </a:xfrm>
        </p:grpSpPr>
        <p:sp>
          <p:nvSpPr>
            <p:cNvPr id="380" name="Google Shape;380;p2"/>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6" name="Google Shape;386;p2"/>
          <p:cNvGrpSpPr/>
          <p:nvPr/>
        </p:nvGrpSpPr>
        <p:grpSpPr>
          <a:xfrm>
            <a:off x="6050230" y="416893"/>
            <a:ext cx="1048180" cy="245101"/>
            <a:chOff x="3504975" y="1233750"/>
            <a:chExt cx="324725" cy="75925"/>
          </a:xfrm>
        </p:grpSpPr>
        <p:sp>
          <p:nvSpPr>
            <p:cNvPr id="387" name="Google Shape;387;p2"/>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0" name="Google Shape;390;p2"/>
          <p:cNvGrpSpPr/>
          <p:nvPr/>
        </p:nvGrpSpPr>
        <p:grpSpPr>
          <a:xfrm>
            <a:off x="189017" y="771168"/>
            <a:ext cx="1048180" cy="245101"/>
            <a:chOff x="3504975" y="1233750"/>
            <a:chExt cx="324725" cy="75925"/>
          </a:xfrm>
        </p:grpSpPr>
        <p:sp>
          <p:nvSpPr>
            <p:cNvPr id="391" name="Google Shape;391;p2"/>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4" name="Google Shape;394;p2"/>
          <p:cNvGrpSpPr/>
          <p:nvPr/>
        </p:nvGrpSpPr>
        <p:grpSpPr>
          <a:xfrm flipH="1">
            <a:off x="7331636" y="-704566"/>
            <a:ext cx="3459295" cy="3196594"/>
            <a:chOff x="407025" y="3490600"/>
            <a:chExt cx="1442575" cy="1333025"/>
          </a:xfrm>
        </p:grpSpPr>
        <p:sp>
          <p:nvSpPr>
            <p:cNvPr id="395" name="Google Shape;395;p2"/>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1" name="Google Shape;401;p2"/>
          <p:cNvGrpSpPr/>
          <p:nvPr/>
        </p:nvGrpSpPr>
        <p:grpSpPr>
          <a:xfrm>
            <a:off x="3181011" y="-729000"/>
            <a:ext cx="1390987" cy="1390987"/>
            <a:chOff x="3413675" y="1416350"/>
            <a:chExt cx="685925" cy="685925"/>
          </a:xfrm>
        </p:grpSpPr>
        <p:sp>
          <p:nvSpPr>
            <p:cNvPr id="402" name="Google Shape;402;p2"/>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8" name="Google Shape;408;p2"/>
          <p:cNvSpPr txBox="1">
            <a:spLocks noGrp="1"/>
          </p:cNvSpPr>
          <p:nvPr>
            <p:ph type="ctrTitle"/>
          </p:nvPr>
        </p:nvSpPr>
        <p:spPr>
          <a:xfrm>
            <a:off x="3710700" y="930063"/>
            <a:ext cx="5267100" cy="2535300"/>
          </a:xfrm>
          <a:prstGeom prst="rect">
            <a:avLst/>
          </a:prstGeom>
        </p:spPr>
        <p:txBody>
          <a:bodyPr spcFirstLastPara="1" wrap="square" lIns="91425" tIns="91425" rIns="91425" bIns="91425" anchor="ctr" anchorCtr="0">
            <a:noAutofit/>
          </a:bodyPr>
          <a:lstStyle>
            <a:lvl1pPr lvl="0" algn="l">
              <a:spcBef>
                <a:spcPts val="0"/>
              </a:spcBef>
              <a:spcAft>
                <a:spcPts val="0"/>
              </a:spcAft>
              <a:buSzPts val="5200"/>
              <a:buNone/>
              <a:defRPr sz="5200" b="1">
                <a:latin typeface="Big Shoulders Text"/>
                <a:ea typeface="Big Shoulders Text"/>
                <a:cs typeface="Big Shoulders Text"/>
                <a:sym typeface="Big Shoulders Text"/>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409" name="Google Shape;409;p2"/>
          <p:cNvSpPr txBox="1">
            <a:spLocks noGrp="1"/>
          </p:cNvSpPr>
          <p:nvPr>
            <p:ph type="subTitle" idx="1"/>
          </p:nvPr>
        </p:nvSpPr>
        <p:spPr>
          <a:xfrm>
            <a:off x="3710706" y="3506400"/>
            <a:ext cx="5433300" cy="4758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10"/>
        <p:cNvGrpSpPr/>
        <p:nvPr/>
      </p:nvGrpSpPr>
      <p:grpSpPr>
        <a:xfrm>
          <a:off x="0" y="0"/>
          <a:ext cx="0" cy="0"/>
          <a:chOff x="0" y="0"/>
          <a:chExt cx="0" cy="0"/>
        </a:xfrm>
      </p:grpSpPr>
      <p:grpSp>
        <p:nvGrpSpPr>
          <p:cNvPr id="411" name="Google Shape;411;p3"/>
          <p:cNvGrpSpPr/>
          <p:nvPr/>
        </p:nvGrpSpPr>
        <p:grpSpPr>
          <a:xfrm>
            <a:off x="74" y="63"/>
            <a:ext cx="9144153" cy="5143512"/>
            <a:chOff x="4263926" y="3811300"/>
            <a:chExt cx="2189272" cy="1231448"/>
          </a:xfrm>
        </p:grpSpPr>
        <p:sp>
          <p:nvSpPr>
            <p:cNvPr id="412" name="Google Shape;412;p3"/>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5" name="Google Shape;465;p3"/>
          <p:cNvGrpSpPr/>
          <p:nvPr/>
        </p:nvGrpSpPr>
        <p:grpSpPr>
          <a:xfrm flipH="1">
            <a:off x="247783" y="626180"/>
            <a:ext cx="9834790" cy="6880156"/>
            <a:chOff x="2056725" y="3456925"/>
            <a:chExt cx="1804350" cy="1262275"/>
          </a:xfrm>
        </p:grpSpPr>
        <p:sp>
          <p:nvSpPr>
            <p:cNvPr id="466" name="Google Shape;466;p3"/>
            <p:cNvSpPr/>
            <p:nvPr/>
          </p:nvSpPr>
          <p:spPr>
            <a:xfrm>
              <a:off x="2056725" y="3456925"/>
              <a:ext cx="1559550" cy="1262275"/>
            </a:xfrm>
            <a:custGeom>
              <a:avLst/>
              <a:gdLst/>
              <a:ahLst/>
              <a:cxnLst/>
              <a:rect l="l" t="t" r="r" b="b"/>
              <a:pathLst>
                <a:path w="62382" h="50491" extrusionOk="0">
                  <a:moveTo>
                    <a:pt x="23853" y="1"/>
                  </a:moveTo>
                  <a:lnTo>
                    <a:pt x="14471" y="16960"/>
                  </a:lnTo>
                  <a:lnTo>
                    <a:pt x="14449" y="16983"/>
                  </a:lnTo>
                  <a:lnTo>
                    <a:pt x="19516" y="30541"/>
                  </a:lnTo>
                  <a:lnTo>
                    <a:pt x="0" y="49943"/>
                  </a:lnTo>
                  <a:lnTo>
                    <a:pt x="21022" y="50490"/>
                  </a:lnTo>
                  <a:lnTo>
                    <a:pt x="32458" y="43529"/>
                  </a:lnTo>
                  <a:lnTo>
                    <a:pt x="45263" y="47318"/>
                  </a:lnTo>
                  <a:lnTo>
                    <a:pt x="45286" y="47318"/>
                  </a:lnTo>
                  <a:lnTo>
                    <a:pt x="62382" y="32573"/>
                  </a:lnTo>
                  <a:lnTo>
                    <a:pt x="62313" y="32481"/>
                  </a:lnTo>
                  <a:lnTo>
                    <a:pt x="45263" y="47204"/>
                  </a:lnTo>
                  <a:lnTo>
                    <a:pt x="32458" y="43415"/>
                  </a:lnTo>
                  <a:lnTo>
                    <a:pt x="32435" y="43392"/>
                  </a:lnTo>
                  <a:lnTo>
                    <a:pt x="21000" y="50376"/>
                  </a:lnTo>
                  <a:lnTo>
                    <a:pt x="274" y="49828"/>
                  </a:lnTo>
                  <a:lnTo>
                    <a:pt x="19630" y="30610"/>
                  </a:lnTo>
                  <a:lnTo>
                    <a:pt x="19653" y="30564"/>
                  </a:lnTo>
                  <a:lnTo>
                    <a:pt x="14586" y="16983"/>
                  </a:lnTo>
                  <a:lnTo>
                    <a:pt x="23944" y="69"/>
                  </a:lnTo>
                  <a:lnTo>
                    <a:pt x="23853"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
            <p:cNvSpPr/>
            <p:nvPr/>
          </p:nvSpPr>
          <p:spPr>
            <a:xfrm>
              <a:off x="2789975" y="4016150"/>
              <a:ext cx="559825" cy="621450"/>
            </a:xfrm>
            <a:custGeom>
              <a:avLst/>
              <a:gdLst/>
              <a:ahLst/>
              <a:cxnLst/>
              <a:rect l="l" t="t" r="r" b="b"/>
              <a:pathLst>
                <a:path w="22393" h="24858" extrusionOk="0">
                  <a:moveTo>
                    <a:pt x="14495" y="1"/>
                  </a:moveTo>
                  <a:lnTo>
                    <a:pt x="15773" y="24538"/>
                  </a:lnTo>
                  <a:lnTo>
                    <a:pt x="15773" y="24538"/>
                  </a:lnTo>
                  <a:lnTo>
                    <a:pt x="1" y="7122"/>
                  </a:lnTo>
                  <a:lnTo>
                    <a:pt x="3059" y="21114"/>
                  </a:lnTo>
                  <a:lnTo>
                    <a:pt x="3173" y="21068"/>
                  </a:lnTo>
                  <a:lnTo>
                    <a:pt x="206" y="7533"/>
                  </a:lnTo>
                  <a:lnTo>
                    <a:pt x="15796" y="24743"/>
                  </a:lnTo>
                  <a:lnTo>
                    <a:pt x="15910" y="24857"/>
                  </a:lnTo>
                  <a:lnTo>
                    <a:pt x="15910" y="24857"/>
                  </a:lnTo>
                  <a:lnTo>
                    <a:pt x="14655" y="685"/>
                  </a:lnTo>
                  <a:lnTo>
                    <a:pt x="14655" y="685"/>
                  </a:lnTo>
                  <a:lnTo>
                    <a:pt x="22301" y="19402"/>
                  </a:lnTo>
                  <a:lnTo>
                    <a:pt x="22392" y="19357"/>
                  </a:lnTo>
                  <a:lnTo>
                    <a:pt x="14495"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
            <p:cNvSpPr/>
            <p:nvPr/>
          </p:nvSpPr>
          <p:spPr>
            <a:xfrm>
              <a:off x="3301275" y="3974500"/>
              <a:ext cx="559800" cy="621450"/>
            </a:xfrm>
            <a:custGeom>
              <a:avLst/>
              <a:gdLst/>
              <a:ahLst/>
              <a:cxnLst/>
              <a:rect l="l" t="t" r="r" b="b"/>
              <a:pathLst>
                <a:path w="22392" h="24858" extrusionOk="0">
                  <a:moveTo>
                    <a:pt x="14494" y="0"/>
                  </a:moveTo>
                  <a:lnTo>
                    <a:pt x="15750" y="24538"/>
                  </a:lnTo>
                  <a:lnTo>
                    <a:pt x="137" y="7282"/>
                  </a:lnTo>
                  <a:lnTo>
                    <a:pt x="0" y="7122"/>
                  </a:lnTo>
                  <a:lnTo>
                    <a:pt x="0" y="7122"/>
                  </a:lnTo>
                  <a:lnTo>
                    <a:pt x="3036" y="21114"/>
                  </a:lnTo>
                  <a:lnTo>
                    <a:pt x="3150" y="21068"/>
                  </a:lnTo>
                  <a:lnTo>
                    <a:pt x="206" y="7533"/>
                  </a:lnTo>
                  <a:lnTo>
                    <a:pt x="15773" y="24743"/>
                  </a:lnTo>
                  <a:lnTo>
                    <a:pt x="15887" y="24857"/>
                  </a:lnTo>
                  <a:lnTo>
                    <a:pt x="14631" y="685"/>
                  </a:lnTo>
                  <a:lnTo>
                    <a:pt x="22278" y="19402"/>
                  </a:lnTo>
                  <a:lnTo>
                    <a:pt x="22392" y="19356"/>
                  </a:lnTo>
                  <a:lnTo>
                    <a:pt x="14494"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
            <p:cNvSpPr/>
            <p:nvPr/>
          </p:nvSpPr>
          <p:spPr>
            <a:xfrm>
              <a:off x="2099525" y="3904300"/>
              <a:ext cx="811450" cy="811475"/>
            </a:xfrm>
            <a:custGeom>
              <a:avLst/>
              <a:gdLst/>
              <a:ahLst/>
              <a:cxnLst/>
              <a:rect l="l" t="t" r="r" b="b"/>
              <a:pathLst>
                <a:path w="32458" h="32459" extrusionOk="0">
                  <a:moveTo>
                    <a:pt x="32161" y="412"/>
                  </a:moveTo>
                  <a:lnTo>
                    <a:pt x="19242" y="32093"/>
                  </a:lnTo>
                  <a:lnTo>
                    <a:pt x="17941" y="12692"/>
                  </a:lnTo>
                  <a:lnTo>
                    <a:pt x="32161" y="412"/>
                  </a:lnTo>
                  <a:close/>
                  <a:moveTo>
                    <a:pt x="206" y="6301"/>
                  </a:moveTo>
                  <a:lnTo>
                    <a:pt x="17827" y="12715"/>
                  </a:lnTo>
                  <a:lnTo>
                    <a:pt x="19128" y="32230"/>
                  </a:lnTo>
                  <a:lnTo>
                    <a:pt x="6483" y="23990"/>
                  </a:lnTo>
                  <a:lnTo>
                    <a:pt x="206" y="6301"/>
                  </a:lnTo>
                  <a:close/>
                  <a:moveTo>
                    <a:pt x="32458" y="1"/>
                  </a:moveTo>
                  <a:lnTo>
                    <a:pt x="17872" y="12600"/>
                  </a:lnTo>
                  <a:lnTo>
                    <a:pt x="0" y="6095"/>
                  </a:lnTo>
                  <a:lnTo>
                    <a:pt x="6368" y="24059"/>
                  </a:lnTo>
                  <a:lnTo>
                    <a:pt x="6368" y="24082"/>
                  </a:lnTo>
                  <a:lnTo>
                    <a:pt x="19265" y="32458"/>
                  </a:lnTo>
                  <a:lnTo>
                    <a:pt x="19265" y="32367"/>
                  </a:lnTo>
                  <a:lnTo>
                    <a:pt x="32458"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
            <p:cNvSpPr/>
            <p:nvPr/>
          </p:nvSpPr>
          <p:spPr>
            <a:xfrm>
              <a:off x="2792275" y="4136550"/>
              <a:ext cx="368075" cy="63950"/>
            </a:xfrm>
            <a:custGeom>
              <a:avLst/>
              <a:gdLst/>
              <a:ahLst/>
              <a:cxnLst/>
              <a:rect l="l" t="t" r="r" b="b"/>
              <a:pathLst>
                <a:path w="14723" h="2558" extrusionOk="0">
                  <a:moveTo>
                    <a:pt x="14722" y="1"/>
                  </a:moveTo>
                  <a:lnTo>
                    <a:pt x="0" y="2443"/>
                  </a:lnTo>
                  <a:lnTo>
                    <a:pt x="23" y="2557"/>
                  </a:lnTo>
                  <a:lnTo>
                    <a:pt x="14722" y="115"/>
                  </a:lnTo>
                  <a:lnTo>
                    <a:pt x="14722"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1" name="Google Shape;471;p3"/>
          <p:cNvGrpSpPr/>
          <p:nvPr/>
        </p:nvGrpSpPr>
        <p:grpSpPr>
          <a:xfrm>
            <a:off x="-829289" y="-6567380"/>
            <a:ext cx="11567753" cy="7972096"/>
            <a:chOff x="5457700" y="3883200"/>
            <a:chExt cx="1633725" cy="1125875"/>
          </a:xfrm>
        </p:grpSpPr>
        <p:sp>
          <p:nvSpPr>
            <p:cNvPr id="472" name="Google Shape;472;p3"/>
            <p:cNvSpPr/>
            <p:nvPr/>
          </p:nvSpPr>
          <p:spPr>
            <a:xfrm>
              <a:off x="5457700" y="3883200"/>
              <a:ext cx="1427175" cy="1125875"/>
            </a:xfrm>
            <a:custGeom>
              <a:avLst/>
              <a:gdLst/>
              <a:ahLst/>
              <a:cxnLst/>
              <a:rect l="l" t="t" r="r" b="b"/>
              <a:pathLst>
                <a:path w="57087" h="45035" extrusionOk="0">
                  <a:moveTo>
                    <a:pt x="24811" y="0"/>
                  </a:moveTo>
                  <a:lnTo>
                    <a:pt x="15247" y="14540"/>
                  </a:lnTo>
                  <a:lnTo>
                    <a:pt x="15225" y="14563"/>
                  </a:lnTo>
                  <a:lnTo>
                    <a:pt x="18831" y="27048"/>
                  </a:lnTo>
                  <a:lnTo>
                    <a:pt x="91" y="43003"/>
                  </a:lnTo>
                  <a:lnTo>
                    <a:pt x="0" y="43095"/>
                  </a:lnTo>
                  <a:lnTo>
                    <a:pt x="18785" y="45035"/>
                  </a:lnTo>
                  <a:lnTo>
                    <a:pt x="18808" y="45035"/>
                  </a:lnTo>
                  <a:lnTo>
                    <a:pt x="29513" y="39579"/>
                  </a:lnTo>
                  <a:lnTo>
                    <a:pt x="40743" y="43848"/>
                  </a:lnTo>
                  <a:lnTo>
                    <a:pt x="40766" y="43871"/>
                  </a:lnTo>
                  <a:lnTo>
                    <a:pt x="57086" y="31819"/>
                  </a:lnTo>
                  <a:lnTo>
                    <a:pt x="57041" y="31750"/>
                  </a:lnTo>
                  <a:lnTo>
                    <a:pt x="40743" y="43734"/>
                  </a:lnTo>
                  <a:lnTo>
                    <a:pt x="29536" y="39465"/>
                  </a:lnTo>
                  <a:lnTo>
                    <a:pt x="29513" y="39465"/>
                  </a:lnTo>
                  <a:lnTo>
                    <a:pt x="18785" y="44921"/>
                  </a:lnTo>
                  <a:lnTo>
                    <a:pt x="251" y="43003"/>
                  </a:lnTo>
                  <a:lnTo>
                    <a:pt x="18922" y="27117"/>
                  </a:lnTo>
                  <a:lnTo>
                    <a:pt x="18945" y="27094"/>
                  </a:lnTo>
                  <a:lnTo>
                    <a:pt x="15339" y="14586"/>
                  </a:lnTo>
                  <a:lnTo>
                    <a:pt x="24902" y="46"/>
                  </a:lnTo>
                  <a:lnTo>
                    <a:pt x="24811"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
            <p:cNvSpPr/>
            <p:nvPr/>
          </p:nvSpPr>
          <p:spPr>
            <a:xfrm>
              <a:off x="6149875" y="4418450"/>
              <a:ext cx="480500" cy="558675"/>
            </a:xfrm>
            <a:custGeom>
              <a:avLst/>
              <a:gdLst/>
              <a:ahLst/>
              <a:cxnLst/>
              <a:rect l="l" t="t" r="r" b="b"/>
              <a:pathLst>
                <a:path w="19220" h="22347" extrusionOk="0">
                  <a:moveTo>
                    <a:pt x="13490" y="1"/>
                  </a:moveTo>
                  <a:lnTo>
                    <a:pt x="12942" y="22073"/>
                  </a:lnTo>
                  <a:lnTo>
                    <a:pt x="137" y="5547"/>
                  </a:lnTo>
                  <a:lnTo>
                    <a:pt x="0" y="5387"/>
                  </a:lnTo>
                  <a:lnTo>
                    <a:pt x="1781" y="18124"/>
                  </a:lnTo>
                  <a:lnTo>
                    <a:pt x="1895" y="18101"/>
                  </a:lnTo>
                  <a:lnTo>
                    <a:pt x="160" y="5752"/>
                  </a:lnTo>
                  <a:lnTo>
                    <a:pt x="13033" y="22346"/>
                  </a:lnTo>
                  <a:lnTo>
                    <a:pt x="13581" y="617"/>
                  </a:lnTo>
                  <a:lnTo>
                    <a:pt x="19128" y="17896"/>
                  </a:lnTo>
                  <a:lnTo>
                    <a:pt x="19219" y="17873"/>
                  </a:lnTo>
                  <a:lnTo>
                    <a:pt x="13490"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
            <p:cNvSpPr/>
            <p:nvPr/>
          </p:nvSpPr>
          <p:spPr>
            <a:xfrm>
              <a:off x="6610950" y="4416175"/>
              <a:ext cx="480475" cy="559225"/>
            </a:xfrm>
            <a:custGeom>
              <a:avLst/>
              <a:gdLst/>
              <a:ahLst/>
              <a:cxnLst/>
              <a:rect l="l" t="t" r="r" b="b"/>
              <a:pathLst>
                <a:path w="19219" h="22369" extrusionOk="0">
                  <a:moveTo>
                    <a:pt x="13467" y="0"/>
                  </a:moveTo>
                  <a:lnTo>
                    <a:pt x="12919" y="22072"/>
                  </a:lnTo>
                  <a:lnTo>
                    <a:pt x="114" y="5547"/>
                  </a:lnTo>
                  <a:lnTo>
                    <a:pt x="0" y="5387"/>
                  </a:lnTo>
                  <a:lnTo>
                    <a:pt x="1758" y="18123"/>
                  </a:lnTo>
                  <a:lnTo>
                    <a:pt x="1872" y="18101"/>
                  </a:lnTo>
                  <a:lnTo>
                    <a:pt x="160" y="5752"/>
                  </a:lnTo>
                  <a:lnTo>
                    <a:pt x="13010" y="22369"/>
                  </a:lnTo>
                  <a:lnTo>
                    <a:pt x="13558" y="616"/>
                  </a:lnTo>
                  <a:lnTo>
                    <a:pt x="19105" y="17895"/>
                  </a:lnTo>
                  <a:lnTo>
                    <a:pt x="19219" y="17872"/>
                  </a:lnTo>
                  <a:lnTo>
                    <a:pt x="13467"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
            <p:cNvSpPr/>
            <p:nvPr/>
          </p:nvSpPr>
          <p:spPr>
            <a:xfrm>
              <a:off x="5541000" y="4301475"/>
              <a:ext cx="737275" cy="704175"/>
            </a:xfrm>
            <a:custGeom>
              <a:avLst/>
              <a:gdLst/>
              <a:ahLst/>
              <a:cxnLst/>
              <a:rect l="l" t="t" r="r" b="b"/>
              <a:pathLst>
                <a:path w="29491" h="28167" extrusionOk="0">
                  <a:moveTo>
                    <a:pt x="29194" y="343"/>
                  </a:moveTo>
                  <a:lnTo>
                    <a:pt x="15430" y="27847"/>
                  </a:lnTo>
                  <a:lnTo>
                    <a:pt x="15430" y="27847"/>
                  </a:lnTo>
                  <a:lnTo>
                    <a:pt x="15613" y="10363"/>
                  </a:lnTo>
                  <a:lnTo>
                    <a:pt x="29194" y="343"/>
                  </a:lnTo>
                  <a:close/>
                  <a:moveTo>
                    <a:pt x="160" y="3424"/>
                  </a:moveTo>
                  <a:lnTo>
                    <a:pt x="15499" y="10386"/>
                  </a:lnTo>
                  <a:lnTo>
                    <a:pt x="15339" y="27961"/>
                  </a:lnTo>
                  <a:lnTo>
                    <a:pt x="4566" y="19721"/>
                  </a:lnTo>
                  <a:lnTo>
                    <a:pt x="160" y="3424"/>
                  </a:lnTo>
                  <a:close/>
                  <a:moveTo>
                    <a:pt x="29491" y="0"/>
                  </a:moveTo>
                  <a:lnTo>
                    <a:pt x="15545" y="10272"/>
                  </a:lnTo>
                  <a:lnTo>
                    <a:pt x="92" y="3287"/>
                  </a:lnTo>
                  <a:lnTo>
                    <a:pt x="1" y="3242"/>
                  </a:lnTo>
                  <a:lnTo>
                    <a:pt x="4474" y="19767"/>
                  </a:lnTo>
                  <a:lnTo>
                    <a:pt x="15362" y="28121"/>
                  </a:lnTo>
                  <a:lnTo>
                    <a:pt x="15430" y="28167"/>
                  </a:lnTo>
                  <a:lnTo>
                    <a:pt x="15430" y="28075"/>
                  </a:lnTo>
                  <a:lnTo>
                    <a:pt x="29491"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
            <p:cNvSpPr/>
            <p:nvPr/>
          </p:nvSpPr>
          <p:spPr>
            <a:xfrm>
              <a:off x="6152150" y="4526300"/>
              <a:ext cx="333275" cy="32550"/>
            </a:xfrm>
            <a:custGeom>
              <a:avLst/>
              <a:gdLst/>
              <a:ahLst/>
              <a:cxnLst/>
              <a:rect l="l" t="t" r="r" b="b"/>
              <a:pathLst>
                <a:path w="13331" h="1302" extrusionOk="0">
                  <a:moveTo>
                    <a:pt x="13330" y="0"/>
                  </a:moveTo>
                  <a:lnTo>
                    <a:pt x="0" y="1210"/>
                  </a:lnTo>
                  <a:lnTo>
                    <a:pt x="0" y="1302"/>
                  </a:lnTo>
                  <a:lnTo>
                    <a:pt x="13330" y="115"/>
                  </a:lnTo>
                  <a:lnTo>
                    <a:pt x="13330"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7" name="Google Shape;477;p3"/>
          <p:cNvGrpSpPr/>
          <p:nvPr/>
        </p:nvGrpSpPr>
        <p:grpSpPr>
          <a:xfrm>
            <a:off x="-3159408" y="-1622504"/>
            <a:ext cx="5958123" cy="5505660"/>
            <a:chOff x="407025" y="3490600"/>
            <a:chExt cx="1442575" cy="1333025"/>
          </a:xfrm>
        </p:grpSpPr>
        <p:sp>
          <p:nvSpPr>
            <p:cNvPr id="478" name="Google Shape;478;p3"/>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4" name="Google Shape;484;p3"/>
          <p:cNvSpPr/>
          <p:nvPr/>
        </p:nvSpPr>
        <p:spPr>
          <a:xfrm>
            <a:off x="-135928" y="3626226"/>
            <a:ext cx="488023" cy="880051"/>
          </a:xfrm>
          <a:custGeom>
            <a:avLst/>
            <a:gdLst/>
            <a:ahLst/>
            <a:cxnLst/>
            <a:rect l="l" t="t" r="r" b="b"/>
            <a:pathLst>
              <a:path w="6848" h="12349" extrusionOk="0">
                <a:moveTo>
                  <a:pt x="0" y="1"/>
                </a:moveTo>
                <a:lnTo>
                  <a:pt x="183" y="12349"/>
                </a:lnTo>
                <a:lnTo>
                  <a:pt x="6848" y="4337"/>
                </a:lnTo>
                <a:lnTo>
                  <a:pt x="0"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
          <p:cNvSpPr/>
          <p:nvPr/>
        </p:nvSpPr>
        <p:spPr>
          <a:xfrm rot="1845688">
            <a:off x="98755" y="4168552"/>
            <a:ext cx="1586793" cy="1647811"/>
          </a:xfrm>
          <a:custGeom>
            <a:avLst/>
            <a:gdLst/>
            <a:ahLst/>
            <a:cxnLst/>
            <a:rect l="l" t="t" r="r" b="b"/>
            <a:pathLst>
              <a:path w="10090" h="10478" extrusionOk="0">
                <a:moveTo>
                  <a:pt x="6072" y="1"/>
                </a:moveTo>
                <a:lnTo>
                  <a:pt x="1" y="10478"/>
                </a:lnTo>
                <a:lnTo>
                  <a:pt x="10090" y="4520"/>
                </a:lnTo>
                <a:lnTo>
                  <a:pt x="6072"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
          <p:cNvSpPr/>
          <p:nvPr/>
        </p:nvSpPr>
        <p:spPr>
          <a:xfrm flipH="1">
            <a:off x="4203310" y="4374577"/>
            <a:ext cx="1756869" cy="1273904"/>
          </a:xfrm>
          <a:custGeom>
            <a:avLst/>
            <a:gdLst/>
            <a:ahLst/>
            <a:cxnLst/>
            <a:rect l="l" t="t" r="r" b="b"/>
            <a:pathLst>
              <a:path w="16686" h="12099" extrusionOk="0">
                <a:moveTo>
                  <a:pt x="12988" y="1"/>
                </a:moveTo>
                <a:lnTo>
                  <a:pt x="1" y="12098"/>
                </a:lnTo>
                <a:lnTo>
                  <a:pt x="16686" y="8058"/>
                </a:lnTo>
                <a:lnTo>
                  <a:pt x="12988"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7" name="Google Shape;487;p3"/>
          <p:cNvGrpSpPr/>
          <p:nvPr/>
        </p:nvGrpSpPr>
        <p:grpSpPr>
          <a:xfrm>
            <a:off x="7906817" y="416855"/>
            <a:ext cx="1048180" cy="245101"/>
            <a:chOff x="3504975" y="1233750"/>
            <a:chExt cx="324725" cy="75925"/>
          </a:xfrm>
        </p:grpSpPr>
        <p:sp>
          <p:nvSpPr>
            <p:cNvPr id="488" name="Google Shape;488;p3"/>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 name="Google Shape;491;p3"/>
          <p:cNvGrpSpPr/>
          <p:nvPr/>
        </p:nvGrpSpPr>
        <p:grpSpPr>
          <a:xfrm>
            <a:off x="3994623" y="-191305"/>
            <a:ext cx="6432293" cy="6055903"/>
            <a:chOff x="5187775" y="635000"/>
            <a:chExt cx="1791825" cy="1686975"/>
          </a:xfrm>
        </p:grpSpPr>
        <p:sp>
          <p:nvSpPr>
            <p:cNvPr id="492" name="Google Shape;492;p3"/>
            <p:cNvSpPr/>
            <p:nvPr/>
          </p:nvSpPr>
          <p:spPr>
            <a:xfrm>
              <a:off x="6404950" y="1750600"/>
              <a:ext cx="8000" cy="7025"/>
            </a:xfrm>
            <a:custGeom>
              <a:avLst/>
              <a:gdLst/>
              <a:ahLst/>
              <a:cxnLst/>
              <a:rect l="l" t="t" r="r" b="b"/>
              <a:pathLst>
                <a:path w="320" h="281" extrusionOk="0">
                  <a:moveTo>
                    <a:pt x="147" y="0"/>
                  </a:moveTo>
                  <a:cubicBezTo>
                    <a:pt x="91" y="0"/>
                    <a:pt x="42" y="41"/>
                    <a:pt x="23" y="98"/>
                  </a:cubicBezTo>
                  <a:cubicBezTo>
                    <a:pt x="0" y="166"/>
                    <a:pt x="46" y="257"/>
                    <a:pt x="114" y="280"/>
                  </a:cubicBezTo>
                  <a:cubicBezTo>
                    <a:pt x="206" y="280"/>
                    <a:pt x="274" y="235"/>
                    <a:pt x="297" y="166"/>
                  </a:cubicBezTo>
                  <a:cubicBezTo>
                    <a:pt x="320" y="98"/>
                    <a:pt x="274" y="29"/>
                    <a:pt x="183" y="6"/>
                  </a:cubicBezTo>
                  <a:cubicBezTo>
                    <a:pt x="171" y="2"/>
                    <a:pt x="158"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
            <p:cNvSpPr/>
            <p:nvPr/>
          </p:nvSpPr>
          <p:spPr>
            <a:xfrm>
              <a:off x="6253150" y="1585725"/>
              <a:ext cx="11450" cy="10525"/>
            </a:xfrm>
            <a:custGeom>
              <a:avLst/>
              <a:gdLst/>
              <a:ahLst/>
              <a:cxnLst/>
              <a:rect l="l" t="t" r="r" b="b"/>
              <a:pathLst>
                <a:path w="458" h="421" extrusionOk="0">
                  <a:moveTo>
                    <a:pt x="238" y="1"/>
                  </a:moveTo>
                  <a:cubicBezTo>
                    <a:pt x="155" y="1"/>
                    <a:pt x="63" y="65"/>
                    <a:pt x="23" y="165"/>
                  </a:cubicBezTo>
                  <a:cubicBezTo>
                    <a:pt x="1" y="279"/>
                    <a:pt x="69" y="393"/>
                    <a:pt x="183" y="416"/>
                  </a:cubicBezTo>
                  <a:cubicBezTo>
                    <a:pt x="198" y="419"/>
                    <a:pt x="213" y="420"/>
                    <a:pt x="227" y="420"/>
                  </a:cubicBezTo>
                  <a:cubicBezTo>
                    <a:pt x="325" y="420"/>
                    <a:pt x="414" y="355"/>
                    <a:pt x="434" y="256"/>
                  </a:cubicBezTo>
                  <a:cubicBezTo>
                    <a:pt x="457" y="165"/>
                    <a:pt x="389" y="51"/>
                    <a:pt x="274" y="5"/>
                  </a:cubicBezTo>
                  <a:cubicBezTo>
                    <a:pt x="263"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
            <p:cNvSpPr/>
            <p:nvPr/>
          </p:nvSpPr>
          <p:spPr>
            <a:xfrm>
              <a:off x="6085375" y="1643350"/>
              <a:ext cx="9725" cy="8850"/>
            </a:xfrm>
            <a:custGeom>
              <a:avLst/>
              <a:gdLst/>
              <a:ahLst/>
              <a:cxnLst/>
              <a:rect l="l" t="t" r="r" b="b"/>
              <a:pathLst>
                <a:path w="389" h="354" extrusionOk="0">
                  <a:moveTo>
                    <a:pt x="193" y="1"/>
                  </a:moveTo>
                  <a:cubicBezTo>
                    <a:pt x="115" y="1"/>
                    <a:pt x="44" y="63"/>
                    <a:pt x="24" y="142"/>
                  </a:cubicBezTo>
                  <a:cubicBezTo>
                    <a:pt x="1" y="234"/>
                    <a:pt x="69" y="325"/>
                    <a:pt x="161" y="348"/>
                  </a:cubicBezTo>
                  <a:cubicBezTo>
                    <a:pt x="176" y="352"/>
                    <a:pt x="192" y="353"/>
                    <a:pt x="207" y="353"/>
                  </a:cubicBezTo>
                  <a:cubicBezTo>
                    <a:pt x="281" y="353"/>
                    <a:pt x="347" y="309"/>
                    <a:pt x="366" y="234"/>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
            <p:cNvSpPr/>
            <p:nvPr/>
          </p:nvSpPr>
          <p:spPr>
            <a:xfrm>
              <a:off x="6088800" y="1627950"/>
              <a:ext cx="10300" cy="9950"/>
            </a:xfrm>
            <a:custGeom>
              <a:avLst/>
              <a:gdLst/>
              <a:ahLst/>
              <a:cxnLst/>
              <a:rect l="l" t="t" r="r" b="b"/>
              <a:pathLst>
                <a:path w="412" h="398" extrusionOk="0">
                  <a:moveTo>
                    <a:pt x="209" y="1"/>
                  </a:moveTo>
                  <a:cubicBezTo>
                    <a:pt x="115" y="1"/>
                    <a:pt x="44" y="65"/>
                    <a:pt x="24" y="165"/>
                  </a:cubicBezTo>
                  <a:cubicBezTo>
                    <a:pt x="1" y="256"/>
                    <a:pt x="47" y="370"/>
                    <a:pt x="161" y="393"/>
                  </a:cubicBezTo>
                  <a:cubicBezTo>
                    <a:pt x="173" y="396"/>
                    <a:pt x="185" y="397"/>
                    <a:pt x="198" y="397"/>
                  </a:cubicBezTo>
                  <a:cubicBezTo>
                    <a:pt x="280" y="397"/>
                    <a:pt x="369" y="335"/>
                    <a:pt x="389" y="256"/>
                  </a:cubicBezTo>
                  <a:cubicBezTo>
                    <a:pt x="412" y="142"/>
                    <a:pt x="343" y="51"/>
                    <a:pt x="252" y="5"/>
                  </a:cubicBezTo>
                  <a:cubicBezTo>
                    <a:pt x="237" y="2"/>
                    <a:pt x="223" y="1"/>
                    <a:pt x="20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
            <p:cNvSpPr/>
            <p:nvPr/>
          </p:nvSpPr>
          <p:spPr>
            <a:xfrm>
              <a:off x="6072825" y="1627375"/>
              <a:ext cx="9150" cy="8275"/>
            </a:xfrm>
            <a:custGeom>
              <a:avLst/>
              <a:gdLst/>
              <a:ahLst/>
              <a:cxnLst/>
              <a:rect l="l" t="t" r="r" b="b"/>
              <a:pathLst>
                <a:path w="366" h="331" extrusionOk="0">
                  <a:moveTo>
                    <a:pt x="192" y="1"/>
                  </a:moveTo>
                  <a:cubicBezTo>
                    <a:pt x="114" y="1"/>
                    <a:pt x="43" y="60"/>
                    <a:pt x="24" y="119"/>
                  </a:cubicBezTo>
                  <a:cubicBezTo>
                    <a:pt x="1" y="211"/>
                    <a:pt x="69" y="302"/>
                    <a:pt x="138" y="325"/>
                  </a:cubicBezTo>
                  <a:cubicBezTo>
                    <a:pt x="153" y="329"/>
                    <a:pt x="169" y="331"/>
                    <a:pt x="184" y="331"/>
                  </a:cubicBezTo>
                  <a:cubicBezTo>
                    <a:pt x="258" y="331"/>
                    <a:pt x="324" y="286"/>
                    <a:pt x="343" y="211"/>
                  </a:cubicBezTo>
                  <a:cubicBezTo>
                    <a:pt x="366" y="119"/>
                    <a:pt x="320" y="28"/>
                    <a:pt x="229" y="5"/>
                  </a:cubicBezTo>
                  <a:cubicBezTo>
                    <a:pt x="217" y="2"/>
                    <a:pt x="205" y="1"/>
                    <a:pt x="19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
            <p:cNvSpPr/>
            <p:nvPr/>
          </p:nvSpPr>
          <p:spPr>
            <a:xfrm>
              <a:off x="5702500" y="1262700"/>
              <a:ext cx="9725" cy="8325"/>
            </a:xfrm>
            <a:custGeom>
              <a:avLst/>
              <a:gdLst/>
              <a:ahLst/>
              <a:cxnLst/>
              <a:rect l="l" t="t" r="r" b="b"/>
              <a:pathLst>
                <a:path w="389" h="333" extrusionOk="0">
                  <a:moveTo>
                    <a:pt x="182" y="1"/>
                  </a:moveTo>
                  <a:cubicBezTo>
                    <a:pt x="108" y="1"/>
                    <a:pt x="42" y="45"/>
                    <a:pt x="23" y="121"/>
                  </a:cubicBezTo>
                  <a:cubicBezTo>
                    <a:pt x="0" y="212"/>
                    <a:pt x="69" y="304"/>
                    <a:pt x="160" y="326"/>
                  </a:cubicBezTo>
                  <a:cubicBezTo>
                    <a:pt x="176" y="330"/>
                    <a:pt x="191" y="332"/>
                    <a:pt x="207" y="332"/>
                  </a:cubicBezTo>
                  <a:cubicBezTo>
                    <a:pt x="281" y="332"/>
                    <a:pt x="346" y="288"/>
                    <a:pt x="365" y="212"/>
                  </a:cubicBezTo>
                  <a:cubicBezTo>
                    <a:pt x="388" y="121"/>
                    <a:pt x="320" y="30"/>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
            <p:cNvSpPr/>
            <p:nvPr/>
          </p:nvSpPr>
          <p:spPr>
            <a:xfrm>
              <a:off x="6409500" y="1544750"/>
              <a:ext cx="6875" cy="6300"/>
            </a:xfrm>
            <a:custGeom>
              <a:avLst/>
              <a:gdLst/>
              <a:ahLst/>
              <a:cxnLst/>
              <a:rect l="l" t="t" r="r" b="b"/>
              <a:pathLst>
                <a:path w="275" h="252" extrusionOk="0">
                  <a:moveTo>
                    <a:pt x="160" y="0"/>
                  </a:moveTo>
                  <a:cubicBezTo>
                    <a:pt x="92" y="0"/>
                    <a:pt x="24" y="23"/>
                    <a:pt x="24" y="92"/>
                  </a:cubicBezTo>
                  <a:cubicBezTo>
                    <a:pt x="1" y="160"/>
                    <a:pt x="46" y="229"/>
                    <a:pt x="115" y="252"/>
                  </a:cubicBezTo>
                  <a:cubicBezTo>
                    <a:pt x="160" y="252"/>
                    <a:pt x="229" y="229"/>
                    <a:pt x="252" y="160"/>
                  </a:cubicBezTo>
                  <a:cubicBezTo>
                    <a:pt x="275" y="92"/>
                    <a:pt x="229"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
            <p:cNvSpPr/>
            <p:nvPr/>
          </p:nvSpPr>
          <p:spPr>
            <a:xfrm>
              <a:off x="6525350" y="1792825"/>
              <a:ext cx="7425" cy="7175"/>
            </a:xfrm>
            <a:custGeom>
              <a:avLst/>
              <a:gdLst/>
              <a:ahLst/>
              <a:cxnLst/>
              <a:rect l="l" t="t" r="r" b="b"/>
              <a:pathLst>
                <a:path w="297" h="287" extrusionOk="0">
                  <a:moveTo>
                    <a:pt x="137" y="1"/>
                  </a:moveTo>
                  <a:cubicBezTo>
                    <a:pt x="69" y="1"/>
                    <a:pt x="19" y="41"/>
                    <a:pt x="0" y="98"/>
                  </a:cubicBezTo>
                  <a:cubicBezTo>
                    <a:pt x="0" y="189"/>
                    <a:pt x="46" y="258"/>
                    <a:pt x="114" y="280"/>
                  </a:cubicBezTo>
                  <a:cubicBezTo>
                    <a:pt x="126" y="284"/>
                    <a:pt x="138" y="286"/>
                    <a:pt x="149" y="286"/>
                  </a:cubicBezTo>
                  <a:cubicBezTo>
                    <a:pt x="205" y="286"/>
                    <a:pt x="255" y="242"/>
                    <a:pt x="274" y="166"/>
                  </a:cubicBezTo>
                  <a:cubicBezTo>
                    <a:pt x="297" y="98"/>
                    <a:pt x="251" y="29"/>
                    <a:pt x="183" y="6"/>
                  </a:cubicBezTo>
                  <a:cubicBezTo>
                    <a:pt x="167" y="2"/>
                    <a:pt x="151" y="1"/>
                    <a:pt x="13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
            <p:cNvSpPr/>
            <p:nvPr/>
          </p:nvSpPr>
          <p:spPr>
            <a:xfrm>
              <a:off x="6545325" y="1590850"/>
              <a:ext cx="11425" cy="10000"/>
            </a:xfrm>
            <a:custGeom>
              <a:avLst/>
              <a:gdLst/>
              <a:ahLst/>
              <a:cxnLst/>
              <a:rect l="l" t="t" r="r" b="b"/>
              <a:pathLst>
                <a:path w="457" h="400" extrusionOk="0">
                  <a:moveTo>
                    <a:pt x="238" y="1"/>
                  </a:moveTo>
                  <a:cubicBezTo>
                    <a:pt x="155" y="1"/>
                    <a:pt x="66" y="66"/>
                    <a:pt x="46" y="165"/>
                  </a:cubicBezTo>
                  <a:cubicBezTo>
                    <a:pt x="0" y="256"/>
                    <a:pt x="69" y="371"/>
                    <a:pt x="183" y="393"/>
                  </a:cubicBezTo>
                  <a:cubicBezTo>
                    <a:pt x="202" y="397"/>
                    <a:pt x="220" y="399"/>
                    <a:pt x="238" y="399"/>
                  </a:cubicBezTo>
                  <a:cubicBezTo>
                    <a:pt x="326" y="399"/>
                    <a:pt x="396" y="352"/>
                    <a:pt x="434" y="256"/>
                  </a:cubicBezTo>
                  <a:cubicBezTo>
                    <a:pt x="457" y="142"/>
                    <a:pt x="388" y="28"/>
                    <a:pt x="274" y="5"/>
                  </a:cubicBezTo>
                  <a:cubicBezTo>
                    <a:pt x="262"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
            <p:cNvSpPr/>
            <p:nvPr/>
          </p:nvSpPr>
          <p:spPr>
            <a:xfrm>
              <a:off x="6443750" y="1815075"/>
              <a:ext cx="9725" cy="8850"/>
            </a:xfrm>
            <a:custGeom>
              <a:avLst/>
              <a:gdLst/>
              <a:ahLst/>
              <a:cxnLst/>
              <a:rect l="l" t="t" r="r" b="b"/>
              <a:pathLst>
                <a:path w="389" h="354" extrusionOk="0">
                  <a:moveTo>
                    <a:pt x="182" y="1"/>
                  </a:moveTo>
                  <a:cubicBezTo>
                    <a:pt x="108" y="1"/>
                    <a:pt x="42" y="45"/>
                    <a:pt x="23" y="121"/>
                  </a:cubicBezTo>
                  <a:cubicBezTo>
                    <a:pt x="0" y="235"/>
                    <a:pt x="46" y="326"/>
                    <a:pt x="160" y="349"/>
                  </a:cubicBezTo>
                  <a:cubicBezTo>
                    <a:pt x="172" y="352"/>
                    <a:pt x="184" y="353"/>
                    <a:pt x="196" y="353"/>
                  </a:cubicBezTo>
                  <a:cubicBezTo>
                    <a:pt x="274" y="353"/>
                    <a:pt x="346" y="291"/>
                    <a:pt x="365" y="212"/>
                  </a:cubicBezTo>
                  <a:cubicBezTo>
                    <a:pt x="388" y="121"/>
                    <a:pt x="343" y="29"/>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
            <p:cNvSpPr/>
            <p:nvPr/>
          </p:nvSpPr>
          <p:spPr>
            <a:xfrm>
              <a:off x="6470000" y="1775750"/>
              <a:ext cx="11425" cy="10500"/>
            </a:xfrm>
            <a:custGeom>
              <a:avLst/>
              <a:gdLst/>
              <a:ahLst/>
              <a:cxnLst/>
              <a:rect l="l" t="t" r="r" b="b"/>
              <a:pathLst>
                <a:path w="457" h="420" extrusionOk="0">
                  <a:moveTo>
                    <a:pt x="230" y="0"/>
                  </a:moveTo>
                  <a:cubicBezTo>
                    <a:pt x="132" y="0"/>
                    <a:pt x="43" y="65"/>
                    <a:pt x="23" y="165"/>
                  </a:cubicBezTo>
                  <a:cubicBezTo>
                    <a:pt x="0" y="256"/>
                    <a:pt x="69" y="370"/>
                    <a:pt x="183" y="416"/>
                  </a:cubicBezTo>
                  <a:cubicBezTo>
                    <a:pt x="195" y="419"/>
                    <a:pt x="207" y="420"/>
                    <a:pt x="219" y="420"/>
                  </a:cubicBezTo>
                  <a:cubicBezTo>
                    <a:pt x="302" y="420"/>
                    <a:pt x="391" y="355"/>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
            <p:cNvSpPr/>
            <p:nvPr/>
          </p:nvSpPr>
          <p:spPr>
            <a:xfrm>
              <a:off x="6440325" y="1675275"/>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6" y="291"/>
                    <a:pt x="365" y="212"/>
                  </a:cubicBezTo>
                  <a:cubicBezTo>
                    <a:pt x="388"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
            <p:cNvSpPr/>
            <p:nvPr/>
          </p:nvSpPr>
          <p:spPr>
            <a:xfrm>
              <a:off x="6555025" y="1619400"/>
              <a:ext cx="9150" cy="8800"/>
            </a:xfrm>
            <a:custGeom>
              <a:avLst/>
              <a:gdLst/>
              <a:ahLst/>
              <a:cxnLst/>
              <a:rect l="l" t="t" r="r" b="b"/>
              <a:pathLst>
                <a:path w="366" h="352" extrusionOk="0">
                  <a:moveTo>
                    <a:pt x="193" y="0"/>
                  </a:moveTo>
                  <a:cubicBezTo>
                    <a:pt x="114" y="0"/>
                    <a:pt x="43" y="62"/>
                    <a:pt x="23" y="142"/>
                  </a:cubicBezTo>
                  <a:cubicBezTo>
                    <a:pt x="0" y="233"/>
                    <a:pt x="46" y="324"/>
                    <a:pt x="137" y="347"/>
                  </a:cubicBezTo>
                  <a:cubicBezTo>
                    <a:pt x="149" y="350"/>
                    <a:pt x="161" y="351"/>
                    <a:pt x="173" y="351"/>
                  </a:cubicBezTo>
                  <a:cubicBezTo>
                    <a:pt x="251" y="351"/>
                    <a:pt x="323" y="289"/>
                    <a:pt x="343" y="210"/>
                  </a:cubicBezTo>
                  <a:cubicBezTo>
                    <a:pt x="365" y="119"/>
                    <a:pt x="320" y="27"/>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
            <p:cNvSpPr/>
            <p:nvPr/>
          </p:nvSpPr>
          <p:spPr>
            <a:xfrm>
              <a:off x="6411775" y="1487550"/>
              <a:ext cx="7450" cy="6575"/>
            </a:xfrm>
            <a:custGeom>
              <a:avLst/>
              <a:gdLst/>
              <a:ahLst/>
              <a:cxnLst/>
              <a:rect l="l" t="t" r="r" b="b"/>
              <a:pathLst>
                <a:path w="298" h="263" extrusionOk="0">
                  <a:moveTo>
                    <a:pt x="147" y="0"/>
                  </a:moveTo>
                  <a:cubicBezTo>
                    <a:pt x="92" y="0"/>
                    <a:pt x="43" y="41"/>
                    <a:pt x="24" y="97"/>
                  </a:cubicBezTo>
                  <a:cubicBezTo>
                    <a:pt x="1" y="166"/>
                    <a:pt x="47" y="234"/>
                    <a:pt x="115" y="257"/>
                  </a:cubicBezTo>
                  <a:cubicBezTo>
                    <a:pt x="127" y="261"/>
                    <a:pt x="139" y="263"/>
                    <a:pt x="151" y="263"/>
                  </a:cubicBezTo>
                  <a:cubicBezTo>
                    <a:pt x="206" y="263"/>
                    <a:pt x="256" y="22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
            <p:cNvSpPr/>
            <p:nvPr/>
          </p:nvSpPr>
          <p:spPr>
            <a:xfrm>
              <a:off x="6552175" y="1694725"/>
              <a:ext cx="10850" cy="9925"/>
            </a:xfrm>
            <a:custGeom>
              <a:avLst/>
              <a:gdLst/>
              <a:ahLst/>
              <a:cxnLst/>
              <a:rect l="l" t="t" r="r" b="b"/>
              <a:pathLst>
                <a:path w="434" h="397" extrusionOk="0">
                  <a:moveTo>
                    <a:pt x="231" y="0"/>
                  </a:moveTo>
                  <a:cubicBezTo>
                    <a:pt x="137" y="0"/>
                    <a:pt x="63" y="65"/>
                    <a:pt x="23" y="164"/>
                  </a:cubicBezTo>
                  <a:cubicBezTo>
                    <a:pt x="0" y="256"/>
                    <a:pt x="68" y="370"/>
                    <a:pt x="183" y="393"/>
                  </a:cubicBezTo>
                  <a:cubicBezTo>
                    <a:pt x="195" y="396"/>
                    <a:pt x="207" y="397"/>
                    <a:pt x="220" y="397"/>
                  </a:cubicBezTo>
                  <a:cubicBezTo>
                    <a:pt x="302" y="397"/>
                    <a:pt x="391" y="335"/>
                    <a:pt x="411" y="256"/>
                  </a:cubicBezTo>
                  <a:cubicBezTo>
                    <a:pt x="434" y="141"/>
                    <a:pt x="365" y="50"/>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
            <p:cNvSpPr/>
            <p:nvPr/>
          </p:nvSpPr>
          <p:spPr>
            <a:xfrm>
              <a:off x="6418625" y="1541175"/>
              <a:ext cx="7450" cy="7175"/>
            </a:xfrm>
            <a:custGeom>
              <a:avLst/>
              <a:gdLst/>
              <a:ahLst/>
              <a:cxnLst/>
              <a:rect l="l" t="t" r="r" b="b"/>
              <a:pathLst>
                <a:path w="298" h="287" extrusionOk="0">
                  <a:moveTo>
                    <a:pt x="147" y="1"/>
                  </a:moveTo>
                  <a:cubicBezTo>
                    <a:pt x="86" y="1"/>
                    <a:pt x="24" y="45"/>
                    <a:pt x="24" y="121"/>
                  </a:cubicBezTo>
                  <a:cubicBezTo>
                    <a:pt x="1" y="189"/>
                    <a:pt x="47" y="258"/>
                    <a:pt x="115" y="280"/>
                  </a:cubicBezTo>
                  <a:cubicBezTo>
                    <a:pt x="127" y="284"/>
                    <a:pt x="140" y="286"/>
                    <a:pt x="153" y="286"/>
                  </a:cubicBezTo>
                  <a:cubicBezTo>
                    <a:pt x="214" y="286"/>
                    <a:pt x="279" y="245"/>
                    <a:pt x="298" y="189"/>
                  </a:cubicBezTo>
                  <a:cubicBezTo>
                    <a:pt x="298" y="98"/>
                    <a:pt x="252" y="29"/>
                    <a:pt x="183" y="7"/>
                  </a:cubicBezTo>
                  <a:cubicBezTo>
                    <a:pt x="172"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
            <p:cNvSpPr/>
            <p:nvPr/>
          </p:nvSpPr>
          <p:spPr>
            <a:xfrm>
              <a:off x="5440575" y="1009925"/>
              <a:ext cx="10300" cy="9400"/>
            </a:xfrm>
            <a:custGeom>
              <a:avLst/>
              <a:gdLst/>
              <a:ahLst/>
              <a:cxnLst/>
              <a:rect l="l" t="t" r="r" b="b"/>
              <a:pathLst>
                <a:path w="412" h="376" extrusionOk="0">
                  <a:moveTo>
                    <a:pt x="204" y="1"/>
                  </a:moveTo>
                  <a:cubicBezTo>
                    <a:pt x="125" y="1"/>
                    <a:pt x="42" y="48"/>
                    <a:pt x="23" y="143"/>
                  </a:cubicBezTo>
                  <a:cubicBezTo>
                    <a:pt x="0" y="234"/>
                    <a:pt x="69" y="349"/>
                    <a:pt x="160" y="371"/>
                  </a:cubicBezTo>
                  <a:cubicBezTo>
                    <a:pt x="172" y="374"/>
                    <a:pt x="184" y="376"/>
                    <a:pt x="197" y="376"/>
                  </a:cubicBezTo>
                  <a:cubicBezTo>
                    <a:pt x="280" y="376"/>
                    <a:pt x="369" y="314"/>
                    <a:pt x="388" y="234"/>
                  </a:cubicBezTo>
                  <a:cubicBezTo>
                    <a:pt x="411" y="143"/>
                    <a:pt x="343" y="29"/>
                    <a:pt x="251" y="6"/>
                  </a:cubicBezTo>
                  <a:cubicBezTo>
                    <a:pt x="236" y="2"/>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
            <p:cNvSpPr/>
            <p:nvPr/>
          </p:nvSpPr>
          <p:spPr>
            <a:xfrm>
              <a:off x="6499100" y="1836225"/>
              <a:ext cx="11425" cy="10525"/>
            </a:xfrm>
            <a:custGeom>
              <a:avLst/>
              <a:gdLst/>
              <a:ahLst/>
              <a:cxnLst/>
              <a:rect l="l" t="t" r="r" b="b"/>
              <a:pathLst>
                <a:path w="457" h="421" extrusionOk="0">
                  <a:moveTo>
                    <a:pt x="230" y="1"/>
                  </a:moveTo>
                  <a:cubicBezTo>
                    <a:pt x="132" y="1"/>
                    <a:pt x="43" y="66"/>
                    <a:pt x="23" y="165"/>
                  </a:cubicBezTo>
                  <a:cubicBezTo>
                    <a:pt x="0" y="279"/>
                    <a:pt x="69" y="370"/>
                    <a:pt x="160" y="416"/>
                  </a:cubicBezTo>
                  <a:cubicBezTo>
                    <a:pt x="175" y="419"/>
                    <a:pt x="190" y="420"/>
                    <a:pt x="204" y="420"/>
                  </a:cubicBezTo>
                  <a:cubicBezTo>
                    <a:pt x="302" y="420"/>
                    <a:pt x="391" y="356"/>
                    <a:pt x="411" y="256"/>
                  </a:cubicBezTo>
                  <a:cubicBezTo>
                    <a:pt x="457"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
            <p:cNvSpPr/>
            <p:nvPr/>
          </p:nvSpPr>
          <p:spPr>
            <a:xfrm>
              <a:off x="6463725" y="1832800"/>
              <a:ext cx="8575" cy="5275"/>
            </a:xfrm>
            <a:custGeom>
              <a:avLst/>
              <a:gdLst/>
              <a:ahLst/>
              <a:cxnLst/>
              <a:rect l="l" t="t" r="r" b="b"/>
              <a:pathLst>
                <a:path w="343" h="211" extrusionOk="0">
                  <a:moveTo>
                    <a:pt x="154" y="1"/>
                  </a:moveTo>
                  <a:cubicBezTo>
                    <a:pt x="91" y="1"/>
                    <a:pt x="20" y="60"/>
                    <a:pt x="0" y="119"/>
                  </a:cubicBezTo>
                  <a:lnTo>
                    <a:pt x="320" y="211"/>
                  </a:lnTo>
                  <a:cubicBezTo>
                    <a:pt x="342" y="119"/>
                    <a:pt x="274" y="28"/>
                    <a:pt x="183" y="5"/>
                  </a:cubicBezTo>
                  <a:cubicBezTo>
                    <a:pt x="174" y="2"/>
                    <a:pt x="164" y="1"/>
                    <a:pt x="15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
            <p:cNvSpPr/>
            <p:nvPr/>
          </p:nvSpPr>
          <p:spPr>
            <a:xfrm>
              <a:off x="6851750" y="1438250"/>
              <a:ext cx="9725" cy="9100"/>
            </a:xfrm>
            <a:custGeom>
              <a:avLst/>
              <a:gdLst/>
              <a:ahLst/>
              <a:cxnLst/>
              <a:rect l="l" t="t" r="r" b="b"/>
              <a:pathLst>
                <a:path w="389" h="364" extrusionOk="0">
                  <a:moveTo>
                    <a:pt x="180" y="0"/>
                  </a:moveTo>
                  <a:cubicBezTo>
                    <a:pt x="101" y="0"/>
                    <a:pt x="41" y="58"/>
                    <a:pt x="23" y="129"/>
                  </a:cubicBezTo>
                  <a:cubicBezTo>
                    <a:pt x="0" y="243"/>
                    <a:pt x="46" y="335"/>
                    <a:pt x="160" y="357"/>
                  </a:cubicBezTo>
                  <a:cubicBezTo>
                    <a:pt x="175" y="361"/>
                    <a:pt x="191" y="363"/>
                    <a:pt x="205" y="363"/>
                  </a:cubicBezTo>
                  <a:cubicBezTo>
                    <a:pt x="280" y="363"/>
                    <a:pt x="346" y="316"/>
                    <a:pt x="366" y="220"/>
                  </a:cubicBezTo>
                  <a:cubicBezTo>
                    <a:pt x="388" y="129"/>
                    <a:pt x="343" y="38"/>
                    <a:pt x="251" y="15"/>
                  </a:cubicBezTo>
                  <a:cubicBezTo>
                    <a:pt x="226" y="5"/>
                    <a:pt x="202" y="0"/>
                    <a:pt x="18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
            <p:cNvSpPr/>
            <p:nvPr/>
          </p:nvSpPr>
          <p:spPr>
            <a:xfrm>
              <a:off x="6845475" y="1415650"/>
              <a:ext cx="9725" cy="9400"/>
            </a:xfrm>
            <a:custGeom>
              <a:avLst/>
              <a:gdLst/>
              <a:ahLst/>
              <a:cxnLst/>
              <a:rect l="l" t="t" r="r" b="b"/>
              <a:pathLst>
                <a:path w="389" h="376" extrusionOk="0">
                  <a:moveTo>
                    <a:pt x="183" y="0"/>
                  </a:moveTo>
                  <a:cubicBezTo>
                    <a:pt x="109" y="0"/>
                    <a:pt x="42" y="48"/>
                    <a:pt x="23" y="143"/>
                  </a:cubicBezTo>
                  <a:cubicBezTo>
                    <a:pt x="0" y="234"/>
                    <a:pt x="46" y="326"/>
                    <a:pt x="137" y="371"/>
                  </a:cubicBezTo>
                  <a:cubicBezTo>
                    <a:pt x="152" y="374"/>
                    <a:pt x="167" y="376"/>
                    <a:pt x="181" y="376"/>
                  </a:cubicBezTo>
                  <a:cubicBezTo>
                    <a:pt x="274" y="376"/>
                    <a:pt x="346" y="314"/>
                    <a:pt x="365" y="234"/>
                  </a:cubicBezTo>
                  <a:cubicBezTo>
                    <a:pt x="388" y="120"/>
                    <a:pt x="343" y="29"/>
                    <a:pt x="228" y="6"/>
                  </a:cubicBezTo>
                  <a:cubicBezTo>
                    <a:pt x="213" y="2"/>
                    <a:pt x="198" y="0"/>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
            <p:cNvSpPr/>
            <p:nvPr/>
          </p:nvSpPr>
          <p:spPr>
            <a:xfrm>
              <a:off x="6867725" y="1599525"/>
              <a:ext cx="8000" cy="7600"/>
            </a:xfrm>
            <a:custGeom>
              <a:avLst/>
              <a:gdLst/>
              <a:ahLst/>
              <a:cxnLst/>
              <a:rect l="l" t="t" r="r" b="b"/>
              <a:pathLst>
                <a:path w="320" h="304" extrusionOk="0">
                  <a:moveTo>
                    <a:pt x="206" y="1"/>
                  </a:moveTo>
                  <a:cubicBezTo>
                    <a:pt x="115" y="1"/>
                    <a:pt x="46" y="46"/>
                    <a:pt x="23" y="115"/>
                  </a:cubicBezTo>
                  <a:cubicBezTo>
                    <a:pt x="0" y="206"/>
                    <a:pt x="46" y="297"/>
                    <a:pt x="115" y="297"/>
                  </a:cubicBezTo>
                  <a:cubicBezTo>
                    <a:pt x="131" y="301"/>
                    <a:pt x="147" y="303"/>
                    <a:pt x="163" y="303"/>
                  </a:cubicBezTo>
                  <a:cubicBezTo>
                    <a:pt x="236" y="303"/>
                    <a:pt x="301" y="262"/>
                    <a:pt x="320" y="206"/>
                  </a:cubicBezTo>
                  <a:cubicBezTo>
                    <a:pt x="320" y="115"/>
                    <a:pt x="274" y="24"/>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
            <p:cNvSpPr/>
            <p:nvPr/>
          </p:nvSpPr>
          <p:spPr>
            <a:xfrm>
              <a:off x="6866575" y="1359725"/>
              <a:ext cx="8600" cy="7725"/>
            </a:xfrm>
            <a:custGeom>
              <a:avLst/>
              <a:gdLst/>
              <a:ahLst/>
              <a:cxnLst/>
              <a:rect l="l" t="t" r="r" b="b"/>
              <a:pathLst>
                <a:path w="344" h="309" extrusionOk="0">
                  <a:moveTo>
                    <a:pt x="160" y="0"/>
                  </a:moveTo>
                  <a:cubicBezTo>
                    <a:pt x="86" y="0"/>
                    <a:pt x="20" y="45"/>
                    <a:pt x="1" y="120"/>
                  </a:cubicBezTo>
                  <a:cubicBezTo>
                    <a:pt x="1" y="212"/>
                    <a:pt x="46" y="280"/>
                    <a:pt x="115" y="303"/>
                  </a:cubicBezTo>
                  <a:cubicBezTo>
                    <a:pt x="131" y="307"/>
                    <a:pt x="146" y="309"/>
                    <a:pt x="162" y="309"/>
                  </a:cubicBezTo>
                  <a:cubicBezTo>
                    <a:pt x="236" y="309"/>
                    <a:pt x="301" y="264"/>
                    <a:pt x="320" y="189"/>
                  </a:cubicBezTo>
                  <a:cubicBezTo>
                    <a:pt x="343" y="97"/>
                    <a:pt x="297"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
            <p:cNvSpPr/>
            <p:nvPr/>
          </p:nvSpPr>
          <p:spPr>
            <a:xfrm>
              <a:off x="6698825" y="1787725"/>
              <a:ext cx="10850" cy="10200"/>
            </a:xfrm>
            <a:custGeom>
              <a:avLst/>
              <a:gdLst/>
              <a:ahLst/>
              <a:cxnLst/>
              <a:rect l="l" t="t" r="r" b="b"/>
              <a:pathLst>
                <a:path w="434" h="408" extrusionOk="0">
                  <a:moveTo>
                    <a:pt x="230" y="1"/>
                  </a:moveTo>
                  <a:cubicBezTo>
                    <a:pt x="132" y="1"/>
                    <a:pt x="43" y="65"/>
                    <a:pt x="23" y="165"/>
                  </a:cubicBezTo>
                  <a:cubicBezTo>
                    <a:pt x="0" y="256"/>
                    <a:pt x="69" y="370"/>
                    <a:pt x="160" y="393"/>
                  </a:cubicBezTo>
                  <a:cubicBezTo>
                    <a:pt x="184" y="403"/>
                    <a:pt x="209" y="407"/>
                    <a:pt x="232" y="407"/>
                  </a:cubicBezTo>
                  <a:cubicBezTo>
                    <a:pt x="319" y="407"/>
                    <a:pt x="393" y="346"/>
                    <a:pt x="411" y="256"/>
                  </a:cubicBezTo>
                  <a:cubicBezTo>
                    <a:pt x="434"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
            <p:cNvSpPr/>
            <p:nvPr/>
          </p:nvSpPr>
          <p:spPr>
            <a:xfrm>
              <a:off x="6655450" y="1510975"/>
              <a:ext cx="9725" cy="8825"/>
            </a:xfrm>
            <a:custGeom>
              <a:avLst/>
              <a:gdLst/>
              <a:ahLst/>
              <a:cxnLst/>
              <a:rect l="l" t="t" r="r" b="b"/>
              <a:pathLst>
                <a:path w="389" h="353" extrusionOk="0">
                  <a:moveTo>
                    <a:pt x="193" y="0"/>
                  </a:moveTo>
                  <a:cubicBezTo>
                    <a:pt x="115" y="0"/>
                    <a:pt x="43" y="62"/>
                    <a:pt x="23" y="142"/>
                  </a:cubicBezTo>
                  <a:cubicBezTo>
                    <a:pt x="0" y="233"/>
                    <a:pt x="46" y="324"/>
                    <a:pt x="137" y="347"/>
                  </a:cubicBezTo>
                  <a:cubicBezTo>
                    <a:pt x="157" y="351"/>
                    <a:pt x="176" y="353"/>
                    <a:pt x="194" y="353"/>
                  </a:cubicBezTo>
                  <a:cubicBezTo>
                    <a:pt x="281" y="353"/>
                    <a:pt x="347" y="309"/>
                    <a:pt x="366" y="233"/>
                  </a:cubicBezTo>
                  <a:cubicBezTo>
                    <a:pt x="388" y="142"/>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
            <p:cNvSpPr/>
            <p:nvPr/>
          </p:nvSpPr>
          <p:spPr>
            <a:xfrm>
              <a:off x="6597825" y="1354050"/>
              <a:ext cx="10275" cy="9400"/>
            </a:xfrm>
            <a:custGeom>
              <a:avLst/>
              <a:gdLst/>
              <a:ahLst/>
              <a:cxnLst/>
              <a:rect l="l" t="t" r="r" b="b"/>
              <a:pathLst>
                <a:path w="411" h="376" extrusionOk="0">
                  <a:moveTo>
                    <a:pt x="214" y="0"/>
                  </a:moveTo>
                  <a:cubicBezTo>
                    <a:pt x="131" y="0"/>
                    <a:pt x="43" y="63"/>
                    <a:pt x="23" y="142"/>
                  </a:cubicBezTo>
                  <a:cubicBezTo>
                    <a:pt x="0" y="256"/>
                    <a:pt x="69" y="347"/>
                    <a:pt x="160" y="370"/>
                  </a:cubicBezTo>
                  <a:cubicBezTo>
                    <a:pt x="179" y="374"/>
                    <a:pt x="197" y="376"/>
                    <a:pt x="215" y="376"/>
                  </a:cubicBezTo>
                  <a:cubicBezTo>
                    <a:pt x="302" y="376"/>
                    <a:pt x="369" y="328"/>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
            <p:cNvSpPr/>
            <p:nvPr/>
          </p:nvSpPr>
          <p:spPr>
            <a:xfrm>
              <a:off x="6548175" y="1227375"/>
              <a:ext cx="9150" cy="8275"/>
            </a:xfrm>
            <a:custGeom>
              <a:avLst/>
              <a:gdLst/>
              <a:ahLst/>
              <a:cxnLst/>
              <a:rect l="l" t="t" r="r" b="b"/>
              <a:pathLst>
                <a:path w="366" h="331" extrusionOk="0">
                  <a:moveTo>
                    <a:pt x="171" y="0"/>
                  </a:moveTo>
                  <a:cubicBezTo>
                    <a:pt x="97" y="0"/>
                    <a:pt x="43" y="62"/>
                    <a:pt x="23" y="142"/>
                  </a:cubicBezTo>
                  <a:cubicBezTo>
                    <a:pt x="0" y="210"/>
                    <a:pt x="46" y="301"/>
                    <a:pt x="137" y="324"/>
                  </a:cubicBezTo>
                  <a:cubicBezTo>
                    <a:pt x="153" y="328"/>
                    <a:pt x="169" y="330"/>
                    <a:pt x="184" y="330"/>
                  </a:cubicBezTo>
                  <a:cubicBezTo>
                    <a:pt x="258" y="330"/>
                    <a:pt x="324" y="286"/>
                    <a:pt x="343" y="210"/>
                  </a:cubicBezTo>
                  <a:cubicBezTo>
                    <a:pt x="365" y="119"/>
                    <a:pt x="297" y="27"/>
                    <a:pt x="206" y="5"/>
                  </a:cubicBezTo>
                  <a:cubicBezTo>
                    <a:pt x="194" y="2"/>
                    <a:pt x="182" y="0"/>
                    <a:pt x="17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
            <p:cNvSpPr/>
            <p:nvPr/>
          </p:nvSpPr>
          <p:spPr>
            <a:xfrm>
              <a:off x="6559000" y="1255075"/>
              <a:ext cx="11450" cy="10200"/>
            </a:xfrm>
            <a:custGeom>
              <a:avLst/>
              <a:gdLst/>
              <a:ahLst/>
              <a:cxnLst/>
              <a:rect l="l" t="t" r="r" b="b"/>
              <a:pathLst>
                <a:path w="458" h="408" extrusionOk="0">
                  <a:moveTo>
                    <a:pt x="203" y="1"/>
                  </a:moveTo>
                  <a:cubicBezTo>
                    <a:pt x="116" y="1"/>
                    <a:pt x="42" y="62"/>
                    <a:pt x="24" y="152"/>
                  </a:cubicBezTo>
                  <a:cubicBezTo>
                    <a:pt x="1" y="266"/>
                    <a:pt x="69" y="380"/>
                    <a:pt x="161" y="403"/>
                  </a:cubicBezTo>
                  <a:cubicBezTo>
                    <a:pt x="175" y="406"/>
                    <a:pt x="190" y="407"/>
                    <a:pt x="205" y="407"/>
                  </a:cubicBezTo>
                  <a:cubicBezTo>
                    <a:pt x="303" y="407"/>
                    <a:pt x="392" y="343"/>
                    <a:pt x="412" y="243"/>
                  </a:cubicBezTo>
                  <a:cubicBezTo>
                    <a:pt x="457" y="152"/>
                    <a:pt x="389" y="38"/>
                    <a:pt x="275" y="15"/>
                  </a:cubicBezTo>
                  <a:cubicBezTo>
                    <a:pt x="250" y="5"/>
                    <a:pt x="226" y="1"/>
                    <a:pt x="20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
            <p:cNvSpPr/>
            <p:nvPr/>
          </p:nvSpPr>
          <p:spPr>
            <a:xfrm>
              <a:off x="6533325" y="1229600"/>
              <a:ext cx="6300" cy="5475"/>
            </a:xfrm>
            <a:custGeom>
              <a:avLst/>
              <a:gdLst/>
              <a:ahLst/>
              <a:cxnLst/>
              <a:rect l="l" t="t" r="r" b="b"/>
              <a:pathLst>
                <a:path w="252" h="219" extrusionOk="0">
                  <a:moveTo>
                    <a:pt x="111" y="1"/>
                  </a:moveTo>
                  <a:cubicBezTo>
                    <a:pt x="68" y="1"/>
                    <a:pt x="19" y="38"/>
                    <a:pt x="1" y="75"/>
                  </a:cubicBezTo>
                  <a:cubicBezTo>
                    <a:pt x="1" y="144"/>
                    <a:pt x="24" y="212"/>
                    <a:pt x="92" y="212"/>
                  </a:cubicBezTo>
                  <a:cubicBezTo>
                    <a:pt x="100" y="217"/>
                    <a:pt x="110" y="218"/>
                    <a:pt x="119" y="218"/>
                  </a:cubicBezTo>
                  <a:cubicBezTo>
                    <a:pt x="161" y="218"/>
                    <a:pt x="210" y="181"/>
                    <a:pt x="229" y="144"/>
                  </a:cubicBezTo>
                  <a:cubicBezTo>
                    <a:pt x="252" y="75"/>
                    <a:pt x="206" y="7"/>
                    <a:pt x="138" y="7"/>
                  </a:cubicBezTo>
                  <a:cubicBezTo>
                    <a:pt x="129" y="3"/>
                    <a:pt x="120" y="1"/>
                    <a:pt x="11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
            <p:cNvSpPr/>
            <p:nvPr/>
          </p:nvSpPr>
          <p:spPr>
            <a:xfrm>
              <a:off x="6545875" y="1256425"/>
              <a:ext cx="7450" cy="6600"/>
            </a:xfrm>
            <a:custGeom>
              <a:avLst/>
              <a:gdLst/>
              <a:ahLst/>
              <a:cxnLst/>
              <a:rect l="l" t="t" r="r" b="b"/>
              <a:pathLst>
                <a:path w="298" h="264" extrusionOk="0">
                  <a:moveTo>
                    <a:pt x="146" y="1"/>
                  </a:moveTo>
                  <a:cubicBezTo>
                    <a:pt x="85" y="1"/>
                    <a:pt x="20" y="42"/>
                    <a:pt x="1" y="98"/>
                  </a:cubicBezTo>
                  <a:cubicBezTo>
                    <a:pt x="1" y="167"/>
                    <a:pt x="47" y="258"/>
                    <a:pt x="115" y="258"/>
                  </a:cubicBezTo>
                  <a:cubicBezTo>
                    <a:pt x="127" y="262"/>
                    <a:pt x="139" y="264"/>
                    <a:pt x="151" y="264"/>
                  </a:cubicBezTo>
                  <a:cubicBezTo>
                    <a:pt x="206" y="264"/>
                    <a:pt x="256" y="223"/>
                    <a:pt x="275" y="167"/>
                  </a:cubicBezTo>
                  <a:cubicBezTo>
                    <a:pt x="298" y="98"/>
                    <a:pt x="252" y="30"/>
                    <a:pt x="184" y="7"/>
                  </a:cubicBezTo>
                  <a:cubicBezTo>
                    <a:pt x="171" y="3"/>
                    <a:pt x="159"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
            <p:cNvSpPr/>
            <p:nvPr/>
          </p:nvSpPr>
          <p:spPr>
            <a:xfrm>
              <a:off x="6668575" y="1792250"/>
              <a:ext cx="10300" cy="8875"/>
            </a:xfrm>
            <a:custGeom>
              <a:avLst/>
              <a:gdLst/>
              <a:ahLst/>
              <a:cxnLst/>
              <a:rect l="l" t="t" r="r" b="b"/>
              <a:pathLst>
                <a:path w="412" h="355" extrusionOk="0">
                  <a:moveTo>
                    <a:pt x="204" y="1"/>
                  </a:moveTo>
                  <a:cubicBezTo>
                    <a:pt x="125" y="1"/>
                    <a:pt x="42" y="49"/>
                    <a:pt x="23" y="144"/>
                  </a:cubicBezTo>
                  <a:cubicBezTo>
                    <a:pt x="0" y="235"/>
                    <a:pt x="69" y="326"/>
                    <a:pt x="160" y="349"/>
                  </a:cubicBezTo>
                  <a:cubicBezTo>
                    <a:pt x="176" y="353"/>
                    <a:pt x="192" y="355"/>
                    <a:pt x="209" y="355"/>
                  </a:cubicBezTo>
                  <a:cubicBezTo>
                    <a:pt x="288" y="355"/>
                    <a:pt x="370" y="311"/>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
            <p:cNvSpPr/>
            <p:nvPr/>
          </p:nvSpPr>
          <p:spPr>
            <a:xfrm>
              <a:off x="6445450" y="1343200"/>
              <a:ext cx="11450" cy="9975"/>
            </a:xfrm>
            <a:custGeom>
              <a:avLst/>
              <a:gdLst/>
              <a:ahLst/>
              <a:cxnLst/>
              <a:rect l="l" t="t" r="r" b="b"/>
              <a:pathLst>
                <a:path w="458" h="399" extrusionOk="0">
                  <a:moveTo>
                    <a:pt x="232" y="1"/>
                  </a:moveTo>
                  <a:cubicBezTo>
                    <a:pt x="138" y="1"/>
                    <a:pt x="63" y="66"/>
                    <a:pt x="24" y="165"/>
                  </a:cubicBezTo>
                  <a:cubicBezTo>
                    <a:pt x="1" y="256"/>
                    <a:pt x="69" y="370"/>
                    <a:pt x="183" y="393"/>
                  </a:cubicBezTo>
                  <a:cubicBezTo>
                    <a:pt x="199" y="397"/>
                    <a:pt x="214" y="399"/>
                    <a:pt x="230" y="399"/>
                  </a:cubicBezTo>
                  <a:cubicBezTo>
                    <a:pt x="310" y="399"/>
                    <a:pt x="393" y="351"/>
                    <a:pt x="412" y="256"/>
                  </a:cubicBezTo>
                  <a:cubicBezTo>
                    <a:pt x="457" y="142"/>
                    <a:pt x="389" y="51"/>
                    <a:pt x="275" y="5"/>
                  </a:cubicBezTo>
                  <a:cubicBezTo>
                    <a:pt x="260" y="2"/>
                    <a:pt x="245" y="1"/>
                    <a:pt x="2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
            <p:cNvSpPr/>
            <p:nvPr/>
          </p:nvSpPr>
          <p:spPr>
            <a:xfrm>
              <a:off x="6580125" y="1388975"/>
              <a:ext cx="6300" cy="5300"/>
            </a:xfrm>
            <a:custGeom>
              <a:avLst/>
              <a:gdLst/>
              <a:ahLst/>
              <a:cxnLst/>
              <a:rect l="l" t="t" r="r" b="b"/>
              <a:pathLst>
                <a:path w="252" h="212" extrusionOk="0">
                  <a:moveTo>
                    <a:pt x="160" y="0"/>
                  </a:moveTo>
                  <a:cubicBezTo>
                    <a:pt x="92" y="0"/>
                    <a:pt x="46" y="23"/>
                    <a:pt x="23" y="91"/>
                  </a:cubicBezTo>
                  <a:cubicBezTo>
                    <a:pt x="0" y="137"/>
                    <a:pt x="46" y="183"/>
                    <a:pt x="92" y="206"/>
                  </a:cubicBezTo>
                  <a:cubicBezTo>
                    <a:pt x="104" y="210"/>
                    <a:pt x="116" y="212"/>
                    <a:pt x="127" y="212"/>
                  </a:cubicBezTo>
                  <a:cubicBezTo>
                    <a:pt x="176" y="212"/>
                    <a:pt x="210" y="174"/>
                    <a:pt x="229" y="137"/>
                  </a:cubicBezTo>
                  <a:cubicBezTo>
                    <a:pt x="252" y="69"/>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
            <p:cNvSpPr/>
            <p:nvPr/>
          </p:nvSpPr>
          <p:spPr>
            <a:xfrm>
              <a:off x="6766150" y="1658150"/>
              <a:ext cx="8575" cy="7750"/>
            </a:xfrm>
            <a:custGeom>
              <a:avLst/>
              <a:gdLst/>
              <a:ahLst/>
              <a:cxnLst/>
              <a:rect l="l" t="t" r="r" b="b"/>
              <a:pathLst>
                <a:path w="343" h="310" extrusionOk="0">
                  <a:moveTo>
                    <a:pt x="161" y="1"/>
                  </a:moveTo>
                  <a:cubicBezTo>
                    <a:pt x="92" y="1"/>
                    <a:pt x="42" y="45"/>
                    <a:pt x="23" y="121"/>
                  </a:cubicBezTo>
                  <a:cubicBezTo>
                    <a:pt x="1" y="212"/>
                    <a:pt x="46" y="281"/>
                    <a:pt x="137" y="303"/>
                  </a:cubicBezTo>
                  <a:cubicBezTo>
                    <a:pt x="149" y="307"/>
                    <a:pt x="162" y="309"/>
                    <a:pt x="174" y="309"/>
                  </a:cubicBezTo>
                  <a:cubicBezTo>
                    <a:pt x="235" y="309"/>
                    <a:pt x="301" y="265"/>
                    <a:pt x="320" y="189"/>
                  </a:cubicBezTo>
                  <a:cubicBezTo>
                    <a:pt x="343" y="121"/>
                    <a:pt x="297"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
            <p:cNvSpPr/>
            <p:nvPr/>
          </p:nvSpPr>
          <p:spPr>
            <a:xfrm>
              <a:off x="6432900" y="1008200"/>
              <a:ext cx="8025" cy="7175"/>
            </a:xfrm>
            <a:custGeom>
              <a:avLst/>
              <a:gdLst/>
              <a:ahLst/>
              <a:cxnLst/>
              <a:rect l="l" t="t" r="r" b="b"/>
              <a:pathLst>
                <a:path w="321" h="287" extrusionOk="0">
                  <a:moveTo>
                    <a:pt x="160" y="1"/>
                  </a:moveTo>
                  <a:cubicBezTo>
                    <a:pt x="92" y="1"/>
                    <a:pt x="42" y="42"/>
                    <a:pt x="23" y="98"/>
                  </a:cubicBezTo>
                  <a:cubicBezTo>
                    <a:pt x="1" y="189"/>
                    <a:pt x="46" y="258"/>
                    <a:pt x="115" y="281"/>
                  </a:cubicBezTo>
                  <a:cubicBezTo>
                    <a:pt x="131" y="285"/>
                    <a:pt x="146" y="287"/>
                    <a:pt x="161" y="287"/>
                  </a:cubicBezTo>
                  <a:cubicBezTo>
                    <a:pt x="229" y="287"/>
                    <a:pt x="278" y="246"/>
                    <a:pt x="297" y="189"/>
                  </a:cubicBezTo>
                  <a:cubicBezTo>
                    <a:pt x="320" y="98"/>
                    <a:pt x="274" y="7"/>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
            <p:cNvSpPr/>
            <p:nvPr/>
          </p:nvSpPr>
          <p:spPr>
            <a:xfrm>
              <a:off x="6571000" y="1299800"/>
              <a:ext cx="9725" cy="8850"/>
            </a:xfrm>
            <a:custGeom>
              <a:avLst/>
              <a:gdLst/>
              <a:ahLst/>
              <a:cxnLst/>
              <a:rect l="l" t="t" r="r" b="b"/>
              <a:pathLst>
                <a:path w="389" h="354" extrusionOk="0">
                  <a:moveTo>
                    <a:pt x="195" y="1"/>
                  </a:moveTo>
                  <a:cubicBezTo>
                    <a:pt x="108" y="1"/>
                    <a:pt x="42" y="45"/>
                    <a:pt x="23" y="121"/>
                  </a:cubicBezTo>
                  <a:cubicBezTo>
                    <a:pt x="0" y="212"/>
                    <a:pt x="69" y="326"/>
                    <a:pt x="160" y="349"/>
                  </a:cubicBezTo>
                  <a:cubicBezTo>
                    <a:pt x="172" y="352"/>
                    <a:pt x="184" y="353"/>
                    <a:pt x="196" y="353"/>
                  </a:cubicBezTo>
                  <a:cubicBezTo>
                    <a:pt x="274" y="353"/>
                    <a:pt x="346" y="291"/>
                    <a:pt x="365" y="212"/>
                  </a:cubicBezTo>
                  <a:cubicBezTo>
                    <a:pt x="388" y="121"/>
                    <a:pt x="343" y="29"/>
                    <a:pt x="251" y="6"/>
                  </a:cubicBezTo>
                  <a:cubicBezTo>
                    <a:pt x="232" y="3"/>
                    <a:pt x="213"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
            <p:cNvSpPr/>
            <p:nvPr/>
          </p:nvSpPr>
          <p:spPr>
            <a:xfrm>
              <a:off x="6560725" y="1275300"/>
              <a:ext cx="8000" cy="7700"/>
            </a:xfrm>
            <a:custGeom>
              <a:avLst/>
              <a:gdLst/>
              <a:ahLst/>
              <a:cxnLst/>
              <a:rect l="l" t="t" r="r" b="b"/>
              <a:pathLst>
                <a:path w="320" h="308" extrusionOk="0">
                  <a:moveTo>
                    <a:pt x="170" y="0"/>
                  </a:moveTo>
                  <a:cubicBezTo>
                    <a:pt x="97" y="0"/>
                    <a:pt x="43" y="60"/>
                    <a:pt x="23" y="119"/>
                  </a:cubicBezTo>
                  <a:cubicBezTo>
                    <a:pt x="0" y="210"/>
                    <a:pt x="46" y="279"/>
                    <a:pt x="115" y="302"/>
                  </a:cubicBezTo>
                  <a:cubicBezTo>
                    <a:pt x="130" y="306"/>
                    <a:pt x="146" y="308"/>
                    <a:pt x="161" y="308"/>
                  </a:cubicBezTo>
                  <a:cubicBezTo>
                    <a:pt x="234" y="308"/>
                    <a:pt x="297" y="263"/>
                    <a:pt x="297" y="188"/>
                  </a:cubicBezTo>
                  <a:cubicBezTo>
                    <a:pt x="320" y="119"/>
                    <a:pt x="274" y="28"/>
                    <a:pt x="206" y="5"/>
                  </a:cubicBezTo>
                  <a:cubicBezTo>
                    <a:pt x="194" y="2"/>
                    <a:pt x="182" y="0"/>
                    <a:pt x="17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
            <p:cNvSpPr/>
            <p:nvPr/>
          </p:nvSpPr>
          <p:spPr>
            <a:xfrm>
              <a:off x="6468850" y="1097800"/>
              <a:ext cx="9150" cy="8300"/>
            </a:xfrm>
            <a:custGeom>
              <a:avLst/>
              <a:gdLst/>
              <a:ahLst/>
              <a:cxnLst/>
              <a:rect l="l" t="t" r="r" b="b"/>
              <a:pathLst>
                <a:path w="366" h="332" extrusionOk="0">
                  <a:moveTo>
                    <a:pt x="182" y="0"/>
                  </a:moveTo>
                  <a:cubicBezTo>
                    <a:pt x="108" y="0"/>
                    <a:pt x="42" y="45"/>
                    <a:pt x="23" y="120"/>
                  </a:cubicBezTo>
                  <a:cubicBezTo>
                    <a:pt x="1" y="212"/>
                    <a:pt x="69" y="303"/>
                    <a:pt x="137" y="326"/>
                  </a:cubicBezTo>
                  <a:cubicBezTo>
                    <a:pt x="153" y="330"/>
                    <a:pt x="169" y="332"/>
                    <a:pt x="184" y="332"/>
                  </a:cubicBezTo>
                  <a:cubicBezTo>
                    <a:pt x="258" y="332"/>
                    <a:pt x="324" y="287"/>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
            <p:cNvSpPr/>
            <p:nvPr/>
          </p:nvSpPr>
          <p:spPr>
            <a:xfrm>
              <a:off x="6707950" y="1377975"/>
              <a:ext cx="10300" cy="8875"/>
            </a:xfrm>
            <a:custGeom>
              <a:avLst/>
              <a:gdLst/>
              <a:ahLst/>
              <a:cxnLst/>
              <a:rect l="l" t="t" r="r" b="b"/>
              <a:pathLst>
                <a:path w="412" h="355" extrusionOk="0">
                  <a:moveTo>
                    <a:pt x="204" y="1"/>
                  </a:moveTo>
                  <a:cubicBezTo>
                    <a:pt x="125" y="1"/>
                    <a:pt x="42" y="48"/>
                    <a:pt x="23" y="143"/>
                  </a:cubicBezTo>
                  <a:cubicBezTo>
                    <a:pt x="0" y="235"/>
                    <a:pt x="69" y="326"/>
                    <a:pt x="160" y="349"/>
                  </a:cubicBezTo>
                  <a:cubicBezTo>
                    <a:pt x="176" y="353"/>
                    <a:pt x="192" y="355"/>
                    <a:pt x="209" y="355"/>
                  </a:cubicBezTo>
                  <a:cubicBezTo>
                    <a:pt x="288" y="355"/>
                    <a:pt x="369" y="310"/>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
            <p:cNvSpPr/>
            <p:nvPr/>
          </p:nvSpPr>
          <p:spPr>
            <a:xfrm>
              <a:off x="5839450" y="1408225"/>
              <a:ext cx="9150" cy="7725"/>
            </a:xfrm>
            <a:custGeom>
              <a:avLst/>
              <a:gdLst/>
              <a:ahLst/>
              <a:cxnLst/>
              <a:rect l="l" t="t" r="r" b="b"/>
              <a:pathLst>
                <a:path w="366" h="309" extrusionOk="0">
                  <a:moveTo>
                    <a:pt x="182" y="0"/>
                  </a:moveTo>
                  <a:cubicBezTo>
                    <a:pt x="108" y="0"/>
                    <a:pt x="42" y="45"/>
                    <a:pt x="23" y="120"/>
                  </a:cubicBezTo>
                  <a:cubicBezTo>
                    <a:pt x="0" y="212"/>
                    <a:pt x="69" y="303"/>
                    <a:pt x="137" y="303"/>
                  </a:cubicBezTo>
                  <a:cubicBezTo>
                    <a:pt x="153" y="307"/>
                    <a:pt x="170" y="309"/>
                    <a:pt x="185" y="309"/>
                  </a:cubicBezTo>
                  <a:cubicBezTo>
                    <a:pt x="259" y="309"/>
                    <a:pt x="324" y="268"/>
                    <a:pt x="343" y="212"/>
                  </a:cubicBezTo>
                  <a:cubicBezTo>
                    <a:pt x="365" y="120"/>
                    <a:pt x="297" y="29"/>
                    <a:pt x="228"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
            <p:cNvSpPr/>
            <p:nvPr/>
          </p:nvSpPr>
          <p:spPr>
            <a:xfrm>
              <a:off x="5954700" y="1343200"/>
              <a:ext cx="9725" cy="9375"/>
            </a:xfrm>
            <a:custGeom>
              <a:avLst/>
              <a:gdLst/>
              <a:ahLst/>
              <a:cxnLst/>
              <a:rect l="l" t="t" r="r" b="b"/>
              <a:pathLst>
                <a:path w="389" h="375" extrusionOk="0">
                  <a:moveTo>
                    <a:pt x="193" y="1"/>
                  </a:moveTo>
                  <a:cubicBezTo>
                    <a:pt x="115" y="1"/>
                    <a:pt x="44" y="63"/>
                    <a:pt x="24" y="142"/>
                  </a:cubicBezTo>
                  <a:cubicBezTo>
                    <a:pt x="1" y="233"/>
                    <a:pt x="47" y="348"/>
                    <a:pt x="161" y="370"/>
                  </a:cubicBezTo>
                  <a:cubicBezTo>
                    <a:pt x="173" y="373"/>
                    <a:pt x="185" y="375"/>
                    <a:pt x="197" y="375"/>
                  </a:cubicBezTo>
                  <a:cubicBezTo>
                    <a:pt x="275" y="375"/>
                    <a:pt x="346" y="313"/>
                    <a:pt x="366" y="233"/>
                  </a:cubicBezTo>
                  <a:cubicBezTo>
                    <a:pt x="389" y="142"/>
                    <a:pt x="343"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
            <p:cNvSpPr/>
            <p:nvPr/>
          </p:nvSpPr>
          <p:spPr>
            <a:xfrm>
              <a:off x="6616075" y="1591975"/>
              <a:ext cx="6875" cy="6025"/>
            </a:xfrm>
            <a:custGeom>
              <a:avLst/>
              <a:gdLst/>
              <a:ahLst/>
              <a:cxnLst/>
              <a:rect l="l" t="t" r="r" b="b"/>
              <a:pathLst>
                <a:path w="275" h="241" extrusionOk="0">
                  <a:moveTo>
                    <a:pt x="124" y="0"/>
                  </a:moveTo>
                  <a:cubicBezTo>
                    <a:pt x="70" y="0"/>
                    <a:pt x="23" y="41"/>
                    <a:pt x="23" y="97"/>
                  </a:cubicBezTo>
                  <a:cubicBezTo>
                    <a:pt x="0" y="166"/>
                    <a:pt x="46" y="211"/>
                    <a:pt x="92" y="234"/>
                  </a:cubicBezTo>
                  <a:cubicBezTo>
                    <a:pt x="104" y="238"/>
                    <a:pt x="116" y="240"/>
                    <a:pt x="128" y="240"/>
                  </a:cubicBezTo>
                  <a:cubicBezTo>
                    <a:pt x="183" y="240"/>
                    <a:pt x="233" y="199"/>
                    <a:pt x="252" y="143"/>
                  </a:cubicBezTo>
                  <a:cubicBezTo>
                    <a:pt x="274" y="97"/>
                    <a:pt x="229" y="29"/>
                    <a:pt x="160" y="6"/>
                  </a:cubicBezTo>
                  <a:cubicBezTo>
                    <a:pt x="148" y="2"/>
                    <a:pt x="136" y="0"/>
                    <a:pt x="12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
            <p:cNvSpPr/>
            <p:nvPr/>
          </p:nvSpPr>
          <p:spPr>
            <a:xfrm>
              <a:off x="6589250" y="1479550"/>
              <a:ext cx="9725" cy="8850"/>
            </a:xfrm>
            <a:custGeom>
              <a:avLst/>
              <a:gdLst/>
              <a:ahLst/>
              <a:cxnLst/>
              <a:rect l="l" t="t" r="r" b="b"/>
              <a:pathLst>
                <a:path w="389" h="354" extrusionOk="0">
                  <a:moveTo>
                    <a:pt x="184" y="1"/>
                  </a:moveTo>
                  <a:cubicBezTo>
                    <a:pt x="109" y="1"/>
                    <a:pt x="43" y="48"/>
                    <a:pt x="23" y="143"/>
                  </a:cubicBezTo>
                  <a:cubicBezTo>
                    <a:pt x="1" y="235"/>
                    <a:pt x="46" y="326"/>
                    <a:pt x="138" y="349"/>
                  </a:cubicBezTo>
                  <a:cubicBezTo>
                    <a:pt x="150" y="352"/>
                    <a:pt x="162" y="353"/>
                    <a:pt x="175" y="353"/>
                  </a:cubicBezTo>
                  <a:cubicBezTo>
                    <a:pt x="257" y="353"/>
                    <a:pt x="346" y="291"/>
                    <a:pt x="366" y="212"/>
                  </a:cubicBezTo>
                  <a:cubicBezTo>
                    <a:pt x="389" y="121"/>
                    <a:pt x="320" y="29"/>
                    <a:pt x="229" y="6"/>
                  </a:cubicBezTo>
                  <a:cubicBezTo>
                    <a:pt x="214" y="3"/>
                    <a:pt x="198"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
            <p:cNvSpPr/>
            <p:nvPr/>
          </p:nvSpPr>
          <p:spPr>
            <a:xfrm>
              <a:off x="6485400" y="1534900"/>
              <a:ext cx="8000" cy="7175"/>
            </a:xfrm>
            <a:custGeom>
              <a:avLst/>
              <a:gdLst/>
              <a:ahLst/>
              <a:cxnLst/>
              <a:rect l="l" t="t" r="r" b="b"/>
              <a:pathLst>
                <a:path w="320" h="287" extrusionOk="0">
                  <a:moveTo>
                    <a:pt x="147" y="1"/>
                  </a:moveTo>
                  <a:cubicBezTo>
                    <a:pt x="92" y="1"/>
                    <a:pt x="42" y="41"/>
                    <a:pt x="23" y="98"/>
                  </a:cubicBezTo>
                  <a:cubicBezTo>
                    <a:pt x="0" y="166"/>
                    <a:pt x="46" y="258"/>
                    <a:pt x="115" y="280"/>
                  </a:cubicBezTo>
                  <a:cubicBezTo>
                    <a:pt x="130" y="284"/>
                    <a:pt x="145" y="286"/>
                    <a:pt x="159" y="286"/>
                  </a:cubicBezTo>
                  <a:cubicBezTo>
                    <a:pt x="228" y="286"/>
                    <a:pt x="278" y="242"/>
                    <a:pt x="297" y="166"/>
                  </a:cubicBezTo>
                  <a:cubicBezTo>
                    <a:pt x="320" y="98"/>
                    <a:pt x="274" y="6"/>
                    <a:pt x="183" y="6"/>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
            <p:cNvSpPr/>
            <p:nvPr/>
          </p:nvSpPr>
          <p:spPr>
            <a:xfrm>
              <a:off x="5448000" y="1569150"/>
              <a:ext cx="7425" cy="4725"/>
            </a:xfrm>
            <a:custGeom>
              <a:avLst/>
              <a:gdLst/>
              <a:ahLst/>
              <a:cxnLst/>
              <a:rect l="l" t="t" r="r" b="b"/>
              <a:pathLst>
                <a:path w="297" h="189" extrusionOk="0">
                  <a:moveTo>
                    <a:pt x="125" y="0"/>
                  </a:moveTo>
                  <a:cubicBezTo>
                    <a:pt x="69" y="0"/>
                    <a:pt x="19" y="44"/>
                    <a:pt x="0" y="120"/>
                  </a:cubicBezTo>
                  <a:lnTo>
                    <a:pt x="274" y="189"/>
                  </a:lnTo>
                  <a:cubicBezTo>
                    <a:pt x="297" y="120"/>
                    <a:pt x="251" y="29"/>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
            <p:cNvSpPr/>
            <p:nvPr/>
          </p:nvSpPr>
          <p:spPr>
            <a:xfrm>
              <a:off x="6871725" y="1715800"/>
              <a:ext cx="8000" cy="7150"/>
            </a:xfrm>
            <a:custGeom>
              <a:avLst/>
              <a:gdLst/>
              <a:ahLst/>
              <a:cxnLst/>
              <a:rect l="l" t="t" r="r" b="b"/>
              <a:pathLst>
                <a:path w="320" h="286" extrusionOk="0">
                  <a:moveTo>
                    <a:pt x="148" y="0"/>
                  </a:moveTo>
                  <a:cubicBezTo>
                    <a:pt x="92" y="0"/>
                    <a:pt x="42" y="45"/>
                    <a:pt x="23" y="120"/>
                  </a:cubicBezTo>
                  <a:cubicBezTo>
                    <a:pt x="0" y="189"/>
                    <a:pt x="46" y="257"/>
                    <a:pt x="114" y="280"/>
                  </a:cubicBezTo>
                  <a:cubicBezTo>
                    <a:pt x="130" y="284"/>
                    <a:pt x="146" y="286"/>
                    <a:pt x="161" y="286"/>
                  </a:cubicBezTo>
                  <a:cubicBezTo>
                    <a:pt x="228" y="286"/>
                    <a:pt x="278" y="245"/>
                    <a:pt x="297" y="189"/>
                  </a:cubicBezTo>
                  <a:cubicBezTo>
                    <a:pt x="320" y="97"/>
                    <a:pt x="274" y="29"/>
                    <a:pt x="183" y="6"/>
                  </a:cubicBezTo>
                  <a:cubicBezTo>
                    <a:pt x="171" y="2"/>
                    <a:pt x="159" y="0"/>
                    <a:pt x="14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
            <p:cNvSpPr/>
            <p:nvPr/>
          </p:nvSpPr>
          <p:spPr>
            <a:xfrm>
              <a:off x="6868300" y="1744325"/>
              <a:ext cx="6300" cy="5875"/>
            </a:xfrm>
            <a:custGeom>
              <a:avLst/>
              <a:gdLst/>
              <a:ahLst/>
              <a:cxnLst/>
              <a:rect l="l" t="t" r="r" b="b"/>
              <a:pathLst>
                <a:path w="252" h="235" extrusionOk="0">
                  <a:moveTo>
                    <a:pt x="111" y="0"/>
                  </a:moveTo>
                  <a:cubicBezTo>
                    <a:pt x="69" y="0"/>
                    <a:pt x="19" y="41"/>
                    <a:pt x="0" y="98"/>
                  </a:cubicBezTo>
                  <a:cubicBezTo>
                    <a:pt x="0" y="143"/>
                    <a:pt x="23" y="212"/>
                    <a:pt x="92" y="235"/>
                  </a:cubicBezTo>
                  <a:cubicBezTo>
                    <a:pt x="137" y="235"/>
                    <a:pt x="206" y="212"/>
                    <a:pt x="228" y="143"/>
                  </a:cubicBezTo>
                  <a:cubicBezTo>
                    <a:pt x="251" y="75"/>
                    <a:pt x="206" y="29"/>
                    <a:pt x="137" y="6"/>
                  </a:cubicBezTo>
                  <a:cubicBezTo>
                    <a:pt x="129" y="2"/>
                    <a:pt x="120" y="0"/>
                    <a:pt x="11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
            <p:cNvSpPr/>
            <p:nvPr/>
          </p:nvSpPr>
          <p:spPr>
            <a:xfrm>
              <a:off x="6243450" y="1783175"/>
              <a:ext cx="10875" cy="6400"/>
            </a:xfrm>
            <a:custGeom>
              <a:avLst/>
              <a:gdLst/>
              <a:ahLst/>
              <a:cxnLst/>
              <a:rect l="l" t="t" r="r" b="b"/>
              <a:pathLst>
                <a:path w="435" h="256" extrusionOk="0">
                  <a:moveTo>
                    <a:pt x="209" y="0"/>
                  </a:moveTo>
                  <a:cubicBezTo>
                    <a:pt x="115" y="0"/>
                    <a:pt x="40" y="65"/>
                    <a:pt x="1" y="164"/>
                  </a:cubicBezTo>
                  <a:lnTo>
                    <a:pt x="389" y="256"/>
                  </a:lnTo>
                  <a:cubicBezTo>
                    <a:pt x="434" y="141"/>
                    <a:pt x="366" y="27"/>
                    <a:pt x="252" y="4"/>
                  </a:cubicBezTo>
                  <a:cubicBezTo>
                    <a:pt x="237" y="2"/>
                    <a:pt x="222" y="0"/>
                    <a:pt x="20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
            <p:cNvSpPr/>
            <p:nvPr/>
          </p:nvSpPr>
          <p:spPr>
            <a:xfrm>
              <a:off x="5840575" y="1121200"/>
              <a:ext cx="8025" cy="7700"/>
            </a:xfrm>
            <a:custGeom>
              <a:avLst/>
              <a:gdLst/>
              <a:ahLst/>
              <a:cxnLst/>
              <a:rect l="l" t="t" r="r" b="b"/>
              <a:pathLst>
                <a:path w="321" h="308" extrusionOk="0">
                  <a:moveTo>
                    <a:pt x="161" y="0"/>
                  </a:moveTo>
                  <a:cubicBezTo>
                    <a:pt x="93" y="0"/>
                    <a:pt x="43" y="45"/>
                    <a:pt x="24" y="120"/>
                  </a:cubicBezTo>
                  <a:cubicBezTo>
                    <a:pt x="1" y="189"/>
                    <a:pt x="47" y="280"/>
                    <a:pt x="138" y="303"/>
                  </a:cubicBezTo>
                  <a:cubicBezTo>
                    <a:pt x="147" y="306"/>
                    <a:pt x="157" y="307"/>
                    <a:pt x="166" y="307"/>
                  </a:cubicBezTo>
                  <a:cubicBezTo>
                    <a:pt x="230" y="307"/>
                    <a:pt x="301" y="248"/>
                    <a:pt x="320" y="189"/>
                  </a:cubicBezTo>
                  <a:cubicBezTo>
                    <a:pt x="320" y="97"/>
                    <a:pt x="275"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
            <p:cNvSpPr/>
            <p:nvPr/>
          </p:nvSpPr>
          <p:spPr>
            <a:xfrm>
              <a:off x="5744725" y="1028750"/>
              <a:ext cx="8000" cy="7700"/>
            </a:xfrm>
            <a:custGeom>
              <a:avLst/>
              <a:gdLst/>
              <a:ahLst/>
              <a:cxnLst/>
              <a:rect l="l" t="t" r="r" b="b"/>
              <a:pathLst>
                <a:path w="320" h="308" extrusionOk="0">
                  <a:moveTo>
                    <a:pt x="161" y="1"/>
                  </a:moveTo>
                  <a:cubicBezTo>
                    <a:pt x="92" y="1"/>
                    <a:pt x="42" y="45"/>
                    <a:pt x="23" y="121"/>
                  </a:cubicBezTo>
                  <a:cubicBezTo>
                    <a:pt x="0" y="189"/>
                    <a:pt x="46" y="280"/>
                    <a:pt x="114" y="303"/>
                  </a:cubicBezTo>
                  <a:cubicBezTo>
                    <a:pt x="127" y="306"/>
                    <a:pt x="139" y="308"/>
                    <a:pt x="151" y="308"/>
                  </a:cubicBezTo>
                  <a:cubicBezTo>
                    <a:pt x="228" y="308"/>
                    <a:pt x="297" y="248"/>
                    <a:pt x="297" y="189"/>
                  </a:cubicBezTo>
                  <a:cubicBezTo>
                    <a:pt x="320" y="98"/>
                    <a:pt x="274" y="29"/>
                    <a:pt x="206" y="6"/>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
            <p:cNvSpPr/>
            <p:nvPr/>
          </p:nvSpPr>
          <p:spPr>
            <a:xfrm>
              <a:off x="6021475" y="1322675"/>
              <a:ext cx="10300" cy="9400"/>
            </a:xfrm>
            <a:custGeom>
              <a:avLst/>
              <a:gdLst/>
              <a:ahLst/>
              <a:cxnLst/>
              <a:rect l="l" t="t" r="r" b="b"/>
              <a:pathLst>
                <a:path w="412" h="376" extrusionOk="0">
                  <a:moveTo>
                    <a:pt x="215" y="0"/>
                  </a:moveTo>
                  <a:cubicBezTo>
                    <a:pt x="132" y="0"/>
                    <a:pt x="43" y="62"/>
                    <a:pt x="23" y="141"/>
                  </a:cubicBezTo>
                  <a:cubicBezTo>
                    <a:pt x="0" y="256"/>
                    <a:pt x="69" y="347"/>
                    <a:pt x="160" y="370"/>
                  </a:cubicBezTo>
                  <a:cubicBezTo>
                    <a:pt x="175" y="373"/>
                    <a:pt x="191" y="375"/>
                    <a:pt x="207" y="375"/>
                  </a:cubicBezTo>
                  <a:cubicBezTo>
                    <a:pt x="287" y="375"/>
                    <a:pt x="369" y="328"/>
                    <a:pt x="389" y="233"/>
                  </a:cubicBezTo>
                  <a:cubicBezTo>
                    <a:pt x="411" y="141"/>
                    <a:pt x="366" y="27"/>
                    <a:pt x="252" y="4"/>
                  </a:cubicBezTo>
                  <a:cubicBezTo>
                    <a:pt x="240" y="1"/>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
            <p:cNvSpPr/>
            <p:nvPr/>
          </p:nvSpPr>
          <p:spPr>
            <a:xfrm>
              <a:off x="5918750" y="1214250"/>
              <a:ext cx="9175" cy="8800"/>
            </a:xfrm>
            <a:custGeom>
              <a:avLst/>
              <a:gdLst/>
              <a:ahLst/>
              <a:cxnLst/>
              <a:rect l="l" t="t" r="r" b="b"/>
              <a:pathLst>
                <a:path w="367" h="352" extrusionOk="0">
                  <a:moveTo>
                    <a:pt x="193" y="0"/>
                  </a:moveTo>
                  <a:cubicBezTo>
                    <a:pt x="115" y="0"/>
                    <a:pt x="44" y="62"/>
                    <a:pt x="24" y="142"/>
                  </a:cubicBezTo>
                  <a:cubicBezTo>
                    <a:pt x="1" y="233"/>
                    <a:pt x="47" y="324"/>
                    <a:pt x="138" y="347"/>
                  </a:cubicBezTo>
                  <a:cubicBezTo>
                    <a:pt x="150" y="350"/>
                    <a:pt x="162" y="351"/>
                    <a:pt x="174" y="351"/>
                  </a:cubicBezTo>
                  <a:cubicBezTo>
                    <a:pt x="252" y="351"/>
                    <a:pt x="323" y="289"/>
                    <a:pt x="343" y="210"/>
                  </a:cubicBezTo>
                  <a:cubicBezTo>
                    <a:pt x="366" y="119"/>
                    <a:pt x="298" y="27"/>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
            <p:cNvSpPr/>
            <p:nvPr/>
          </p:nvSpPr>
          <p:spPr>
            <a:xfrm>
              <a:off x="6280550" y="1778600"/>
              <a:ext cx="9725" cy="8800"/>
            </a:xfrm>
            <a:custGeom>
              <a:avLst/>
              <a:gdLst/>
              <a:ahLst/>
              <a:cxnLst/>
              <a:rect l="l" t="t" r="r" b="b"/>
              <a:pathLst>
                <a:path w="389" h="352" extrusionOk="0">
                  <a:moveTo>
                    <a:pt x="193" y="0"/>
                  </a:moveTo>
                  <a:cubicBezTo>
                    <a:pt x="114" y="0"/>
                    <a:pt x="43" y="63"/>
                    <a:pt x="23" y="142"/>
                  </a:cubicBezTo>
                  <a:cubicBezTo>
                    <a:pt x="0" y="233"/>
                    <a:pt x="69" y="324"/>
                    <a:pt x="160" y="347"/>
                  </a:cubicBezTo>
                  <a:cubicBezTo>
                    <a:pt x="169" y="350"/>
                    <a:pt x="179" y="352"/>
                    <a:pt x="189" y="352"/>
                  </a:cubicBezTo>
                  <a:cubicBezTo>
                    <a:pt x="257" y="352"/>
                    <a:pt x="346" y="290"/>
                    <a:pt x="365" y="210"/>
                  </a:cubicBezTo>
                  <a:cubicBezTo>
                    <a:pt x="388" y="119"/>
                    <a:pt x="320" y="28"/>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
            <p:cNvSpPr/>
            <p:nvPr/>
          </p:nvSpPr>
          <p:spPr>
            <a:xfrm>
              <a:off x="5959275" y="1432175"/>
              <a:ext cx="6300" cy="5475"/>
            </a:xfrm>
            <a:custGeom>
              <a:avLst/>
              <a:gdLst/>
              <a:ahLst/>
              <a:cxnLst/>
              <a:rect l="l" t="t" r="r" b="b"/>
              <a:pathLst>
                <a:path w="252" h="219" extrusionOk="0">
                  <a:moveTo>
                    <a:pt x="123" y="1"/>
                  </a:moveTo>
                  <a:cubicBezTo>
                    <a:pt x="69" y="1"/>
                    <a:pt x="23" y="38"/>
                    <a:pt x="23" y="75"/>
                  </a:cubicBezTo>
                  <a:cubicBezTo>
                    <a:pt x="1" y="144"/>
                    <a:pt x="46" y="190"/>
                    <a:pt x="92" y="212"/>
                  </a:cubicBezTo>
                  <a:cubicBezTo>
                    <a:pt x="104" y="217"/>
                    <a:pt x="117" y="218"/>
                    <a:pt x="129" y="218"/>
                  </a:cubicBezTo>
                  <a:cubicBezTo>
                    <a:pt x="183" y="218"/>
                    <a:pt x="229" y="181"/>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
            <p:cNvSpPr/>
            <p:nvPr/>
          </p:nvSpPr>
          <p:spPr>
            <a:xfrm>
              <a:off x="5970125" y="1422625"/>
              <a:ext cx="6875" cy="6450"/>
            </a:xfrm>
            <a:custGeom>
              <a:avLst/>
              <a:gdLst/>
              <a:ahLst/>
              <a:cxnLst/>
              <a:rect l="l" t="t" r="r" b="b"/>
              <a:pathLst>
                <a:path w="275" h="258" extrusionOk="0">
                  <a:moveTo>
                    <a:pt x="160" y="1"/>
                  </a:moveTo>
                  <a:cubicBezTo>
                    <a:pt x="92" y="1"/>
                    <a:pt x="23" y="24"/>
                    <a:pt x="23" y="92"/>
                  </a:cubicBezTo>
                  <a:cubicBezTo>
                    <a:pt x="0" y="161"/>
                    <a:pt x="46" y="229"/>
                    <a:pt x="92" y="252"/>
                  </a:cubicBezTo>
                  <a:cubicBezTo>
                    <a:pt x="104" y="256"/>
                    <a:pt x="116" y="258"/>
                    <a:pt x="128" y="258"/>
                  </a:cubicBezTo>
                  <a:cubicBezTo>
                    <a:pt x="183" y="258"/>
                    <a:pt x="232" y="217"/>
                    <a:pt x="251" y="161"/>
                  </a:cubicBezTo>
                  <a:cubicBezTo>
                    <a:pt x="274" y="92"/>
                    <a:pt x="228"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
            <p:cNvSpPr/>
            <p:nvPr/>
          </p:nvSpPr>
          <p:spPr>
            <a:xfrm>
              <a:off x="6725625" y="1401950"/>
              <a:ext cx="10875" cy="9400"/>
            </a:xfrm>
            <a:custGeom>
              <a:avLst/>
              <a:gdLst/>
              <a:ahLst/>
              <a:cxnLst/>
              <a:rect l="l" t="t" r="r" b="b"/>
              <a:pathLst>
                <a:path w="435" h="376" extrusionOk="0">
                  <a:moveTo>
                    <a:pt x="220" y="0"/>
                  </a:moveTo>
                  <a:cubicBezTo>
                    <a:pt x="132" y="0"/>
                    <a:pt x="66" y="48"/>
                    <a:pt x="47" y="143"/>
                  </a:cubicBezTo>
                  <a:cubicBezTo>
                    <a:pt x="1" y="234"/>
                    <a:pt x="69" y="349"/>
                    <a:pt x="161" y="371"/>
                  </a:cubicBezTo>
                  <a:cubicBezTo>
                    <a:pt x="176" y="374"/>
                    <a:pt x="190" y="376"/>
                    <a:pt x="204" y="376"/>
                  </a:cubicBezTo>
                  <a:cubicBezTo>
                    <a:pt x="298" y="376"/>
                    <a:pt x="369" y="314"/>
                    <a:pt x="389" y="234"/>
                  </a:cubicBezTo>
                  <a:cubicBezTo>
                    <a:pt x="435" y="120"/>
                    <a:pt x="366" y="29"/>
                    <a:pt x="275" y="6"/>
                  </a:cubicBezTo>
                  <a:cubicBezTo>
                    <a:pt x="256" y="2"/>
                    <a:pt x="237"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
            <p:cNvSpPr/>
            <p:nvPr/>
          </p:nvSpPr>
          <p:spPr>
            <a:xfrm>
              <a:off x="6704525" y="1685550"/>
              <a:ext cx="10300" cy="8875"/>
            </a:xfrm>
            <a:custGeom>
              <a:avLst/>
              <a:gdLst/>
              <a:ahLst/>
              <a:cxnLst/>
              <a:rect l="l" t="t" r="r" b="b"/>
              <a:pathLst>
                <a:path w="412" h="355" extrusionOk="0">
                  <a:moveTo>
                    <a:pt x="206" y="1"/>
                  </a:moveTo>
                  <a:cubicBezTo>
                    <a:pt x="132" y="1"/>
                    <a:pt x="65" y="48"/>
                    <a:pt x="46" y="143"/>
                  </a:cubicBezTo>
                  <a:cubicBezTo>
                    <a:pt x="0" y="235"/>
                    <a:pt x="69" y="326"/>
                    <a:pt x="160" y="349"/>
                  </a:cubicBezTo>
                  <a:cubicBezTo>
                    <a:pt x="175" y="353"/>
                    <a:pt x="191" y="354"/>
                    <a:pt x="207" y="354"/>
                  </a:cubicBezTo>
                  <a:cubicBezTo>
                    <a:pt x="287" y="354"/>
                    <a:pt x="369" y="307"/>
                    <a:pt x="388" y="212"/>
                  </a:cubicBezTo>
                  <a:cubicBezTo>
                    <a:pt x="411" y="120"/>
                    <a:pt x="343" y="29"/>
                    <a:pt x="251" y="6"/>
                  </a:cubicBezTo>
                  <a:cubicBezTo>
                    <a:pt x="236" y="3"/>
                    <a:pt x="221" y="1"/>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
            <p:cNvSpPr/>
            <p:nvPr/>
          </p:nvSpPr>
          <p:spPr>
            <a:xfrm>
              <a:off x="6188100" y="1518950"/>
              <a:ext cx="10875" cy="9950"/>
            </a:xfrm>
            <a:custGeom>
              <a:avLst/>
              <a:gdLst/>
              <a:ahLst/>
              <a:cxnLst/>
              <a:rect l="l" t="t" r="r" b="b"/>
              <a:pathLst>
                <a:path w="435" h="398" extrusionOk="0">
                  <a:moveTo>
                    <a:pt x="231" y="1"/>
                  </a:moveTo>
                  <a:cubicBezTo>
                    <a:pt x="137" y="1"/>
                    <a:pt x="63" y="63"/>
                    <a:pt x="23" y="142"/>
                  </a:cubicBezTo>
                  <a:cubicBezTo>
                    <a:pt x="0" y="256"/>
                    <a:pt x="69" y="371"/>
                    <a:pt x="183" y="393"/>
                  </a:cubicBezTo>
                  <a:cubicBezTo>
                    <a:pt x="195" y="396"/>
                    <a:pt x="207" y="398"/>
                    <a:pt x="220" y="398"/>
                  </a:cubicBezTo>
                  <a:cubicBezTo>
                    <a:pt x="303" y="398"/>
                    <a:pt x="391" y="336"/>
                    <a:pt x="411" y="256"/>
                  </a:cubicBezTo>
                  <a:cubicBezTo>
                    <a:pt x="434" y="142"/>
                    <a:pt x="366" y="28"/>
                    <a:pt x="274" y="5"/>
                  </a:cubicBezTo>
                  <a:cubicBezTo>
                    <a:pt x="259"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
            <p:cNvSpPr/>
            <p:nvPr/>
          </p:nvSpPr>
          <p:spPr>
            <a:xfrm>
              <a:off x="6388400" y="1590975"/>
              <a:ext cx="6875" cy="6450"/>
            </a:xfrm>
            <a:custGeom>
              <a:avLst/>
              <a:gdLst/>
              <a:ahLst/>
              <a:cxnLst/>
              <a:rect l="l" t="t" r="r" b="b"/>
              <a:pathLst>
                <a:path w="275" h="258" extrusionOk="0">
                  <a:moveTo>
                    <a:pt x="160" y="0"/>
                  </a:moveTo>
                  <a:cubicBezTo>
                    <a:pt x="91" y="0"/>
                    <a:pt x="23" y="23"/>
                    <a:pt x="0" y="92"/>
                  </a:cubicBezTo>
                  <a:cubicBezTo>
                    <a:pt x="0" y="160"/>
                    <a:pt x="46" y="229"/>
                    <a:pt x="114" y="251"/>
                  </a:cubicBezTo>
                  <a:cubicBezTo>
                    <a:pt x="122" y="255"/>
                    <a:pt x="132" y="257"/>
                    <a:pt x="142" y="257"/>
                  </a:cubicBezTo>
                  <a:cubicBezTo>
                    <a:pt x="189" y="257"/>
                    <a:pt x="251"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
            <p:cNvSpPr/>
            <p:nvPr/>
          </p:nvSpPr>
          <p:spPr>
            <a:xfrm>
              <a:off x="6388400" y="1611975"/>
              <a:ext cx="11425" cy="9975"/>
            </a:xfrm>
            <a:custGeom>
              <a:avLst/>
              <a:gdLst/>
              <a:ahLst/>
              <a:cxnLst/>
              <a:rect l="l" t="t" r="r" b="b"/>
              <a:pathLst>
                <a:path w="457" h="399" extrusionOk="0">
                  <a:moveTo>
                    <a:pt x="230" y="0"/>
                  </a:moveTo>
                  <a:cubicBezTo>
                    <a:pt x="132" y="0"/>
                    <a:pt x="43" y="65"/>
                    <a:pt x="23" y="165"/>
                  </a:cubicBezTo>
                  <a:cubicBezTo>
                    <a:pt x="0" y="256"/>
                    <a:pt x="69" y="370"/>
                    <a:pt x="183" y="393"/>
                  </a:cubicBezTo>
                  <a:cubicBezTo>
                    <a:pt x="198" y="397"/>
                    <a:pt x="214" y="399"/>
                    <a:pt x="230" y="399"/>
                  </a:cubicBezTo>
                  <a:cubicBezTo>
                    <a:pt x="310" y="399"/>
                    <a:pt x="392" y="351"/>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
            <p:cNvSpPr/>
            <p:nvPr/>
          </p:nvSpPr>
          <p:spPr>
            <a:xfrm>
              <a:off x="6497375" y="1253000"/>
              <a:ext cx="6875" cy="5900"/>
            </a:xfrm>
            <a:custGeom>
              <a:avLst/>
              <a:gdLst/>
              <a:ahLst/>
              <a:cxnLst/>
              <a:rect l="l" t="t" r="r" b="b"/>
              <a:pathLst>
                <a:path w="275" h="236" extrusionOk="0">
                  <a:moveTo>
                    <a:pt x="134" y="1"/>
                  </a:moveTo>
                  <a:cubicBezTo>
                    <a:pt x="91" y="1"/>
                    <a:pt x="42" y="38"/>
                    <a:pt x="24" y="75"/>
                  </a:cubicBezTo>
                  <a:cubicBezTo>
                    <a:pt x="1" y="144"/>
                    <a:pt x="46" y="212"/>
                    <a:pt x="115" y="235"/>
                  </a:cubicBezTo>
                  <a:cubicBezTo>
                    <a:pt x="161" y="235"/>
                    <a:pt x="229" y="212"/>
                    <a:pt x="252" y="144"/>
                  </a:cubicBezTo>
                  <a:cubicBezTo>
                    <a:pt x="275" y="75"/>
                    <a:pt x="229" y="7"/>
                    <a:pt x="161"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
            <p:cNvSpPr/>
            <p:nvPr/>
          </p:nvSpPr>
          <p:spPr>
            <a:xfrm>
              <a:off x="6746750" y="1478400"/>
              <a:ext cx="9150" cy="8325"/>
            </a:xfrm>
            <a:custGeom>
              <a:avLst/>
              <a:gdLst/>
              <a:ahLst/>
              <a:cxnLst/>
              <a:rect l="l" t="t" r="r" b="b"/>
              <a:pathLst>
                <a:path w="366" h="333"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30"/>
                    <a:pt x="229"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
            <p:cNvSpPr/>
            <p:nvPr/>
          </p:nvSpPr>
          <p:spPr>
            <a:xfrm>
              <a:off x="6710800" y="1642750"/>
              <a:ext cx="8000" cy="7175"/>
            </a:xfrm>
            <a:custGeom>
              <a:avLst/>
              <a:gdLst/>
              <a:ahLst/>
              <a:cxnLst/>
              <a:rect l="l" t="t" r="r" b="b"/>
              <a:pathLst>
                <a:path w="320" h="287" extrusionOk="0">
                  <a:moveTo>
                    <a:pt x="145" y="1"/>
                  </a:moveTo>
                  <a:cubicBezTo>
                    <a:pt x="85" y="1"/>
                    <a:pt x="23" y="41"/>
                    <a:pt x="23" y="98"/>
                  </a:cubicBezTo>
                  <a:cubicBezTo>
                    <a:pt x="0" y="189"/>
                    <a:pt x="46" y="258"/>
                    <a:pt x="115" y="280"/>
                  </a:cubicBezTo>
                  <a:cubicBezTo>
                    <a:pt x="126" y="284"/>
                    <a:pt x="139" y="286"/>
                    <a:pt x="151" y="286"/>
                  </a:cubicBezTo>
                  <a:cubicBezTo>
                    <a:pt x="212" y="286"/>
                    <a:pt x="278" y="242"/>
                    <a:pt x="297" y="166"/>
                  </a:cubicBezTo>
                  <a:cubicBezTo>
                    <a:pt x="320" y="98"/>
                    <a:pt x="274" y="29"/>
                    <a:pt x="183" y="6"/>
                  </a:cubicBezTo>
                  <a:cubicBezTo>
                    <a:pt x="171" y="2"/>
                    <a:pt x="158" y="1"/>
                    <a:pt x="14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
            <p:cNvSpPr/>
            <p:nvPr/>
          </p:nvSpPr>
          <p:spPr>
            <a:xfrm>
              <a:off x="6239450" y="1672575"/>
              <a:ext cx="8025" cy="7550"/>
            </a:xfrm>
            <a:custGeom>
              <a:avLst/>
              <a:gdLst/>
              <a:ahLst/>
              <a:cxnLst/>
              <a:rect l="l" t="t" r="r" b="b"/>
              <a:pathLst>
                <a:path w="321" h="302" extrusionOk="0">
                  <a:moveTo>
                    <a:pt x="206" y="0"/>
                  </a:moveTo>
                  <a:cubicBezTo>
                    <a:pt x="138" y="0"/>
                    <a:pt x="46" y="46"/>
                    <a:pt x="24" y="114"/>
                  </a:cubicBezTo>
                  <a:cubicBezTo>
                    <a:pt x="1" y="183"/>
                    <a:pt x="46" y="274"/>
                    <a:pt x="138" y="297"/>
                  </a:cubicBezTo>
                  <a:cubicBezTo>
                    <a:pt x="147" y="300"/>
                    <a:pt x="156" y="302"/>
                    <a:pt x="166" y="302"/>
                  </a:cubicBezTo>
                  <a:cubicBezTo>
                    <a:pt x="229" y="302"/>
                    <a:pt x="297" y="242"/>
                    <a:pt x="297" y="183"/>
                  </a:cubicBezTo>
                  <a:cubicBezTo>
                    <a:pt x="320" y="114"/>
                    <a:pt x="275" y="23"/>
                    <a:pt x="2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
            <p:cNvSpPr/>
            <p:nvPr/>
          </p:nvSpPr>
          <p:spPr>
            <a:xfrm>
              <a:off x="6507075" y="1246725"/>
              <a:ext cx="11450" cy="10250"/>
            </a:xfrm>
            <a:custGeom>
              <a:avLst/>
              <a:gdLst/>
              <a:ahLst/>
              <a:cxnLst/>
              <a:rect l="l" t="t" r="r" b="b"/>
              <a:pathLst>
                <a:path w="458" h="410" extrusionOk="0">
                  <a:moveTo>
                    <a:pt x="218" y="1"/>
                  </a:moveTo>
                  <a:cubicBezTo>
                    <a:pt x="125" y="1"/>
                    <a:pt x="43" y="49"/>
                    <a:pt x="24" y="144"/>
                  </a:cubicBezTo>
                  <a:cubicBezTo>
                    <a:pt x="1" y="258"/>
                    <a:pt x="69" y="372"/>
                    <a:pt x="161" y="395"/>
                  </a:cubicBezTo>
                  <a:cubicBezTo>
                    <a:pt x="185" y="404"/>
                    <a:pt x="209" y="409"/>
                    <a:pt x="233" y="409"/>
                  </a:cubicBezTo>
                  <a:cubicBezTo>
                    <a:pt x="319" y="409"/>
                    <a:pt x="394" y="348"/>
                    <a:pt x="412" y="258"/>
                  </a:cubicBezTo>
                  <a:cubicBezTo>
                    <a:pt x="457" y="144"/>
                    <a:pt x="389" y="30"/>
                    <a:pt x="275" y="7"/>
                  </a:cubicBezTo>
                  <a:cubicBezTo>
                    <a:pt x="256" y="3"/>
                    <a:pt x="237" y="1"/>
                    <a:pt x="21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
            <p:cNvSpPr/>
            <p:nvPr/>
          </p:nvSpPr>
          <p:spPr>
            <a:xfrm>
              <a:off x="5658550" y="1606225"/>
              <a:ext cx="7450" cy="6600"/>
            </a:xfrm>
            <a:custGeom>
              <a:avLst/>
              <a:gdLst/>
              <a:ahLst/>
              <a:cxnLst/>
              <a:rect l="l" t="t" r="r" b="b"/>
              <a:pathLst>
                <a:path w="298" h="264" extrusionOk="0">
                  <a:moveTo>
                    <a:pt x="147" y="1"/>
                  </a:moveTo>
                  <a:cubicBezTo>
                    <a:pt x="92" y="1"/>
                    <a:pt x="42" y="42"/>
                    <a:pt x="23" y="98"/>
                  </a:cubicBezTo>
                  <a:cubicBezTo>
                    <a:pt x="1" y="166"/>
                    <a:pt x="46" y="235"/>
                    <a:pt x="115" y="258"/>
                  </a:cubicBezTo>
                  <a:cubicBezTo>
                    <a:pt x="131" y="262"/>
                    <a:pt x="146" y="264"/>
                    <a:pt x="161" y="264"/>
                  </a:cubicBezTo>
                  <a:cubicBezTo>
                    <a:pt x="228" y="264"/>
                    <a:pt x="274" y="223"/>
                    <a:pt x="274" y="166"/>
                  </a:cubicBezTo>
                  <a:cubicBezTo>
                    <a:pt x="297" y="98"/>
                    <a:pt x="252"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
            <p:cNvSpPr/>
            <p:nvPr/>
          </p:nvSpPr>
          <p:spPr>
            <a:xfrm>
              <a:off x="6769000" y="1557875"/>
              <a:ext cx="7450" cy="7025"/>
            </a:xfrm>
            <a:custGeom>
              <a:avLst/>
              <a:gdLst/>
              <a:ahLst/>
              <a:cxnLst/>
              <a:rect l="l" t="t" r="r" b="b"/>
              <a:pathLst>
                <a:path w="298" h="281" extrusionOk="0">
                  <a:moveTo>
                    <a:pt x="183" y="0"/>
                  </a:moveTo>
                  <a:cubicBezTo>
                    <a:pt x="115" y="0"/>
                    <a:pt x="46" y="46"/>
                    <a:pt x="23" y="115"/>
                  </a:cubicBezTo>
                  <a:cubicBezTo>
                    <a:pt x="1" y="183"/>
                    <a:pt x="46" y="252"/>
                    <a:pt x="115" y="274"/>
                  </a:cubicBezTo>
                  <a:cubicBezTo>
                    <a:pt x="127" y="278"/>
                    <a:pt x="140" y="280"/>
                    <a:pt x="153" y="280"/>
                  </a:cubicBezTo>
                  <a:cubicBezTo>
                    <a:pt x="213" y="280"/>
                    <a:pt x="275" y="239"/>
                    <a:pt x="275"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
            <p:cNvSpPr/>
            <p:nvPr/>
          </p:nvSpPr>
          <p:spPr>
            <a:xfrm>
              <a:off x="6642325" y="1483550"/>
              <a:ext cx="9150" cy="8275"/>
            </a:xfrm>
            <a:custGeom>
              <a:avLst/>
              <a:gdLst/>
              <a:ahLst/>
              <a:cxnLst/>
              <a:rect l="l" t="t" r="r" b="b"/>
              <a:pathLst>
                <a:path w="366" h="331" extrusionOk="0">
                  <a:moveTo>
                    <a:pt x="182" y="0"/>
                  </a:moveTo>
                  <a:cubicBezTo>
                    <a:pt x="108" y="0"/>
                    <a:pt x="42" y="45"/>
                    <a:pt x="23" y="120"/>
                  </a:cubicBezTo>
                  <a:cubicBezTo>
                    <a:pt x="0" y="212"/>
                    <a:pt x="69" y="303"/>
                    <a:pt x="160" y="326"/>
                  </a:cubicBezTo>
                  <a:cubicBezTo>
                    <a:pt x="172" y="329"/>
                    <a:pt x="184" y="330"/>
                    <a:pt x="196" y="330"/>
                  </a:cubicBezTo>
                  <a:cubicBezTo>
                    <a:pt x="269" y="330"/>
                    <a:pt x="323" y="271"/>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
            <p:cNvSpPr/>
            <p:nvPr/>
          </p:nvSpPr>
          <p:spPr>
            <a:xfrm>
              <a:off x="6686250" y="1541175"/>
              <a:ext cx="6875" cy="6450"/>
            </a:xfrm>
            <a:custGeom>
              <a:avLst/>
              <a:gdLst/>
              <a:ahLst/>
              <a:cxnLst/>
              <a:rect l="l" t="t" r="r" b="b"/>
              <a:pathLst>
                <a:path w="275" h="258" extrusionOk="0">
                  <a:moveTo>
                    <a:pt x="147" y="1"/>
                  </a:moveTo>
                  <a:cubicBezTo>
                    <a:pt x="92" y="1"/>
                    <a:pt x="43" y="41"/>
                    <a:pt x="24" y="98"/>
                  </a:cubicBezTo>
                  <a:cubicBezTo>
                    <a:pt x="1" y="166"/>
                    <a:pt x="47" y="235"/>
                    <a:pt x="115" y="258"/>
                  </a:cubicBezTo>
                  <a:cubicBezTo>
                    <a:pt x="184" y="258"/>
                    <a:pt x="252" y="235"/>
                    <a:pt x="275" y="166"/>
                  </a:cubicBezTo>
                  <a:cubicBezTo>
                    <a:pt x="275" y="98"/>
                    <a:pt x="229" y="29"/>
                    <a:pt x="184" y="7"/>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
            <p:cNvSpPr/>
            <p:nvPr/>
          </p:nvSpPr>
          <p:spPr>
            <a:xfrm>
              <a:off x="5208900" y="942175"/>
              <a:ext cx="6300" cy="5875"/>
            </a:xfrm>
            <a:custGeom>
              <a:avLst/>
              <a:gdLst/>
              <a:ahLst/>
              <a:cxnLst/>
              <a:rect l="l" t="t" r="r" b="b"/>
              <a:pathLst>
                <a:path w="252" h="235" extrusionOk="0">
                  <a:moveTo>
                    <a:pt x="160" y="0"/>
                  </a:moveTo>
                  <a:cubicBezTo>
                    <a:pt x="92" y="0"/>
                    <a:pt x="23" y="23"/>
                    <a:pt x="0" y="91"/>
                  </a:cubicBezTo>
                  <a:cubicBezTo>
                    <a:pt x="0" y="160"/>
                    <a:pt x="23" y="228"/>
                    <a:pt x="92" y="228"/>
                  </a:cubicBezTo>
                  <a:cubicBezTo>
                    <a:pt x="104" y="232"/>
                    <a:pt x="116" y="234"/>
                    <a:pt x="128" y="234"/>
                  </a:cubicBezTo>
                  <a:cubicBezTo>
                    <a:pt x="182" y="234"/>
                    <a:pt x="228" y="193"/>
                    <a:pt x="228" y="137"/>
                  </a:cubicBezTo>
                  <a:cubicBezTo>
                    <a:pt x="251" y="91"/>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
            <p:cNvSpPr/>
            <p:nvPr/>
          </p:nvSpPr>
          <p:spPr>
            <a:xfrm>
              <a:off x="6297100" y="1002500"/>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5" y="291"/>
                    <a:pt x="365" y="212"/>
                  </a:cubicBezTo>
                  <a:cubicBezTo>
                    <a:pt x="388" y="121"/>
                    <a:pt x="320" y="29"/>
                    <a:pt x="228"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
            <p:cNvSpPr/>
            <p:nvPr/>
          </p:nvSpPr>
          <p:spPr>
            <a:xfrm>
              <a:off x="6605225" y="1625625"/>
              <a:ext cx="10875" cy="9425"/>
            </a:xfrm>
            <a:custGeom>
              <a:avLst/>
              <a:gdLst/>
              <a:ahLst/>
              <a:cxnLst/>
              <a:rect l="l" t="t" r="r" b="b"/>
              <a:pathLst>
                <a:path w="435" h="377" extrusionOk="0">
                  <a:moveTo>
                    <a:pt x="220" y="1"/>
                  </a:moveTo>
                  <a:cubicBezTo>
                    <a:pt x="131" y="1"/>
                    <a:pt x="62" y="49"/>
                    <a:pt x="24" y="144"/>
                  </a:cubicBezTo>
                  <a:cubicBezTo>
                    <a:pt x="1" y="235"/>
                    <a:pt x="69" y="349"/>
                    <a:pt x="161" y="372"/>
                  </a:cubicBezTo>
                  <a:cubicBezTo>
                    <a:pt x="176" y="375"/>
                    <a:pt x="190" y="376"/>
                    <a:pt x="204" y="376"/>
                  </a:cubicBezTo>
                  <a:cubicBezTo>
                    <a:pt x="298" y="376"/>
                    <a:pt x="369" y="314"/>
                    <a:pt x="389" y="235"/>
                  </a:cubicBezTo>
                  <a:cubicBezTo>
                    <a:pt x="434" y="121"/>
                    <a:pt x="366" y="30"/>
                    <a:pt x="275" y="7"/>
                  </a:cubicBezTo>
                  <a:cubicBezTo>
                    <a:pt x="256" y="3"/>
                    <a:pt x="237"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
            <p:cNvSpPr/>
            <p:nvPr/>
          </p:nvSpPr>
          <p:spPr>
            <a:xfrm>
              <a:off x="6144150" y="659550"/>
              <a:ext cx="6875" cy="5875"/>
            </a:xfrm>
            <a:custGeom>
              <a:avLst/>
              <a:gdLst/>
              <a:ahLst/>
              <a:cxnLst/>
              <a:rect l="l" t="t" r="r" b="b"/>
              <a:pathLst>
                <a:path w="275" h="235" extrusionOk="0">
                  <a:moveTo>
                    <a:pt x="134" y="0"/>
                  </a:moveTo>
                  <a:cubicBezTo>
                    <a:pt x="91" y="0"/>
                    <a:pt x="42" y="38"/>
                    <a:pt x="24" y="75"/>
                  </a:cubicBezTo>
                  <a:cubicBezTo>
                    <a:pt x="1" y="143"/>
                    <a:pt x="47" y="212"/>
                    <a:pt x="115" y="235"/>
                  </a:cubicBezTo>
                  <a:cubicBezTo>
                    <a:pt x="184" y="235"/>
                    <a:pt x="229" y="212"/>
                    <a:pt x="252" y="143"/>
                  </a:cubicBezTo>
                  <a:cubicBezTo>
                    <a:pt x="275" y="75"/>
                    <a:pt x="229" y="7"/>
                    <a:pt x="161" y="7"/>
                  </a:cubicBezTo>
                  <a:cubicBezTo>
                    <a:pt x="152" y="2"/>
                    <a:pt x="143"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
            <p:cNvSpPr/>
            <p:nvPr/>
          </p:nvSpPr>
          <p:spPr>
            <a:xfrm>
              <a:off x="6129900" y="1732950"/>
              <a:ext cx="10300" cy="9375"/>
            </a:xfrm>
            <a:custGeom>
              <a:avLst/>
              <a:gdLst/>
              <a:ahLst/>
              <a:cxnLst/>
              <a:rect l="l" t="t" r="r" b="b"/>
              <a:pathLst>
                <a:path w="412" h="375" extrusionOk="0">
                  <a:moveTo>
                    <a:pt x="214" y="0"/>
                  </a:moveTo>
                  <a:cubicBezTo>
                    <a:pt x="132" y="0"/>
                    <a:pt x="43" y="62"/>
                    <a:pt x="23" y="142"/>
                  </a:cubicBezTo>
                  <a:cubicBezTo>
                    <a:pt x="0" y="233"/>
                    <a:pt x="69" y="347"/>
                    <a:pt x="160" y="370"/>
                  </a:cubicBezTo>
                  <a:cubicBezTo>
                    <a:pt x="175" y="373"/>
                    <a:pt x="190" y="374"/>
                    <a:pt x="204" y="374"/>
                  </a:cubicBezTo>
                  <a:cubicBezTo>
                    <a:pt x="297" y="374"/>
                    <a:pt x="368" y="312"/>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
            <p:cNvSpPr/>
            <p:nvPr/>
          </p:nvSpPr>
          <p:spPr>
            <a:xfrm>
              <a:off x="6334750" y="1800275"/>
              <a:ext cx="9725" cy="5850"/>
            </a:xfrm>
            <a:custGeom>
              <a:avLst/>
              <a:gdLst/>
              <a:ahLst/>
              <a:cxnLst/>
              <a:rect l="l" t="t" r="r" b="b"/>
              <a:pathLst>
                <a:path w="389" h="234" extrusionOk="0">
                  <a:moveTo>
                    <a:pt x="193" y="1"/>
                  </a:moveTo>
                  <a:cubicBezTo>
                    <a:pt x="114" y="1"/>
                    <a:pt x="40" y="63"/>
                    <a:pt x="1" y="142"/>
                  </a:cubicBezTo>
                  <a:lnTo>
                    <a:pt x="366" y="233"/>
                  </a:lnTo>
                  <a:cubicBezTo>
                    <a:pt x="389" y="142"/>
                    <a:pt x="343" y="51"/>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
            <p:cNvSpPr/>
            <p:nvPr/>
          </p:nvSpPr>
          <p:spPr>
            <a:xfrm>
              <a:off x="6152150" y="1748875"/>
              <a:ext cx="6300" cy="3600"/>
            </a:xfrm>
            <a:custGeom>
              <a:avLst/>
              <a:gdLst/>
              <a:ahLst/>
              <a:cxnLst/>
              <a:rect l="l" t="t" r="r" b="b"/>
              <a:pathLst>
                <a:path w="252" h="144" extrusionOk="0">
                  <a:moveTo>
                    <a:pt x="101" y="1"/>
                  </a:moveTo>
                  <a:cubicBezTo>
                    <a:pt x="47" y="1"/>
                    <a:pt x="0" y="42"/>
                    <a:pt x="0" y="98"/>
                  </a:cubicBezTo>
                  <a:lnTo>
                    <a:pt x="229" y="144"/>
                  </a:lnTo>
                  <a:cubicBezTo>
                    <a:pt x="252" y="75"/>
                    <a:pt x="206" y="7"/>
                    <a:pt x="137" y="7"/>
                  </a:cubicBezTo>
                  <a:cubicBezTo>
                    <a:pt x="125" y="3"/>
                    <a:pt x="113" y="1"/>
                    <a:pt x="1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
            <p:cNvSpPr/>
            <p:nvPr/>
          </p:nvSpPr>
          <p:spPr>
            <a:xfrm>
              <a:off x="6308500" y="1776275"/>
              <a:ext cx="6300" cy="5525"/>
            </a:xfrm>
            <a:custGeom>
              <a:avLst/>
              <a:gdLst/>
              <a:ahLst/>
              <a:cxnLst/>
              <a:rect l="l" t="t" r="r" b="b"/>
              <a:pathLst>
                <a:path w="252" h="221" extrusionOk="0">
                  <a:moveTo>
                    <a:pt x="112" y="1"/>
                  </a:moveTo>
                  <a:cubicBezTo>
                    <a:pt x="69" y="1"/>
                    <a:pt x="19" y="42"/>
                    <a:pt x="1" y="98"/>
                  </a:cubicBezTo>
                  <a:cubicBezTo>
                    <a:pt x="1" y="144"/>
                    <a:pt x="23" y="212"/>
                    <a:pt x="92" y="212"/>
                  </a:cubicBezTo>
                  <a:cubicBezTo>
                    <a:pt x="109" y="218"/>
                    <a:pt x="125" y="221"/>
                    <a:pt x="139" y="221"/>
                  </a:cubicBezTo>
                  <a:cubicBezTo>
                    <a:pt x="182" y="221"/>
                    <a:pt x="212" y="195"/>
                    <a:pt x="229" y="144"/>
                  </a:cubicBezTo>
                  <a:cubicBezTo>
                    <a:pt x="252" y="75"/>
                    <a:pt x="206" y="29"/>
                    <a:pt x="138" y="7"/>
                  </a:cubicBezTo>
                  <a:cubicBezTo>
                    <a:pt x="129" y="3"/>
                    <a:pt x="121"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
            <p:cNvSpPr/>
            <p:nvPr/>
          </p:nvSpPr>
          <p:spPr>
            <a:xfrm>
              <a:off x="6458000" y="1788250"/>
              <a:ext cx="7450" cy="7025"/>
            </a:xfrm>
            <a:custGeom>
              <a:avLst/>
              <a:gdLst/>
              <a:ahLst/>
              <a:cxnLst/>
              <a:rect l="l" t="t" r="r" b="b"/>
              <a:pathLst>
                <a:path w="298" h="281" extrusionOk="0">
                  <a:moveTo>
                    <a:pt x="147" y="1"/>
                  </a:moveTo>
                  <a:cubicBezTo>
                    <a:pt x="92" y="1"/>
                    <a:pt x="42" y="42"/>
                    <a:pt x="24" y="98"/>
                  </a:cubicBezTo>
                  <a:cubicBezTo>
                    <a:pt x="1" y="189"/>
                    <a:pt x="46" y="258"/>
                    <a:pt x="115" y="281"/>
                  </a:cubicBezTo>
                  <a:cubicBezTo>
                    <a:pt x="206" y="281"/>
                    <a:pt x="275" y="258"/>
                    <a:pt x="298" y="167"/>
                  </a:cubicBezTo>
                  <a:cubicBezTo>
                    <a:pt x="298" y="98"/>
                    <a:pt x="275"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
            <p:cNvSpPr/>
            <p:nvPr/>
          </p:nvSpPr>
          <p:spPr>
            <a:xfrm>
              <a:off x="6065425" y="1708875"/>
              <a:ext cx="5725" cy="5375"/>
            </a:xfrm>
            <a:custGeom>
              <a:avLst/>
              <a:gdLst/>
              <a:ahLst/>
              <a:cxnLst/>
              <a:rect l="l" t="t" r="r" b="b"/>
              <a:pathLst>
                <a:path w="229" h="215" extrusionOk="0">
                  <a:moveTo>
                    <a:pt x="100" y="1"/>
                  </a:moveTo>
                  <a:cubicBezTo>
                    <a:pt x="61" y="1"/>
                    <a:pt x="23" y="26"/>
                    <a:pt x="23" y="78"/>
                  </a:cubicBezTo>
                  <a:cubicBezTo>
                    <a:pt x="0" y="123"/>
                    <a:pt x="23" y="192"/>
                    <a:pt x="91" y="215"/>
                  </a:cubicBezTo>
                  <a:cubicBezTo>
                    <a:pt x="137" y="215"/>
                    <a:pt x="205" y="192"/>
                    <a:pt x="228" y="123"/>
                  </a:cubicBezTo>
                  <a:cubicBezTo>
                    <a:pt x="228" y="78"/>
                    <a:pt x="205" y="9"/>
                    <a:pt x="137" y="9"/>
                  </a:cubicBezTo>
                  <a:cubicBezTo>
                    <a:pt x="126" y="3"/>
                    <a:pt x="113" y="1"/>
                    <a:pt x="10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
            <p:cNvSpPr/>
            <p:nvPr/>
          </p:nvSpPr>
          <p:spPr>
            <a:xfrm>
              <a:off x="6416350" y="1817925"/>
              <a:ext cx="8575" cy="4750"/>
            </a:xfrm>
            <a:custGeom>
              <a:avLst/>
              <a:gdLst/>
              <a:ahLst/>
              <a:cxnLst/>
              <a:rect l="l" t="t" r="r" b="b"/>
              <a:pathLst>
                <a:path w="343" h="190" extrusionOk="0">
                  <a:moveTo>
                    <a:pt x="159" y="1"/>
                  </a:moveTo>
                  <a:cubicBezTo>
                    <a:pt x="85" y="1"/>
                    <a:pt x="19" y="45"/>
                    <a:pt x="1" y="121"/>
                  </a:cubicBezTo>
                  <a:lnTo>
                    <a:pt x="320" y="189"/>
                  </a:lnTo>
                  <a:cubicBezTo>
                    <a:pt x="343" y="121"/>
                    <a:pt x="274" y="30"/>
                    <a:pt x="206" y="7"/>
                  </a:cubicBezTo>
                  <a:cubicBezTo>
                    <a:pt x="190" y="3"/>
                    <a:pt x="175" y="1"/>
                    <a:pt x="15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
            <p:cNvSpPr/>
            <p:nvPr/>
          </p:nvSpPr>
          <p:spPr>
            <a:xfrm>
              <a:off x="6369000" y="1797975"/>
              <a:ext cx="9725" cy="5875"/>
            </a:xfrm>
            <a:custGeom>
              <a:avLst/>
              <a:gdLst/>
              <a:ahLst/>
              <a:cxnLst/>
              <a:rect l="l" t="t" r="r" b="b"/>
              <a:pathLst>
                <a:path w="389" h="235" extrusionOk="0">
                  <a:moveTo>
                    <a:pt x="173" y="0"/>
                  </a:moveTo>
                  <a:cubicBezTo>
                    <a:pt x="86" y="0"/>
                    <a:pt x="19" y="48"/>
                    <a:pt x="0" y="143"/>
                  </a:cubicBezTo>
                  <a:lnTo>
                    <a:pt x="365" y="234"/>
                  </a:lnTo>
                  <a:cubicBezTo>
                    <a:pt x="388" y="120"/>
                    <a:pt x="320" y="29"/>
                    <a:pt x="228" y="6"/>
                  </a:cubicBezTo>
                  <a:cubicBezTo>
                    <a:pt x="209" y="2"/>
                    <a:pt x="191" y="0"/>
                    <a:pt x="17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
            <p:cNvSpPr/>
            <p:nvPr/>
          </p:nvSpPr>
          <p:spPr>
            <a:xfrm>
              <a:off x="6354150" y="1796825"/>
              <a:ext cx="8025" cy="4725"/>
            </a:xfrm>
            <a:custGeom>
              <a:avLst/>
              <a:gdLst/>
              <a:ahLst/>
              <a:cxnLst/>
              <a:rect l="l" t="t" r="r" b="b"/>
              <a:pathLst>
                <a:path w="321" h="189" extrusionOk="0">
                  <a:moveTo>
                    <a:pt x="146" y="0"/>
                  </a:moveTo>
                  <a:cubicBezTo>
                    <a:pt x="85" y="0"/>
                    <a:pt x="20" y="45"/>
                    <a:pt x="1" y="120"/>
                  </a:cubicBezTo>
                  <a:lnTo>
                    <a:pt x="297" y="189"/>
                  </a:lnTo>
                  <a:cubicBezTo>
                    <a:pt x="320" y="98"/>
                    <a:pt x="275" y="29"/>
                    <a:pt x="183" y="6"/>
                  </a:cubicBezTo>
                  <a:cubicBezTo>
                    <a:pt x="171" y="2"/>
                    <a:pt x="159"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
            <p:cNvSpPr/>
            <p:nvPr/>
          </p:nvSpPr>
          <p:spPr>
            <a:xfrm>
              <a:off x="6318775" y="1694100"/>
              <a:ext cx="8025" cy="7175"/>
            </a:xfrm>
            <a:custGeom>
              <a:avLst/>
              <a:gdLst/>
              <a:ahLst/>
              <a:cxnLst/>
              <a:rect l="l" t="t" r="r" b="b"/>
              <a:pathLst>
                <a:path w="321" h="287" extrusionOk="0">
                  <a:moveTo>
                    <a:pt x="160" y="1"/>
                  </a:moveTo>
                  <a:cubicBezTo>
                    <a:pt x="92" y="1"/>
                    <a:pt x="42" y="42"/>
                    <a:pt x="23" y="98"/>
                  </a:cubicBezTo>
                  <a:cubicBezTo>
                    <a:pt x="0" y="189"/>
                    <a:pt x="46" y="258"/>
                    <a:pt x="137" y="281"/>
                  </a:cubicBezTo>
                  <a:cubicBezTo>
                    <a:pt x="150" y="285"/>
                    <a:pt x="162" y="287"/>
                    <a:pt x="175" y="287"/>
                  </a:cubicBezTo>
                  <a:cubicBezTo>
                    <a:pt x="236" y="287"/>
                    <a:pt x="301" y="246"/>
                    <a:pt x="320" y="189"/>
                  </a:cubicBezTo>
                  <a:cubicBezTo>
                    <a:pt x="320" y="98"/>
                    <a:pt x="274" y="30"/>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
            <p:cNvSpPr/>
            <p:nvPr/>
          </p:nvSpPr>
          <p:spPr>
            <a:xfrm>
              <a:off x="6613225" y="1692975"/>
              <a:ext cx="9150" cy="8275"/>
            </a:xfrm>
            <a:custGeom>
              <a:avLst/>
              <a:gdLst/>
              <a:ahLst/>
              <a:cxnLst/>
              <a:rect l="l" t="t" r="r" b="b"/>
              <a:pathLst>
                <a:path w="366" h="331" extrusionOk="0">
                  <a:moveTo>
                    <a:pt x="182" y="0"/>
                  </a:moveTo>
                  <a:cubicBezTo>
                    <a:pt x="108" y="0"/>
                    <a:pt x="42" y="45"/>
                    <a:pt x="23" y="120"/>
                  </a:cubicBezTo>
                  <a:cubicBezTo>
                    <a:pt x="0" y="211"/>
                    <a:pt x="46" y="303"/>
                    <a:pt x="137" y="326"/>
                  </a:cubicBezTo>
                  <a:cubicBezTo>
                    <a:pt x="150" y="329"/>
                    <a:pt x="162" y="330"/>
                    <a:pt x="174" y="330"/>
                  </a:cubicBezTo>
                  <a:cubicBezTo>
                    <a:pt x="252" y="330"/>
                    <a:pt x="323" y="271"/>
                    <a:pt x="343" y="211"/>
                  </a:cubicBezTo>
                  <a:cubicBezTo>
                    <a:pt x="366" y="120"/>
                    <a:pt x="297"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
            <p:cNvSpPr/>
            <p:nvPr/>
          </p:nvSpPr>
          <p:spPr>
            <a:xfrm>
              <a:off x="6205800" y="1687825"/>
              <a:ext cx="6300" cy="6025"/>
            </a:xfrm>
            <a:custGeom>
              <a:avLst/>
              <a:gdLst/>
              <a:ahLst/>
              <a:cxnLst/>
              <a:rect l="l" t="t" r="r" b="b"/>
              <a:pathLst>
                <a:path w="252" h="241" extrusionOk="0">
                  <a:moveTo>
                    <a:pt x="122" y="1"/>
                  </a:moveTo>
                  <a:cubicBezTo>
                    <a:pt x="68" y="1"/>
                    <a:pt x="19" y="38"/>
                    <a:pt x="0" y="75"/>
                  </a:cubicBezTo>
                  <a:cubicBezTo>
                    <a:pt x="0" y="144"/>
                    <a:pt x="23" y="212"/>
                    <a:pt x="91" y="235"/>
                  </a:cubicBezTo>
                  <a:cubicBezTo>
                    <a:pt x="103" y="239"/>
                    <a:pt x="116" y="241"/>
                    <a:pt x="127" y="241"/>
                  </a:cubicBezTo>
                  <a:cubicBezTo>
                    <a:pt x="183" y="241"/>
                    <a:pt x="232" y="200"/>
                    <a:pt x="251" y="144"/>
                  </a:cubicBezTo>
                  <a:cubicBezTo>
                    <a:pt x="251" y="75"/>
                    <a:pt x="228" y="7"/>
                    <a:pt x="160" y="7"/>
                  </a:cubicBezTo>
                  <a:cubicBezTo>
                    <a:pt x="147" y="2"/>
                    <a:pt x="13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
            <p:cNvSpPr/>
            <p:nvPr/>
          </p:nvSpPr>
          <p:spPr>
            <a:xfrm>
              <a:off x="5923325" y="1530475"/>
              <a:ext cx="6300" cy="5900"/>
            </a:xfrm>
            <a:custGeom>
              <a:avLst/>
              <a:gdLst/>
              <a:ahLst/>
              <a:cxnLst/>
              <a:rect l="l" t="t" r="r" b="b"/>
              <a:pathLst>
                <a:path w="252" h="236" extrusionOk="0">
                  <a:moveTo>
                    <a:pt x="160" y="1"/>
                  </a:moveTo>
                  <a:cubicBezTo>
                    <a:pt x="92" y="1"/>
                    <a:pt x="46" y="24"/>
                    <a:pt x="23" y="92"/>
                  </a:cubicBezTo>
                  <a:cubicBezTo>
                    <a:pt x="1" y="161"/>
                    <a:pt x="46" y="206"/>
                    <a:pt x="115" y="229"/>
                  </a:cubicBezTo>
                  <a:cubicBezTo>
                    <a:pt x="123" y="233"/>
                    <a:pt x="132" y="235"/>
                    <a:pt x="141" y="235"/>
                  </a:cubicBezTo>
                  <a:cubicBezTo>
                    <a:pt x="183" y="235"/>
                    <a:pt x="233" y="194"/>
                    <a:pt x="252" y="138"/>
                  </a:cubicBezTo>
                  <a:cubicBezTo>
                    <a:pt x="252" y="92"/>
                    <a:pt x="229"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
            <p:cNvSpPr/>
            <p:nvPr/>
          </p:nvSpPr>
          <p:spPr>
            <a:xfrm>
              <a:off x="6334175" y="1718075"/>
              <a:ext cx="8600" cy="7600"/>
            </a:xfrm>
            <a:custGeom>
              <a:avLst/>
              <a:gdLst/>
              <a:ahLst/>
              <a:cxnLst/>
              <a:rect l="l" t="t" r="r" b="b"/>
              <a:pathLst>
                <a:path w="344" h="304" extrusionOk="0">
                  <a:moveTo>
                    <a:pt x="169" y="1"/>
                  </a:moveTo>
                  <a:cubicBezTo>
                    <a:pt x="108" y="1"/>
                    <a:pt x="42" y="45"/>
                    <a:pt x="24" y="120"/>
                  </a:cubicBezTo>
                  <a:cubicBezTo>
                    <a:pt x="1" y="189"/>
                    <a:pt x="69" y="280"/>
                    <a:pt x="138" y="303"/>
                  </a:cubicBezTo>
                  <a:cubicBezTo>
                    <a:pt x="229" y="303"/>
                    <a:pt x="297" y="257"/>
                    <a:pt x="320" y="189"/>
                  </a:cubicBezTo>
                  <a:cubicBezTo>
                    <a:pt x="343" y="98"/>
                    <a:pt x="297"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
            <p:cNvSpPr/>
            <p:nvPr/>
          </p:nvSpPr>
          <p:spPr>
            <a:xfrm>
              <a:off x="6372975" y="1804025"/>
              <a:ext cx="9725" cy="5525"/>
            </a:xfrm>
            <a:custGeom>
              <a:avLst/>
              <a:gdLst/>
              <a:ahLst/>
              <a:cxnLst/>
              <a:rect l="l" t="t" r="r" b="b"/>
              <a:pathLst>
                <a:path w="389" h="221" extrusionOk="0">
                  <a:moveTo>
                    <a:pt x="167" y="0"/>
                  </a:moveTo>
                  <a:cubicBezTo>
                    <a:pt x="92" y="0"/>
                    <a:pt x="19" y="58"/>
                    <a:pt x="1" y="129"/>
                  </a:cubicBezTo>
                  <a:lnTo>
                    <a:pt x="366" y="220"/>
                  </a:lnTo>
                  <a:cubicBezTo>
                    <a:pt x="389" y="129"/>
                    <a:pt x="320" y="38"/>
                    <a:pt x="229" y="15"/>
                  </a:cubicBezTo>
                  <a:cubicBezTo>
                    <a:pt x="209" y="5"/>
                    <a:pt x="188"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
            <p:cNvSpPr/>
            <p:nvPr/>
          </p:nvSpPr>
          <p:spPr>
            <a:xfrm>
              <a:off x="6238875" y="1744900"/>
              <a:ext cx="7450" cy="6450"/>
            </a:xfrm>
            <a:custGeom>
              <a:avLst/>
              <a:gdLst/>
              <a:ahLst/>
              <a:cxnLst/>
              <a:rect l="l" t="t" r="r" b="b"/>
              <a:pathLst>
                <a:path w="298" h="258" extrusionOk="0">
                  <a:moveTo>
                    <a:pt x="147" y="0"/>
                  </a:moveTo>
                  <a:cubicBezTo>
                    <a:pt x="92" y="0"/>
                    <a:pt x="43" y="41"/>
                    <a:pt x="24" y="97"/>
                  </a:cubicBezTo>
                  <a:cubicBezTo>
                    <a:pt x="1" y="166"/>
                    <a:pt x="47" y="234"/>
                    <a:pt x="115" y="257"/>
                  </a:cubicBezTo>
                  <a:cubicBezTo>
                    <a:pt x="184" y="257"/>
                    <a:pt x="252" y="21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
            <p:cNvSpPr/>
            <p:nvPr/>
          </p:nvSpPr>
          <p:spPr>
            <a:xfrm>
              <a:off x="6459725" y="1579975"/>
              <a:ext cx="8575" cy="8175"/>
            </a:xfrm>
            <a:custGeom>
              <a:avLst/>
              <a:gdLst/>
              <a:ahLst/>
              <a:cxnLst/>
              <a:rect l="l" t="t" r="r" b="b"/>
              <a:pathLst>
                <a:path w="343" h="327" extrusionOk="0">
                  <a:moveTo>
                    <a:pt x="169" y="1"/>
                  </a:moveTo>
                  <a:cubicBezTo>
                    <a:pt x="108" y="1"/>
                    <a:pt x="42" y="45"/>
                    <a:pt x="23" y="121"/>
                  </a:cubicBezTo>
                  <a:cubicBezTo>
                    <a:pt x="0" y="212"/>
                    <a:pt x="46" y="303"/>
                    <a:pt x="137" y="326"/>
                  </a:cubicBezTo>
                  <a:cubicBezTo>
                    <a:pt x="229" y="326"/>
                    <a:pt x="297" y="281"/>
                    <a:pt x="320" y="212"/>
                  </a:cubicBezTo>
                  <a:cubicBezTo>
                    <a:pt x="343" y="121"/>
                    <a:pt x="297" y="29"/>
                    <a:pt x="206" y="7"/>
                  </a:cubicBezTo>
                  <a:cubicBezTo>
                    <a:pt x="194" y="3"/>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
            <p:cNvSpPr/>
            <p:nvPr/>
          </p:nvSpPr>
          <p:spPr>
            <a:xfrm>
              <a:off x="6324475" y="1790000"/>
              <a:ext cx="10875" cy="10525"/>
            </a:xfrm>
            <a:custGeom>
              <a:avLst/>
              <a:gdLst/>
              <a:ahLst/>
              <a:cxnLst/>
              <a:rect l="l" t="t" r="r" b="b"/>
              <a:pathLst>
                <a:path w="435" h="421" extrusionOk="0">
                  <a:moveTo>
                    <a:pt x="231" y="1"/>
                  </a:moveTo>
                  <a:cubicBezTo>
                    <a:pt x="133" y="1"/>
                    <a:pt x="43" y="66"/>
                    <a:pt x="24" y="165"/>
                  </a:cubicBezTo>
                  <a:cubicBezTo>
                    <a:pt x="1" y="279"/>
                    <a:pt x="69" y="371"/>
                    <a:pt x="160" y="416"/>
                  </a:cubicBezTo>
                  <a:cubicBezTo>
                    <a:pt x="175" y="419"/>
                    <a:pt x="190" y="421"/>
                    <a:pt x="205" y="421"/>
                  </a:cubicBezTo>
                  <a:cubicBezTo>
                    <a:pt x="303" y="421"/>
                    <a:pt x="392" y="356"/>
                    <a:pt x="412" y="256"/>
                  </a:cubicBezTo>
                  <a:cubicBezTo>
                    <a:pt x="434" y="165"/>
                    <a:pt x="366" y="51"/>
                    <a:pt x="275" y="5"/>
                  </a:cubicBezTo>
                  <a:cubicBezTo>
                    <a:pt x="260"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
            <p:cNvSpPr/>
            <p:nvPr/>
          </p:nvSpPr>
          <p:spPr>
            <a:xfrm>
              <a:off x="6348450" y="1734650"/>
              <a:ext cx="9725" cy="8850"/>
            </a:xfrm>
            <a:custGeom>
              <a:avLst/>
              <a:gdLst/>
              <a:ahLst/>
              <a:cxnLst/>
              <a:rect l="l" t="t" r="r" b="b"/>
              <a:pathLst>
                <a:path w="389" h="354" extrusionOk="0">
                  <a:moveTo>
                    <a:pt x="215" y="1"/>
                  </a:moveTo>
                  <a:cubicBezTo>
                    <a:pt x="132" y="1"/>
                    <a:pt x="43" y="63"/>
                    <a:pt x="23" y="142"/>
                  </a:cubicBezTo>
                  <a:cubicBezTo>
                    <a:pt x="0" y="234"/>
                    <a:pt x="69" y="325"/>
                    <a:pt x="160" y="348"/>
                  </a:cubicBezTo>
                  <a:cubicBezTo>
                    <a:pt x="176" y="352"/>
                    <a:pt x="191" y="354"/>
                    <a:pt x="207" y="354"/>
                  </a:cubicBezTo>
                  <a:cubicBezTo>
                    <a:pt x="281" y="354"/>
                    <a:pt x="347" y="309"/>
                    <a:pt x="366" y="234"/>
                  </a:cubicBezTo>
                  <a:cubicBezTo>
                    <a:pt x="388" y="119"/>
                    <a:pt x="343" y="28"/>
                    <a:pt x="251" y="5"/>
                  </a:cubicBezTo>
                  <a:cubicBezTo>
                    <a:pt x="239"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
            <p:cNvSpPr/>
            <p:nvPr/>
          </p:nvSpPr>
          <p:spPr>
            <a:xfrm>
              <a:off x="6425475" y="1766625"/>
              <a:ext cx="10300" cy="9375"/>
            </a:xfrm>
            <a:custGeom>
              <a:avLst/>
              <a:gdLst/>
              <a:ahLst/>
              <a:cxnLst/>
              <a:rect l="l" t="t" r="r" b="b"/>
              <a:pathLst>
                <a:path w="412" h="375" extrusionOk="0">
                  <a:moveTo>
                    <a:pt x="216" y="0"/>
                  </a:moveTo>
                  <a:cubicBezTo>
                    <a:pt x="137" y="0"/>
                    <a:pt x="63" y="62"/>
                    <a:pt x="24" y="141"/>
                  </a:cubicBezTo>
                  <a:cubicBezTo>
                    <a:pt x="1" y="233"/>
                    <a:pt x="69" y="347"/>
                    <a:pt x="161" y="370"/>
                  </a:cubicBezTo>
                  <a:cubicBezTo>
                    <a:pt x="173" y="373"/>
                    <a:pt x="185" y="374"/>
                    <a:pt x="198" y="374"/>
                  </a:cubicBezTo>
                  <a:cubicBezTo>
                    <a:pt x="280" y="374"/>
                    <a:pt x="369" y="312"/>
                    <a:pt x="389" y="233"/>
                  </a:cubicBezTo>
                  <a:cubicBezTo>
                    <a:pt x="412" y="141"/>
                    <a:pt x="343" y="50"/>
                    <a:pt x="252" y="5"/>
                  </a:cubicBezTo>
                  <a:cubicBezTo>
                    <a:pt x="240" y="2"/>
                    <a:pt x="228" y="0"/>
                    <a:pt x="21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
            <p:cNvSpPr/>
            <p:nvPr/>
          </p:nvSpPr>
          <p:spPr>
            <a:xfrm>
              <a:off x="6177825" y="1738625"/>
              <a:ext cx="9150" cy="8300"/>
            </a:xfrm>
            <a:custGeom>
              <a:avLst/>
              <a:gdLst/>
              <a:ahLst/>
              <a:cxnLst/>
              <a:rect l="l" t="t" r="r" b="b"/>
              <a:pathLst>
                <a:path w="366" h="332" extrusionOk="0">
                  <a:moveTo>
                    <a:pt x="182" y="0"/>
                  </a:moveTo>
                  <a:cubicBezTo>
                    <a:pt x="108" y="0"/>
                    <a:pt x="42" y="45"/>
                    <a:pt x="23" y="120"/>
                  </a:cubicBezTo>
                  <a:cubicBezTo>
                    <a:pt x="1" y="212"/>
                    <a:pt x="46" y="303"/>
                    <a:pt x="138" y="326"/>
                  </a:cubicBezTo>
                  <a:cubicBezTo>
                    <a:pt x="153" y="330"/>
                    <a:pt x="169" y="331"/>
                    <a:pt x="184" y="331"/>
                  </a:cubicBezTo>
                  <a:cubicBezTo>
                    <a:pt x="258" y="331"/>
                    <a:pt x="324" y="287"/>
                    <a:pt x="343" y="212"/>
                  </a:cubicBezTo>
                  <a:cubicBezTo>
                    <a:pt x="366" y="120"/>
                    <a:pt x="320" y="29"/>
                    <a:pt x="229" y="6"/>
                  </a:cubicBezTo>
                  <a:cubicBezTo>
                    <a:pt x="213" y="2"/>
                    <a:pt x="198"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
            <p:cNvSpPr/>
            <p:nvPr/>
          </p:nvSpPr>
          <p:spPr>
            <a:xfrm>
              <a:off x="6293100" y="1722675"/>
              <a:ext cx="10850" cy="9950"/>
            </a:xfrm>
            <a:custGeom>
              <a:avLst/>
              <a:gdLst/>
              <a:ahLst/>
              <a:cxnLst/>
              <a:rect l="l" t="t" r="r" b="b"/>
              <a:pathLst>
                <a:path w="434" h="398" extrusionOk="0">
                  <a:moveTo>
                    <a:pt x="215" y="1"/>
                  </a:moveTo>
                  <a:cubicBezTo>
                    <a:pt x="132" y="1"/>
                    <a:pt x="43" y="65"/>
                    <a:pt x="23" y="165"/>
                  </a:cubicBezTo>
                  <a:cubicBezTo>
                    <a:pt x="0" y="256"/>
                    <a:pt x="69" y="370"/>
                    <a:pt x="160" y="393"/>
                  </a:cubicBezTo>
                  <a:cubicBezTo>
                    <a:pt x="175" y="396"/>
                    <a:pt x="190" y="397"/>
                    <a:pt x="204" y="397"/>
                  </a:cubicBezTo>
                  <a:cubicBezTo>
                    <a:pt x="297" y="397"/>
                    <a:pt x="372" y="335"/>
                    <a:pt x="411" y="256"/>
                  </a:cubicBezTo>
                  <a:cubicBezTo>
                    <a:pt x="434" y="142"/>
                    <a:pt x="366" y="51"/>
                    <a:pt x="251"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
            <p:cNvSpPr/>
            <p:nvPr/>
          </p:nvSpPr>
          <p:spPr>
            <a:xfrm>
              <a:off x="6088250" y="1740375"/>
              <a:ext cx="8000" cy="5250"/>
            </a:xfrm>
            <a:custGeom>
              <a:avLst/>
              <a:gdLst/>
              <a:ahLst/>
              <a:cxnLst/>
              <a:rect l="l" t="t" r="r" b="b"/>
              <a:pathLst>
                <a:path w="320" h="210" extrusionOk="0">
                  <a:moveTo>
                    <a:pt x="154" y="0"/>
                  </a:moveTo>
                  <a:cubicBezTo>
                    <a:pt x="91" y="0"/>
                    <a:pt x="20" y="59"/>
                    <a:pt x="0" y="119"/>
                  </a:cubicBezTo>
                  <a:lnTo>
                    <a:pt x="297" y="210"/>
                  </a:lnTo>
                  <a:cubicBezTo>
                    <a:pt x="320" y="119"/>
                    <a:pt x="274" y="27"/>
                    <a:pt x="183" y="5"/>
                  </a:cubicBezTo>
                  <a:cubicBezTo>
                    <a:pt x="173" y="1"/>
                    <a:pt x="164" y="0"/>
                    <a:pt x="15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
            <p:cNvSpPr/>
            <p:nvPr/>
          </p:nvSpPr>
          <p:spPr>
            <a:xfrm>
              <a:off x="6464850" y="1732350"/>
              <a:ext cx="8600" cy="7725"/>
            </a:xfrm>
            <a:custGeom>
              <a:avLst/>
              <a:gdLst/>
              <a:ahLst/>
              <a:cxnLst/>
              <a:rect l="l" t="t" r="r" b="b"/>
              <a:pathLst>
                <a:path w="344" h="309" extrusionOk="0">
                  <a:moveTo>
                    <a:pt x="161" y="0"/>
                  </a:moveTo>
                  <a:cubicBezTo>
                    <a:pt x="93" y="0"/>
                    <a:pt x="42" y="44"/>
                    <a:pt x="24" y="120"/>
                  </a:cubicBezTo>
                  <a:cubicBezTo>
                    <a:pt x="1" y="189"/>
                    <a:pt x="46" y="280"/>
                    <a:pt x="138" y="303"/>
                  </a:cubicBezTo>
                  <a:cubicBezTo>
                    <a:pt x="149" y="307"/>
                    <a:pt x="162" y="309"/>
                    <a:pt x="174" y="309"/>
                  </a:cubicBezTo>
                  <a:cubicBezTo>
                    <a:pt x="235" y="309"/>
                    <a:pt x="301" y="264"/>
                    <a:pt x="320" y="189"/>
                  </a:cubicBezTo>
                  <a:cubicBezTo>
                    <a:pt x="343" y="120"/>
                    <a:pt x="297"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
            <p:cNvSpPr/>
            <p:nvPr/>
          </p:nvSpPr>
          <p:spPr>
            <a:xfrm>
              <a:off x="6499675" y="1826075"/>
              <a:ext cx="6850" cy="6450"/>
            </a:xfrm>
            <a:custGeom>
              <a:avLst/>
              <a:gdLst/>
              <a:ahLst/>
              <a:cxnLst/>
              <a:rect l="l" t="t" r="r" b="b"/>
              <a:pathLst>
                <a:path w="274" h="258" extrusionOk="0">
                  <a:moveTo>
                    <a:pt x="183" y="0"/>
                  </a:moveTo>
                  <a:cubicBezTo>
                    <a:pt x="114" y="0"/>
                    <a:pt x="46" y="23"/>
                    <a:pt x="23" y="92"/>
                  </a:cubicBezTo>
                  <a:cubicBezTo>
                    <a:pt x="0" y="160"/>
                    <a:pt x="46" y="229"/>
                    <a:pt x="114" y="251"/>
                  </a:cubicBezTo>
                  <a:cubicBezTo>
                    <a:pt x="126" y="255"/>
                    <a:pt x="138" y="257"/>
                    <a:pt x="150" y="257"/>
                  </a:cubicBezTo>
                  <a:cubicBezTo>
                    <a:pt x="206" y="257"/>
                    <a:pt x="255" y="216"/>
                    <a:pt x="274" y="160"/>
                  </a:cubicBezTo>
                  <a:cubicBezTo>
                    <a:pt x="274" y="92"/>
                    <a:pt x="251"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
            <p:cNvSpPr/>
            <p:nvPr/>
          </p:nvSpPr>
          <p:spPr>
            <a:xfrm>
              <a:off x="6579550" y="1850050"/>
              <a:ext cx="5175" cy="3425"/>
            </a:xfrm>
            <a:custGeom>
              <a:avLst/>
              <a:gdLst/>
              <a:ahLst/>
              <a:cxnLst/>
              <a:rect l="l" t="t" r="r" b="b"/>
              <a:pathLst>
                <a:path w="207" h="137" extrusionOk="0">
                  <a:moveTo>
                    <a:pt x="115" y="0"/>
                  </a:moveTo>
                  <a:cubicBezTo>
                    <a:pt x="69" y="0"/>
                    <a:pt x="1" y="23"/>
                    <a:pt x="1" y="91"/>
                  </a:cubicBezTo>
                  <a:lnTo>
                    <a:pt x="206" y="137"/>
                  </a:lnTo>
                  <a:cubicBezTo>
                    <a:pt x="206" y="68"/>
                    <a:pt x="183" y="23"/>
                    <a:pt x="1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
            <p:cNvSpPr/>
            <p:nvPr/>
          </p:nvSpPr>
          <p:spPr>
            <a:xfrm>
              <a:off x="6827775" y="1494950"/>
              <a:ext cx="8025" cy="7175"/>
            </a:xfrm>
            <a:custGeom>
              <a:avLst/>
              <a:gdLst/>
              <a:ahLst/>
              <a:cxnLst/>
              <a:rect l="l" t="t" r="r" b="b"/>
              <a:pathLst>
                <a:path w="321" h="287" extrusionOk="0">
                  <a:moveTo>
                    <a:pt x="161" y="1"/>
                  </a:moveTo>
                  <a:cubicBezTo>
                    <a:pt x="93" y="1"/>
                    <a:pt x="42" y="45"/>
                    <a:pt x="23" y="121"/>
                  </a:cubicBezTo>
                  <a:cubicBezTo>
                    <a:pt x="1" y="189"/>
                    <a:pt x="46" y="281"/>
                    <a:pt x="115" y="281"/>
                  </a:cubicBezTo>
                  <a:cubicBezTo>
                    <a:pt x="131" y="285"/>
                    <a:pt x="146" y="287"/>
                    <a:pt x="161" y="287"/>
                  </a:cubicBezTo>
                  <a:cubicBezTo>
                    <a:pt x="229" y="287"/>
                    <a:pt x="279" y="246"/>
                    <a:pt x="297" y="189"/>
                  </a:cubicBezTo>
                  <a:cubicBezTo>
                    <a:pt x="320" y="98"/>
                    <a:pt x="275"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
            <p:cNvSpPr/>
            <p:nvPr/>
          </p:nvSpPr>
          <p:spPr>
            <a:xfrm>
              <a:off x="6799250" y="1736375"/>
              <a:ext cx="10300" cy="9375"/>
            </a:xfrm>
            <a:custGeom>
              <a:avLst/>
              <a:gdLst/>
              <a:ahLst/>
              <a:cxnLst/>
              <a:rect l="l" t="t" r="r" b="b"/>
              <a:pathLst>
                <a:path w="412" h="375" extrusionOk="0">
                  <a:moveTo>
                    <a:pt x="215" y="0"/>
                  </a:moveTo>
                  <a:cubicBezTo>
                    <a:pt x="132" y="0"/>
                    <a:pt x="43" y="62"/>
                    <a:pt x="23" y="142"/>
                  </a:cubicBezTo>
                  <a:cubicBezTo>
                    <a:pt x="0" y="233"/>
                    <a:pt x="69" y="347"/>
                    <a:pt x="160" y="370"/>
                  </a:cubicBezTo>
                  <a:cubicBezTo>
                    <a:pt x="172" y="373"/>
                    <a:pt x="185" y="374"/>
                    <a:pt x="197" y="374"/>
                  </a:cubicBezTo>
                  <a:cubicBezTo>
                    <a:pt x="280" y="374"/>
                    <a:pt x="369" y="312"/>
                    <a:pt x="388" y="233"/>
                  </a:cubicBezTo>
                  <a:cubicBezTo>
                    <a:pt x="411" y="142"/>
                    <a:pt x="343" y="28"/>
                    <a:pt x="251" y="5"/>
                  </a:cubicBezTo>
                  <a:cubicBezTo>
                    <a:pt x="239" y="2"/>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
            <p:cNvSpPr/>
            <p:nvPr/>
          </p:nvSpPr>
          <p:spPr>
            <a:xfrm>
              <a:off x="6263425" y="1662725"/>
              <a:ext cx="8000" cy="7175"/>
            </a:xfrm>
            <a:custGeom>
              <a:avLst/>
              <a:gdLst/>
              <a:ahLst/>
              <a:cxnLst/>
              <a:rect l="l" t="t" r="r" b="b"/>
              <a:pathLst>
                <a:path w="320" h="287" extrusionOk="0">
                  <a:moveTo>
                    <a:pt x="169" y="1"/>
                  </a:moveTo>
                  <a:cubicBezTo>
                    <a:pt x="108" y="1"/>
                    <a:pt x="42" y="45"/>
                    <a:pt x="23" y="120"/>
                  </a:cubicBezTo>
                  <a:cubicBezTo>
                    <a:pt x="0" y="189"/>
                    <a:pt x="46" y="280"/>
                    <a:pt x="137" y="280"/>
                  </a:cubicBezTo>
                  <a:cubicBezTo>
                    <a:pt x="149" y="284"/>
                    <a:pt x="162" y="286"/>
                    <a:pt x="173" y="286"/>
                  </a:cubicBezTo>
                  <a:cubicBezTo>
                    <a:pt x="229" y="286"/>
                    <a:pt x="278" y="245"/>
                    <a:pt x="297" y="189"/>
                  </a:cubicBezTo>
                  <a:cubicBezTo>
                    <a:pt x="320" y="120"/>
                    <a:pt x="274"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
            <p:cNvSpPr/>
            <p:nvPr/>
          </p:nvSpPr>
          <p:spPr>
            <a:xfrm>
              <a:off x="6410075" y="1448200"/>
              <a:ext cx="9725" cy="8850"/>
            </a:xfrm>
            <a:custGeom>
              <a:avLst/>
              <a:gdLst/>
              <a:ahLst/>
              <a:cxnLst/>
              <a:rect l="l" t="t" r="r" b="b"/>
              <a:pathLst>
                <a:path w="389" h="354" extrusionOk="0">
                  <a:moveTo>
                    <a:pt x="193" y="1"/>
                  </a:moveTo>
                  <a:cubicBezTo>
                    <a:pt x="115" y="1"/>
                    <a:pt x="43" y="63"/>
                    <a:pt x="23" y="142"/>
                  </a:cubicBezTo>
                  <a:cubicBezTo>
                    <a:pt x="1" y="233"/>
                    <a:pt x="46" y="325"/>
                    <a:pt x="137" y="347"/>
                  </a:cubicBezTo>
                  <a:cubicBezTo>
                    <a:pt x="153" y="351"/>
                    <a:pt x="169" y="353"/>
                    <a:pt x="186" y="353"/>
                  </a:cubicBezTo>
                  <a:cubicBezTo>
                    <a:pt x="265" y="353"/>
                    <a:pt x="347" y="309"/>
                    <a:pt x="366" y="233"/>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
            <p:cNvSpPr/>
            <p:nvPr/>
          </p:nvSpPr>
          <p:spPr>
            <a:xfrm>
              <a:off x="6130475" y="1591750"/>
              <a:ext cx="10850" cy="9650"/>
            </a:xfrm>
            <a:custGeom>
              <a:avLst/>
              <a:gdLst/>
              <a:ahLst/>
              <a:cxnLst/>
              <a:rect l="l" t="t" r="r" b="b"/>
              <a:pathLst>
                <a:path w="434" h="386" extrusionOk="0">
                  <a:moveTo>
                    <a:pt x="191" y="1"/>
                  </a:moveTo>
                  <a:cubicBezTo>
                    <a:pt x="115" y="1"/>
                    <a:pt x="41" y="62"/>
                    <a:pt x="23" y="152"/>
                  </a:cubicBezTo>
                  <a:cubicBezTo>
                    <a:pt x="0" y="243"/>
                    <a:pt x="46" y="357"/>
                    <a:pt x="160" y="380"/>
                  </a:cubicBezTo>
                  <a:cubicBezTo>
                    <a:pt x="179" y="384"/>
                    <a:pt x="197" y="386"/>
                    <a:pt x="215" y="386"/>
                  </a:cubicBezTo>
                  <a:cubicBezTo>
                    <a:pt x="303" y="386"/>
                    <a:pt x="369" y="338"/>
                    <a:pt x="388" y="243"/>
                  </a:cubicBezTo>
                  <a:cubicBezTo>
                    <a:pt x="434" y="129"/>
                    <a:pt x="365" y="38"/>
                    <a:pt x="251" y="15"/>
                  </a:cubicBezTo>
                  <a:cubicBezTo>
                    <a:pt x="232" y="5"/>
                    <a:pt x="211" y="1"/>
                    <a:pt x="19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
            <p:cNvSpPr/>
            <p:nvPr/>
          </p:nvSpPr>
          <p:spPr>
            <a:xfrm>
              <a:off x="6660025" y="1722075"/>
              <a:ext cx="7425" cy="6600"/>
            </a:xfrm>
            <a:custGeom>
              <a:avLst/>
              <a:gdLst/>
              <a:ahLst/>
              <a:cxnLst/>
              <a:rect l="l" t="t" r="r" b="b"/>
              <a:pathLst>
                <a:path w="297" h="264" extrusionOk="0">
                  <a:moveTo>
                    <a:pt x="146" y="0"/>
                  </a:moveTo>
                  <a:cubicBezTo>
                    <a:pt x="91" y="0"/>
                    <a:pt x="42" y="41"/>
                    <a:pt x="23" y="97"/>
                  </a:cubicBezTo>
                  <a:cubicBezTo>
                    <a:pt x="0" y="189"/>
                    <a:pt x="46" y="257"/>
                    <a:pt x="114" y="257"/>
                  </a:cubicBezTo>
                  <a:cubicBezTo>
                    <a:pt x="126" y="261"/>
                    <a:pt x="138" y="263"/>
                    <a:pt x="150" y="263"/>
                  </a:cubicBezTo>
                  <a:cubicBezTo>
                    <a:pt x="205" y="263"/>
                    <a:pt x="255" y="222"/>
                    <a:pt x="274" y="166"/>
                  </a:cubicBezTo>
                  <a:cubicBezTo>
                    <a:pt x="297" y="97"/>
                    <a:pt x="251" y="29"/>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
            <p:cNvSpPr/>
            <p:nvPr/>
          </p:nvSpPr>
          <p:spPr>
            <a:xfrm>
              <a:off x="6325625" y="1467000"/>
              <a:ext cx="7450" cy="6600"/>
            </a:xfrm>
            <a:custGeom>
              <a:avLst/>
              <a:gdLst/>
              <a:ahLst/>
              <a:cxnLst/>
              <a:rect l="l" t="t" r="r" b="b"/>
              <a:pathLst>
                <a:path w="298" h="264" extrusionOk="0">
                  <a:moveTo>
                    <a:pt x="147" y="0"/>
                  </a:moveTo>
                  <a:cubicBezTo>
                    <a:pt x="92" y="0"/>
                    <a:pt x="42" y="41"/>
                    <a:pt x="23" y="98"/>
                  </a:cubicBezTo>
                  <a:cubicBezTo>
                    <a:pt x="0" y="166"/>
                    <a:pt x="46" y="235"/>
                    <a:pt x="114" y="257"/>
                  </a:cubicBezTo>
                  <a:cubicBezTo>
                    <a:pt x="127" y="261"/>
                    <a:pt x="139" y="263"/>
                    <a:pt x="151" y="263"/>
                  </a:cubicBezTo>
                  <a:cubicBezTo>
                    <a:pt x="206" y="263"/>
                    <a:pt x="255" y="222"/>
                    <a:pt x="274" y="166"/>
                  </a:cubicBezTo>
                  <a:cubicBezTo>
                    <a:pt x="297" y="98"/>
                    <a:pt x="251"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
            <p:cNvSpPr/>
            <p:nvPr/>
          </p:nvSpPr>
          <p:spPr>
            <a:xfrm>
              <a:off x="6745600" y="1784300"/>
              <a:ext cx="10300" cy="9375"/>
            </a:xfrm>
            <a:custGeom>
              <a:avLst/>
              <a:gdLst/>
              <a:ahLst/>
              <a:cxnLst/>
              <a:rect l="l" t="t" r="r" b="b"/>
              <a:pathLst>
                <a:path w="412" h="375" extrusionOk="0">
                  <a:moveTo>
                    <a:pt x="215" y="1"/>
                  </a:moveTo>
                  <a:cubicBezTo>
                    <a:pt x="132" y="1"/>
                    <a:pt x="43" y="63"/>
                    <a:pt x="24" y="142"/>
                  </a:cubicBezTo>
                  <a:cubicBezTo>
                    <a:pt x="1" y="233"/>
                    <a:pt x="69" y="347"/>
                    <a:pt x="161" y="370"/>
                  </a:cubicBezTo>
                  <a:cubicBezTo>
                    <a:pt x="173" y="373"/>
                    <a:pt x="185" y="375"/>
                    <a:pt x="198" y="375"/>
                  </a:cubicBezTo>
                  <a:cubicBezTo>
                    <a:pt x="280" y="375"/>
                    <a:pt x="369" y="313"/>
                    <a:pt x="389" y="233"/>
                  </a:cubicBezTo>
                  <a:cubicBezTo>
                    <a:pt x="412" y="142"/>
                    <a:pt x="343" y="51"/>
                    <a:pt x="252"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
            <p:cNvSpPr/>
            <p:nvPr/>
          </p:nvSpPr>
          <p:spPr>
            <a:xfrm>
              <a:off x="6322775" y="959125"/>
              <a:ext cx="7425" cy="6600"/>
            </a:xfrm>
            <a:custGeom>
              <a:avLst/>
              <a:gdLst/>
              <a:ahLst/>
              <a:cxnLst/>
              <a:rect l="l" t="t" r="r" b="b"/>
              <a:pathLst>
                <a:path w="297" h="264" extrusionOk="0">
                  <a:moveTo>
                    <a:pt x="147" y="1"/>
                  </a:moveTo>
                  <a:cubicBezTo>
                    <a:pt x="92" y="1"/>
                    <a:pt x="42" y="42"/>
                    <a:pt x="23" y="98"/>
                  </a:cubicBezTo>
                  <a:cubicBezTo>
                    <a:pt x="0" y="167"/>
                    <a:pt x="46" y="258"/>
                    <a:pt x="114" y="258"/>
                  </a:cubicBezTo>
                  <a:cubicBezTo>
                    <a:pt x="126" y="262"/>
                    <a:pt x="139" y="264"/>
                    <a:pt x="150"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
            <p:cNvSpPr/>
            <p:nvPr/>
          </p:nvSpPr>
          <p:spPr>
            <a:xfrm>
              <a:off x="6056850" y="1658150"/>
              <a:ext cx="6300" cy="5525"/>
            </a:xfrm>
            <a:custGeom>
              <a:avLst/>
              <a:gdLst/>
              <a:ahLst/>
              <a:cxnLst/>
              <a:rect l="l" t="t" r="r" b="b"/>
              <a:pathLst>
                <a:path w="252" h="221" extrusionOk="0">
                  <a:moveTo>
                    <a:pt x="125" y="1"/>
                  </a:moveTo>
                  <a:cubicBezTo>
                    <a:pt x="76" y="1"/>
                    <a:pt x="42" y="38"/>
                    <a:pt x="23" y="75"/>
                  </a:cubicBezTo>
                  <a:cubicBezTo>
                    <a:pt x="1" y="144"/>
                    <a:pt x="46" y="212"/>
                    <a:pt x="92" y="212"/>
                  </a:cubicBezTo>
                  <a:cubicBezTo>
                    <a:pt x="109" y="218"/>
                    <a:pt x="126" y="221"/>
                    <a:pt x="143" y="221"/>
                  </a:cubicBezTo>
                  <a:cubicBezTo>
                    <a:pt x="192" y="221"/>
                    <a:pt x="235" y="195"/>
                    <a:pt x="252" y="144"/>
                  </a:cubicBezTo>
                  <a:cubicBezTo>
                    <a:pt x="252" y="75"/>
                    <a:pt x="229" y="7"/>
                    <a:pt x="160" y="7"/>
                  </a:cubicBezTo>
                  <a:cubicBezTo>
                    <a:pt x="148" y="3"/>
                    <a:pt x="136" y="1"/>
                    <a:pt x="12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
            <p:cNvSpPr/>
            <p:nvPr/>
          </p:nvSpPr>
          <p:spPr>
            <a:xfrm>
              <a:off x="5737300" y="1340875"/>
              <a:ext cx="6300" cy="5525"/>
            </a:xfrm>
            <a:custGeom>
              <a:avLst/>
              <a:gdLst/>
              <a:ahLst/>
              <a:cxnLst/>
              <a:rect l="l" t="t" r="r" b="b"/>
              <a:pathLst>
                <a:path w="252" h="221" extrusionOk="0">
                  <a:moveTo>
                    <a:pt x="123" y="1"/>
                  </a:moveTo>
                  <a:cubicBezTo>
                    <a:pt x="69" y="1"/>
                    <a:pt x="23" y="38"/>
                    <a:pt x="23" y="75"/>
                  </a:cubicBezTo>
                  <a:cubicBezTo>
                    <a:pt x="0" y="144"/>
                    <a:pt x="46" y="212"/>
                    <a:pt x="92" y="212"/>
                  </a:cubicBezTo>
                  <a:cubicBezTo>
                    <a:pt x="109" y="218"/>
                    <a:pt x="126" y="221"/>
                    <a:pt x="142" y="221"/>
                  </a:cubicBezTo>
                  <a:cubicBezTo>
                    <a:pt x="190" y="221"/>
                    <a:pt x="229" y="195"/>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
            <p:cNvSpPr/>
            <p:nvPr/>
          </p:nvSpPr>
          <p:spPr>
            <a:xfrm>
              <a:off x="5794375" y="1638200"/>
              <a:ext cx="8000" cy="7150"/>
            </a:xfrm>
            <a:custGeom>
              <a:avLst/>
              <a:gdLst/>
              <a:ahLst/>
              <a:cxnLst/>
              <a:rect l="l" t="t" r="r" b="b"/>
              <a:pathLst>
                <a:path w="320" h="286" extrusionOk="0">
                  <a:moveTo>
                    <a:pt x="146" y="0"/>
                  </a:moveTo>
                  <a:cubicBezTo>
                    <a:pt x="85" y="0"/>
                    <a:pt x="23" y="44"/>
                    <a:pt x="23" y="120"/>
                  </a:cubicBezTo>
                  <a:cubicBezTo>
                    <a:pt x="0" y="188"/>
                    <a:pt x="46" y="257"/>
                    <a:pt x="114" y="280"/>
                  </a:cubicBezTo>
                  <a:cubicBezTo>
                    <a:pt x="126" y="284"/>
                    <a:pt x="139" y="286"/>
                    <a:pt x="152" y="286"/>
                  </a:cubicBezTo>
                  <a:cubicBezTo>
                    <a:pt x="213" y="286"/>
                    <a:pt x="278" y="245"/>
                    <a:pt x="297" y="188"/>
                  </a:cubicBezTo>
                  <a:cubicBezTo>
                    <a:pt x="320" y="97"/>
                    <a:pt x="274" y="29"/>
                    <a:pt x="183" y="6"/>
                  </a:cubicBezTo>
                  <a:cubicBezTo>
                    <a:pt x="171"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
            <p:cNvSpPr/>
            <p:nvPr/>
          </p:nvSpPr>
          <p:spPr>
            <a:xfrm>
              <a:off x="5722475" y="1634200"/>
              <a:ext cx="6850" cy="6025"/>
            </a:xfrm>
            <a:custGeom>
              <a:avLst/>
              <a:gdLst/>
              <a:ahLst/>
              <a:cxnLst/>
              <a:rect l="l" t="t" r="r" b="b"/>
              <a:pathLst>
                <a:path w="274" h="241" extrusionOk="0">
                  <a:moveTo>
                    <a:pt x="126" y="0"/>
                  </a:moveTo>
                  <a:cubicBezTo>
                    <a:pt x="76" y="0"/>
                    <a:pt x="42" y="41"/>
                    <a:pt x="23" y="97"/>
                  </a:cubicBezTo>
                  <a:cubicBezTo>
                    <a:pt x="0" y="143"/>
                    <a:pt x="46" y="211"/>
                    <a:pt x="114" y="234"/>
                  </a:cubicBezTo>
                  <a:cubicBezTo>
                    <a:pt x="122" y="238"/>
                    <a:pt x="131" y="240"/>
                    <a:pt x="140" y="240"/>
                  </a:cubicBezTo>
                  <a:cubicBezTo>
                    <a:pt x="183" y="240"/>
                    <a:pt x="232" y="199"/>
                    <a:pt x="251" y="143"/>
                  </a:cubicBezTo>
                  <a:cubicBezTo>
                    <a:pt x="274" y="75"/>
                    <a:pt x="228" y="29"/>
                    <a:pt x="160" y="6"/>
                  </a:cubicBezTo>
                  <a:cubicBezTo>
                    <a:pt x="148" y="2"/>
                    <a:pt x="136" y="0"/>
                    <a:pt x="12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
            <p:cNvSpPr/>
            <p:nvPr/>
          </p:nvSpPr>
          <p:spPr>
            <a:xfrm>
              <a:off x="5786375" y="1570850"/>
              <a:ext cx="9150" cy="8300"/>
            </a:xfrm>
            <a:custGeom>
              <a:avLst/>
              <a:gdLst/>
              <a:ahLst/>
              <a:cxnLst/>
              <a:rect l="l" t="t" r="r" b="b"/>
              <a:pathLst>
                <a:path w="366" h="332"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
            <p:cNvSpPr/>
            <p:nvPr/>
          </p:nvSpPr>
          <p:spPr>
            <a:xfrm>
              <a:off x="5453125" y="1403075"/>
              <a:ext cx="6875" cy="6050"/>
            </a:xfrm>
            <a:custGeom>
              <a:avLst/>
              <a:gdLst/>
              <a:ahLst/>
              <a:cxnLst/>
              <a:rect l="l" t="t" r="r" b="b"/>
              <a:pathLst>
                <a:path w="275" h="242" extrusionOk="0">
                  <a:moveTo>
                    <a:pt x="124" y="1"/>
                  </a:moveTo>
                  <a:cubicBezTo>
                    <a:pt x="70" y="1"/>
                    <a:pt x="23" y="42"/>
                    <a:pt x="23" y="98"/>
                  </a:cubicBezTo>
                  <a:cubicBezTo>
                    <a:pt x="0" y="167"/>
                    <a:pt x="46" y="235"/>
                    <a:pt x="92" y="235"/>
                  </a:cubicBezTo>
                  <a:cubicBezTo>
                    <a:pt x="104" y="239"/>
                    <a:pt x="116" y="241"/>
                    <a:pt x="128" y="241"/>
                  </a:cubicBezTo>
                  <a:cubicBezTo>
                    <a:pt x="183" y="241"/>
                    <a:pt x="233" y="200"/>
                    <a:pt x="252" y="144"/>
                  </a:cubicBezTo>
                  <a:cubicBezTo>
                    <a:pt x="274" y="98"/>
                    <a:pt x="229" y="30"/>
                    <a:pt x="160" y="7"/>
                  </a:cubicBezTo>
                  <a:cubicBezTo>
                    <a:pt x="148" y="3"/>
                    <a:pt x="136" y="1"/>
                    <a:pt x="12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
            <p:cNvSpPr/>
            <p:nvPr/>
          </p:nvSpPr>
          <p:spPr>
            <a:xfrm>
              <a:off x="5689925" y="1594850"/>
              <a:ext cx="10300" cy="9075"/>
            </a:xfrm>
            <a:custGeom>
              <a:avLst/>
              <a:gdLst/>
              <a:ahLst/>
              <a:cxnLst/>
              <a:rect l="l" t="t" r="r" b="b"/>
              <a:pathLst>
                <a:path w="412" h="363" extrusionOk="0">
                  <a:moveTo>
                    <a:pt x="216" y="1"/>
                  </a:moveTo>
                  <a:cubicBezTo>
                    <a:pt x="138" y="1"/>
                    <a:pt x="66" y="63"/>
                    <a:pt x="47" y="142"/>
                  </a:cubicBezTo>
                  <a:cubicBezTo>
                    <a:pt x="1" y="233"/>
                    <a:pt x="69" y="325"/>
                    <a:pt x="161" y="347"/>
                  </a:cubicBezTo>
                  <a:cubicBezTo>
                    <a:pt x="181" y="358"/>
                    <a:pt x="202" y="362"/>
                    <a:pt x="223" y="362"/>
                  </a:cubicBezTo>
                  <a:cubicBezTo>
                    <a:pt x="298" y="362"/>
                    <a:pt x="371" y="305"/>
                    <a:pt x="389" y="233"/>
                  </a:cubicBezTo>
                  <a:cubicBezTo>
                    <a:pt x="412" y="142"/>
                    <a:pt x="343" y="28"/>
                    <a:pt x="252" y="5"/>
                  </a:cubicBezTo>
                  <a:cubicBezTo>
                    <a:pt x="240" y="2"/>
                    <a:pt x="228" y="1"/>
                    <a:pt x="21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
            <p:cNvSpPr/>
            <p:nvPr/>
          </p:nvSpPr>
          <p:spPr>
            <a:xfrm>
              <a:off x="5938150" y="1702675"/>
              <a:ext cx="8600" cy="4725"/>
            </a:xfrm>
            <a:custGeom>
              <a:avLst/>
              <a:gdLst/>
              <a:ahLst/>
              <a:cxnLst/>
              <a:rect l="l" t="t" r="r" b="b"/>
              <a:pathLst>
                <a:path w="344" h="189" extrusionOk="0">
                  <a:moveTo>
                    <a:pt x="160" y="0"/>
                  </a:moveTo>
                  <a:cubicBezTo>
                    <a:pt x="86" y="0"/>
                    <a:pt x="20" y="45"/>
                    <a:pt x="1" y="120"/>
                  </a:cubicBezTo>
                  <a:lnTo>
                    <a:pt x="321" y="189"/>
                  </a:lnTo>
                  <a:cubicBezTo>
                    <a:pt x="343" y="120"/>
                    <a:pt x="275"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
            <p:cNvSpPr/>
            <p:nvPr/>
          </p:nvSpPr>
          <p:spPr>
            <a:xfrm>
              <a:off x="5751575" y="1442450"/>
              <a:ext cx="6850" cy="5900"/>
            </a:xfrm>
            <a:custGeom>
              <a:avLst/>
              <a:gdLst/>
              <a:ahLst/>
              <a:cxnLst/>
              <a:rect l="l" t="t" r="r" b="b"/>
              <a:pathLst>
                <a:path w="274" h="236" extrusionOk="0">
                  <a:moveTo>
                    <a:pt x="134" y="1"/>
                  </a:moveTo>
                  <a:cubicBezTo>
                    <a:pt x="91" y="1"/>
                    <a:pt x="42" y="42"/>
                    <a:pt x="23" y="98"/>
                  </a:cubicBezTo>
                  <a:cubicBezTo>
                    <a:pt x="0" y="144"/>
                    <a:pt x="46" y="212"/>
                    <a:pt x="114" y="235"/>
                  </a:cubicBezTo>
                  <a:cubicBezTo>
                    <a:pt x="183" y="235"/>
                    <a:pt x="228" y="212"/>
                    <a:pt x="251" y="144"/>
                  </a:cubicBezTo>
                  <a:cubicBezTo>
                    <a:pt x="274" y="75"/>
                    <a:pt x="228" y="30"/>
                    <a:pt x="160"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
            <p:cNvSpPr/>
            <p:nvPr/>
          </p:nvSpPr>
          <p:spPr>
            <a:xfrm>
              <a:off x="5511900" y="1395100"/>
              <a:ext cx="8025" cy="7175"/>
            </a:xfrm>
            <a:custGeom>
              <a:avLst/>
              <a:gdLst/>
              <a:ahLst/>
              <a:cxnLst/>
              <a:rect l="l" t="t" r="r" b="b"/>
              <a:pathLst>
                <a:path w="321" h="287" extrusionOk="0">
                  <a:moveTo>
                    <a:pt x="161" y="0"/>
                  </a:moveTo>
                  <a:cubicBezTo>
                    <a:pt x="92" y="0"/>
                    <a:pt x="42" y="45"/>
                    <a:pt x="23" y="120"/>
                  </a:cubicBezTo>
                  <a:cubicBezTo>
                    <a:pt x="0" y="189"/>
                    <a:pt x="46" y="280"/>
                    <a:pt x="115" y="280"/>
                  </a:cubicBezTo>
                  <a:cubicBezTo>
                    <a:pt x="131" y="284"/>
                    <a:pt x="146" y="286"/>
                    <a:pt x="161" y="286"/>
                  </a:cubicBezTo>
                  <a:cubicBezTo>
                    <a:pt x="229" y="286"/>
                    <a:pt x="278" y="245"/>
                    <a:pt x="297" y="189"/>
                  </a:cubicBezTo>
                  <a:cubicBezTo>
                    <a:pt x="320" y="98"/>
                    <a:pt x="274" y="29"/>
                    <a:pt x="206" y="6"/>
                  </a:cubicBezTo>
                  <a:cubicBezTo>
                    <a:pt x="190" y="2"/>
                    <a:pt x="175"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
            <p:cNvSpPr/>
            <p:nvPr/>
          </p:nvSpPr>
          <p:spPr>
            <a:xfrm>
              <a:off x="5617475" y="1447175"/>
              <a:ext cx="6875" cy="6450"/>
            </a:xfrm>
            <a:custGeom>
              <a:avLst/>
              <a:gdLst/>
              <a:ahLst/>
              <a:cxnLst/>
              <a:rect l="l" t="t" r="r" b="b"/>
              <a:pathLst>
                <a:path w="275" h="258" extrusionOk="0">
                  <a:moveTo>
                    <a:pt x="160" y="0"/>
                  </a:moveTo>
                  <a:cubicBezTo>
                    <a:pt x="91" y="0"/>
                    <a:pt x="23" y="23"/>
                    <a:pt x="23" y="92"/>
                  </a:cubicBezTo>
                  <a:cubicBezTo>
                    <a:pt x="0" y="160"/>
                    <a:pt x="46" y="229"/>
                    <a:pt x="91" y="251"/>
                  </a:cubicBezTo>
                  <a:cubicBezTo>
                    <a:pt x="104" y="255"/>
                    <a:pt x="116" y="257"/>
                    <a:pt x="128" y="257"/>
                  </a:cubicBezTo>
                  <a:cubicBezTo>
                    <a:pt x="183" y="257"/>
                    <a:pt x="232"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
            <p:cNvSpPr/>
            <p:nvPr/>
          </p:nvSpPr>
          <p:spPr>
            <a:xfrm>
              <a:off x="5462825" y="1391825"/>
              <a:ext cx="7450" cy="7025"/>
            </a:xfrm>
            <a:custGeom>
              <a:avLst/>
              <a:gdLst/>
              <a:ahLst/>
              <a:cxnLst/>
              <a:rect l="l" t="t" r="r" b="b"/>
              <a:pathLst>
                <a:path w="298" h="281" extrusionOk="0">
                  <a:moveTo>
                    <a:pt x="183" y="0"/>
                  </a:moveTo>
                  <a:cubicBezTo>
                    <a:pt x="115" y="0"/>
                    <a:pt x="46" y="46"/>
                    <a:pt x="23" y="114"/>
                  </a:cubicBezTo>
                  <a:cubicBezTo>
                    <a:pt x="1" y="183"/>
                    <a:pt x="46" y="251"/>
                    <a:pt x="115" y="274"/>
                  </a:cubicBezTo>
                  <a:cubicBezTo>
                    <a:pt x="131" y="278"/>
                    <a:pt x="146" y="280"/>
                    <a:pt x="161" y="280"/>
                  </a:cubicBezTo>
                  <a:cubicBezTo>
                    <a:pt x="229" y="280"/>
                    <a:pt x="278" y="239"/>
                    <a:pt x="297"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
            <p:cNvSpPr/>
            <p:nvPr/>
          </p:nvSpPr>
          <p:spPr>
            <a:xfrm>
              <a:off x="6588125" y="1407075"/>
              <a:ext cx="8575" cy="7750"/>
            </a:xfrm>
            <a:custGeom>
              <a:avLst/>
              <a:gdLst/>
              <a:ahLst/>
              <a:cxnLst/>
              <a:rect l="l" t="t" r="r" b="b"/>
              <a:pathLst>
                <a:path w="343" h="310" extrusionOk="0">
                  <a:moveTo>
                    <a:pt x="161" y="1"/>
                  </a:moveTo>
                  <a:cubicBezTo>
                    <a:pt x="92" y="1"/>
                    <a:pt x="42" y="45"/>
                    <a:pt x="23" y="121"/>
                  </a:cubicBezTo>
                  <a:cubicBezTo>
                    <a:pt x="0" y="189"/>
                    <a:pt x="46" y="281"/>
                    <a:pt x="137" y="303"/>
                  </a:cubicBezTo>
                  <a:cubicBezTo>
                    <a:pt x="149" y="307"/>
                    <a:pt x="161" y="309"/>
                    <a:pt x="174" y="309"/>
                  </a:cubicBezTo>
                  <a:cubicBezTo>
                    <a:pt x="235" y="309"/>
                    <a:pt x="301" y="265"/>
                    <a:pt x="320" y="189"/>
                  </a:cubicBezTo>
                  <a:cubicBezTo>
                    <a:pt x="342" y="121"/>
                    <a:pt x="297" y="29"/>
                    <a:pt x="205"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
            <p:cNvSpPr/>
            <p:nvPr/>
          </p:nvSpPr>
          <p:spPr>
            <a:xfrm>
              <a:off x="6284525" y="990675"/>
              <a:ext cx="6325" cy="5875"/>
            </a:xfrm>
            <a:custGeom>
              <a:avLst/>
              <a:gdLst/>
              <a:ahLst/>
              <a:cxnLst/>
              <a:rect l="l" t="t" r="r" b="b"/>
              <a:pathLst>
                <a:path w="253" h="235" extrusionOk="0">
                  <a:moveTo>
                    <a:pt x="161" y="0"/>
                  </a:moveTo>
                  <a:cubicBezTo>
                    <a:pt x="92" y="0"/>
                    <a:pt x="24" y="23"/>
                    <a:pt x="24" y="91"/>
                  </a:cubicBezTo>
                  <a:cubicBezTo>
                    <a:pt x="1" y="160"/>
                    <a:pt x="47" y="228"/>
                    <a:pt x="92" y="228"/>
                  </a:cubicBezTo>
                  <a:cubicBezTo>
                    <a:pt x="105" y="233"/>
                    <a:pt x="117" y="234"/>
                    <a:pt x="130" y="234"/>
                  </a:cubicBezTo>
                  <a:cubicBezTo>
                    <a:pt x="184" y="234"/>
                    <a:pt x="233" y="197"/>
                    <a:pt x="252" y="160"/>
                  </a:cubicBezTo>
                  <a:cubicBezTo>
                    <a:pt x="252" y="91"/>
                    <a:pt x="229" y="23"/>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
            <p:cNvSpPr/>
            <p:nvPr/>
          </p:nvSpPr>
          <p:spPr>
            <a:xfrm>
              <a:off x="5481650" y="1536750"/>
              <a:ext cx="7450" cy="6450"/>
            </a:xfrm>
            <a:custGeom>
              <a:avLst/>
              <a:gdLst/>
              <a:ahLst/>
              <a:cxnLst/>
              <a:rect l="l" t="t" r="r" b="b"/>
              <a:pathLst>
                <a:path w="298" h="258" extrusionOk="0">
                  <a:moveTo>
                    <a:pt x="183" y="1"/>
                  </a:moveTo>
                  <a:cubicBezTo>
                    <a:pt x="115" y="1"/>
                    <a:pt x="46" y="24"/>
                    <a:pt x="24" y="92"/>
                  </a:cubicBezTo>
                  <a:cubicBezTo>
                    <a:pt x="1" y="161"/>
                    <a:pt x="46" y="229"/>
                    <a:pt x="115" y="252"/>
                  </a:cubicBezTo>
                  <a:cubicBezTo>
                    <a:pt x="127" y="256"/>
                    <a:pt x="139" y="258"/>
                    <a:pt x="151" y="258"/>
                  </a:cubicBezTo>
                  <a:cubicBezTo>
                    <a:pt x="206" y="258"/>
                    <a:pt x="256" y="217"/>
                    <a:pt x="275" y="161"/>
                  </a:cubicBezTo>
                  <a:cubicBezTo>
                    <a:pt x="297" y="92"/>
                    <a:pt x="252"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
            <p:cNvSpPr/>
            <p:nvPr/>
          </p:nvSpPr>
          <p:spPr>
            <a:xfrm>
              <a:off x="6421500" y="1175975"/>
              <a:ext cx="7425" cy="6600"/>
            </a:xfrm>
            <a:custGeom>
              <a:avLst/>
              <a:gdLst/>
              <a:ahLst/>
              <a:cxnLst/>
              <a:rect l="l" t="t" r="r" b="b"/>
              <a:pathLst>
                <a:path w="297" h="264" extrusionOk="0">
                  <a:moveTo>
                    <a:pt x="146" y="0"/>
                  </a:moveTo>
                  <a:cubicBezTo>
                    <a:pt x="91" y="0"/>
                    <a:pt x="42" y="41"/>
                    <a:pt x="23" y="98"/>
                  </a:cubicBezTo>
                  <a:cubicBezTo>
                    <a:pt x="0" y="166"/>
                    <a:pt x="46" y="235"/>
                    <a:pt x="114" y="257"/>
                  </a:cubicBezTo>
                  <a:cubicBezTo>
                    <a:pt x="126" y="261"/>
                    <a:pt x="139" y="263"/>
                    <a:pt x="152" y="263"/>
                  </a:cubicBezTo>
                  <a:cubicBezTo>
                    <a:pt x="212" y="263"/>
                    <a:pt x="274" y="222"/>
                    <a:pt x="274" y="166"/>
                  </a:cubicBezTo>
                  <a:cubicBezTo>
                    <a:pt x="297" y="75"/>
                    <a:pt x="251" y="6"/>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
            <p:cNvSpPr/>
            <p:nvPr/>
          </p:nvSpPr>
          <p:spPr>
            <a:xfrm>
              <a:off x="6331325" y="1109825"/>
              <a:ext cx="10875" cy="9950"/>
            </a:xfrm>
            <a:custGeom>
              <a:avLst/>
              <a:gdLst/>
              <a:ahLst/>
              <a:cxnLst/>
              <a:rect l="l" t="t" r="r" b="b"/>
              <a:pathLst>
                <a:path w="435" h="398" extrusionOk="0">
                  <a:moveTo>
                    <a:pt x="231" y="0"/>
                  </a:moveTo>
                  <a:cubicBezTo>
                    <a:pt x="138" y="0"/>
                    <a:pt x="66" y="62"/>
                    <a:pt x="46" y="142"/>
                  </a:cubicBezTo>
                  <a:cubicBezTo>
                    <a:pt x="1" y="256"/>
                    <a:pt x="69" y="347"/>
                    <a:pt x="183" y="393"/>
                  </a:cubicBezTo>
                  <a:cubicBezTo>
                    <a:pt x="195" y="396"/>
                    <a:pt x="207" y="397"/>
                    <a:pt x="219" y="397"/>
                  </a:cubicBezTo>
                  <a:cubicBezTo>
                    <a:pt x="302" y="397"/>
                    <a:pt x="392" y="332"/>
                    <a:pt x="411" y="233"/>
                  </a:cubicBezTo>
                  <a:cubicBezTo>
                    <a:pt x="434" y="142"/>
                    <a:pt x="366" y="27"/>
                    <a:pt x="275" y="5"/>
                  </a:cubicBezTo>
                  <a:cubicBezTo>
                    <a:pt x="260"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
            <p:cNvSpPr/>
            <p:nvPr/>
          </p:nvSpPr>
          <p:spPr>
            <a:xfrm>
              <a:off x="6348450" y="1087450"/>
              <a:ext cx="6300" cy="5525"/>
            </a:xfrm>
            <a:custGeom>
              <a:avLst/>
              <a:gdLst/>
              <a:ahLst/>
              <a:cxnLst/>
              <a:rect l="l" t="t" r="r" b="b"/>
              <a:pathLst>
                <a:path w="252" h="221" extrusionOk="0">
                  <a:moveTo>
                    <a:pt x="110" y="1"/>
                  </a:moveTo>
                  <a:cubicBezTo>
                    <a:pt x="62" y="1"/>
                    <a:pt x="23" y="27"/>
                    <a:pt x="23" y="78"/>
                  </a:cubicBezTo>
                  <a:cubicBezTo>
                    <a:pt x="0" y="146"/>
                    <a:pt x="46" y="215"/>
                    <a:pt x="92" y="215"/>
                  </a:cubicBezTo>
                  <a:cubicBezTo>
                    <a:pt x="104" y="219"/>
                    <a:pt x="117" y="221"/>
                    <a:pt x="129" y="221"/>
                  </a:cubicBezTo>
                  <a:cubicBezTo>
                    <a:pt x="183" y="221"/>
                    <a:pt x="229" y="184"/>
                    <a:pt x="229" y="146"/>
                  </a:cubicBezTo>
                  <a:cubicBezTo>
                    <a:pt x="251" y="78"/>
                    <a:pt x="206" y="9"/>
                    <a:pt x="160" y="9"/>
                  </a:cubicBezTo>
                  <a:cubicBezTo>
                    <a:pt x="143" y="4"/>
                    <a:pt x="126"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
            <p:cNvSpPr/>
            <p:nvPr/>
          </p:nvSpPr>
          <p:spPr>
            <a:xfrm>
              <a:off x="6868875" y="1463050"/>
              <a:ext cx="11425" cy="9975"/>
            </a:xfrm>
            <a:custGeom>
              <a:avLst/>
              <a:gdLst/>
              <a:ahLst/>
              <a:cxnLst/>
              <a:rect l="l" t="t" r="r" b="b"/>
              <a:pathLst>
                <a:path w="457" h="399" extrusionOk="0">
                  <a:moveTo>
                    <a:pt x="231" y="0"/>
                  </a:moveTo>
                  <a:cubicBezTo>
                    <a:pt x="137" y="0"/>
                    <a:pt x="66" y="65"/>
                    <a:pt x="46" y="164"/>
                  </a:cubicBezTo>
                  <a:cubicBezTo>
                    <a:pt x="0" y="256"/>
                    <a:pt x="69" y="370"/>
                    <a:pt x="183" y="393"/>
                  </a:cubicBezTo>
                  <a:cubicBezTo>
                    <a:pt x="198" y="396"/>
                    <a:pt x="214" y="398"/>
                    <a:pt x="230" y="398"/>
                  </a:cubicBezTo>
                  <a:cubicBezTo>
                    <a:pt x="309" y="398"/>
                    <a:pt x="392" y="351"/>
                    <a:pt x="411" y="256"/>
                  </a:cubicBezTo>
                  <a:cubicBezTo>
                    <a:pt x="457" y="141"/>
                    <a:pt x="388" y="50"/>
                    <a:pt x="274" y="4"/>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
            <p:cNvSpPr/>
            <p:nvPr/>
          </p:nvSpPr>
          <p:spPr>
            <a:xfrm>
              <a:off x="6204650" y="1726675"/>
              <a:ext cx="10875" cy="9375"/>
            </a:xfrm>
            <a:custGeom>
              <a:avLst/>
              <a:gdLst/>
              <a:ahLst/>
              <a:cxnLst/>
              <a:rect l="l" t="t" r="r" b="b"/>
              <a:pathLst>
                <a:path w="435" h="375" extrusionOk="0">
                  <a:moveTo>
                    <a:pt x="231" y="0"/>
                  </a:moveTo>
                  <a:cubicBezTo>
                    <a:pt x="137" y="0"/>
                    <a:pt x="66" y="62"/>
                    <a:pt x="46" y="142"/>
                  </a:cubicBezTo>
                  <a:cubicBezTo>
                    <a:pt x="0" y="233"/>
                    <a:pt x="69" y="347"/>
                    <a:pt x="160" y="370"/>
                  </a:cubicBezTo>
                  <a:cubicBezTo>
                    <a:pt x="175" y="373"/>
                    <a:pt x="190" y="374"/>
                    <a:pt x="204" y="374"/>
                  </a:cubicBezTo>
                  <a:cubicBezTo>
                    <a:pt x="297" y="374"/>
                    <a:pt x="369" y="312"/>
                    <a:pt x="388" y="233"/>
                  </a:cubicBezTo>
                  <a:cubicBezTo>
                    <a:pt x="434" y="142"/>
                    <a:pt x="366" y="28"/>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
            <p:cNvSpPr/>
            <p:nvPr/>
          </p:nvSpPr>
          <p:spPr>
            <a:xfrm>
              <a:off x="6218350" y="1478975"/>
              <a:ext cx="6300" cy="5475"/>
            </a:xfrm>
            <a:custGeom>
              <a:avLst/>
              <a:gdLst/>
              <a:ahLst/>
              <a:cxnLst/>
              <a:rect l="l" t="t" r="r" b="b"/>
              <a:pathLst>
                <a:path w="252" h="219" extrusionOk="0">
                  <a:moveTo>
                    <a:pt x="123" y="1"/>
                  </a:moveTo>
                  <a:cubicBezTo>
                    <a:pt x="69" y="1"/>
                    <a:pt x="23" y="38"/>
                    <a:pt x="23" y="75"/>
                  </a:cubicBezTo>
                  <a:cubicBezTo>
                    <a:pt x="0" y="144"/>
                    <a:pt x="46" y="212"/>
                    <a:pt x="92" y="212"/>
                  </a:cubicBezTo>
                  <a:cubicBezTo>
                    <a:pt x="104" y="216"/>
                    <a:pt x="117" y="218"/>
                    <a:pt x="129" y="218"/>
                  </a:cubicBezTo>
                  <a:cubicBezTo>
                    <a:pt x="183" y="218"/>
                    <a:pt x="228" y="181"/>
                    <a:pt x="228" y="144"/>
                  </a:cubicBezTo>
                  <a:cubicBezTo>
                    <a:pt x="251" y="75"/>
                    <a:pt x="228" y="7"/>
                    <a:pt x="160" y="7"/>
                  </a:cubicBezTo>
                  <a:cubicBezTo>
                    <a:pt x="147" y="2"/>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
            <p:cNvSpPr/>
            <p:nvPr/>
          </p:nvSpPr>
          <p:spPr>
            <a:xfrm>
              <a:off x="5850850" y="1546925"/>
              <a:ext cx="9725" cy="8825"/>
            </a:xfrm>
            <a:custGeom>
              <a:avLst/>
              <a:gdLst/>
              <a:ahLst/>
              <a:cxnLst/>
              <a:rect l="l" t="t" r="r" b="b"/>
              <a:pathLst>
                <a:path w="389" h="353" extrusionOk="0">
                  <a:moveTo>
                    <a:pt x="193" y="0"/>
                  </a:moveTo>
                  <a:cubicBezTo>
                    <a:pt x="115" y="0"/>
                    <a:pt x="43" y="62"/>
                    <a:pt x="24" y="142"/>
                  </a:cubicBezTo>
                  <a:cubicBezTo>
                    <a:pt x="1" y="233"/>
                    <a:pt x="69" y="324"/>
                    <a:pt x="160" y="347"/>
                  </a:cubicBezTo>
                  <a:cubicBezTo>
                    <a:pt x="176" y="351"/>
                    <a:pt x="191" y="353"/>
                    <a:pt x="206" y="353"/>
                  </a:cubicBezTo>
                  <a:cubicBezTo>
                    <a:pt x="280" y="353"/>
                    <a:pt x="347" y="305"/>
                    <a:pt x="366" y="210"/>
                  </a:cubicBezTo>
                  <a:cubicBezTo>
                    <a:pt x="389" y="119"/>
                    <a:pt x="343"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
            <p:cNvSpPr/>
            <p:nvPr/>
          </p:nvSpPr>
          <p:spPr>
            <a:xfrm>
              <a:off x="5838300" y="1502375"/>
              <a:ext cx="6300" cy="5300"/>
            </a:xfrm>
            <a:custGeom>
              <a:avLst/>
              <a:gdLst/>
              <a:ahLst/>
              <a:cxnLst/>
              <a:rect l="l" t="t" r="r" b="b"/>
              <a:pathLst>
                <a:path w="252" h="212" extrusionOk="0">
                  <a:moveTo>
                    <a:pt x="125" y="0"/>
                  </a:moveTo>
                  <a:cubicBezTo>
                    <a:pt x="76" y="0"/>
                    <a:pt x="42" y="38"/>
                    <a:pt x="23" y="75"/>
                  </a:cubicBezTo>
                  <a:cubicBezTo>
                    <a:pt x="1" y="143"/>
                    <a:pt x="46" y="189"/>
                    <a:pt x="92" y="212"/>
                  </a:cubicBezTo>
                  <a:cubicBezTo>
                    <a:pt x="160" y="212"/>
                    <a:pt x="206" y="189"/>
                    <a:pt x="229" y="121"/>
                  </a:cubicBezTo>
                  <a:cubicBezTo>
                    <a:pt x="252" y="75"/>
                    <a:pt x="206" y="6"/>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
            <p:cNvSpPr/>
            <p:nvPr/>
          </p:nvSpPr>
          <p:spPr>
            <a:xfrm>
              <a:off x="6180675" y="744000"/>
              <a:ext cx="7450" cy="7025"/>
            </a:xfrm>
            <a:custGeom>
              <a:avLst/>
              <a:gdLst/>
              <a:ahLst/>
              <a:cxnLst/>
              <a:rect l="l" t="t" r="r" b="b"/>
              <a:pathLst>
                <a:path w="298" h="281" extrusionOk="0">
                  <a:moveTo>
                    <a:pt x="147" y="1"/>
                  </a:moveTo>
                  <a:cubicBezTo>
                    <a:pt x="92" y="1"/>
                    <a:pt x="42" y="42"/>
                    <a:pt x="24" y="98"/>
                  </a:cubicBezTo>
                  <a:cubicBezTo>
                    <a:pt x="1" y="166"/>
                    <a:pt x="46" y="258"/>
                    <a:pt x="115" y="281"/>
                  </a:cubicBezTo>
                  <a:cubicBezTo>
                    <a:pt x="183" y="281"/>
                    <a:pt x="275" y="235"/>
                    <a:pt x="297" y="166"/>
                  </a:cubicBezTo>
                  <a:cubicBezTo>
                    <a:pt x="297" y="98"/>
                    <a:pt x="275"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
            <p:cNvSpPr/>
            <p:nvPr/>
          </p:nvSpPr>
          <p:spPr>
            <a:xfrm>
              <a:off x="6165275" y="635000"/>
              <a:ext cx="6300" cy="5900"/>
            </a:xfrm>
            <a:custGeom>
              <a:avLst/>
              <a:gdLst/>
              <a:ahLst/>
              <a:cxnLst/>
              <a:rect l="l" t="t" r="r" b="b"/>
              <a:pathLst>
                <a:path w="252" h="236" extrusionOk="0">
                  <a:moveTo>
                    <a:pt x="123" y="1"/>
                  </a:moveTo>
                  <a:cubicBezTo>
                    <a:pt x="69" y="1"/>
                    <a:pt x="23" y="38"/>
                    <a:pt x="23" y="76"/>
                  </a:cubicBezTo>
                  <a:cubicBezTo>
                    <a:pt x="0" y="144"/>
                    <a:pt x="46" y="212"/>
                    <a:pt x="92" y="235"/>
                  </a:cubicBezTo>
                  <a:cubicBezTo>
                    <a:pt x="160" y="235"/>
                    <a:pt x="229" y="212"/>
                    <a:pt x="252" y="144"/>
                  </a:cubicBezTo>
                  <a:cubicBezTo>
                    <a:pt x="252" y="76"/>
                    <a:pt x="229" y="30"/>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
            <p:cNvSpPr/>
            <p:nvPr/>
          </p:nvSpPr>
          <p:spPr>
            <a:xfrm>
              <a:off x="6252575" y="1253050"/>
              <a:ext cx="9725" cy="8800"/>
            </a:xfrm>
            <a:custGeom>
              <a:avLst/>
              <a:gdLst/>
              <a:ahLst/>
              <a:cxnLst/>
              <a:rect l="l" t="t" r="r" b="b"/>
              <a:pathLst>
                <a:path w="389" h="352" extrusionOk="0">
                  <a:moveTo>
                    <a:pt x="193" y="0"/>
                  </a:moveTo>
                  <a:cubicBezTo>
                    <a:pt x="115" y="0"/>
                    <a:pt x="43" y="62"/>
                    <a:pt x="24" y="142"/>
                  </a:cubicBezTo>
                  <a:cubicBezTo>
                    <a:pt x="1" y="233"/>
                    <a:pt x="69" y="324"/>
                    <a:pt x="161" y="347"/>
                  </a:cubicBezTo>
                  <a:cubicBezTo>
                    <a:pt x="170" y="350"/>
                    <a:pt x="179" y="352"/>
                    <a:pt x="190" y="352"/>
                  </a:cubicBezTo>
                  <a:cubicBezTo>
                    <a:pt x="257" y="352"/>
                    <a:pt x="346" y="290"/>
                    <a:pt x="366" y="210"/>
                  </a:cubicBezTo>
                  <a:cubicBezTo>
                    <a:pt x="389" y="119"/>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
            <p:cNvSpPr/>
            <p:nvPr/>
          </p:nvSpPr>
          <p:spPr>
            <a:xfrm>
              <a:off x="6334750" y="1376825"/>
              <a:ext cx="6875" cy="6450"/>
            </a:xfrm>
            <a:custGeom>
              <a:avLst/>
              <a:gdLst/>
              <a:ahLst/>
              <a:cxnLst/>
              <a:rect l="l" t="t" r="r" b="b"/>
              <a:pathLst>
                <a:path w="275" h="258" extrusionOk="0">
                  <a:moveTo>
                    <a:pt x="147" y="1"/>
                  </a:moveTo>
                  <a:cubicBezTo>
                    <a:pt x="92" y="1"/>
                    <a:pt x="42" y="42"/>
                    <a:pt x="23" y="98"/>
                  </a:cubicBezTo>
                  <a:cubicBezTo>
                    <a:pt x="1" y="167"/>
                    <a:pt x="46" y="235"/>
                    <a:pt x="115" y="258"/>
                  </a:cubicBezTo>
                  <a:cubicBezTo>
                    <a:pt x="183" y="258"/>
                    <a:pt x="252" y="235"/>
                    <a:pt x="252" y="167"/>
                  </a:cubicBezTo>
                  <a:cubicBezTo>
                    <a:pt x="274" y="98"/>
                    <a:pt x="229"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
            <p:cNvSpPr/>
            <p:nvPr/>
          </p:nvSpPr>
          <p:spPr>
            <a:xfrm>
              <a:off x="6214925" y="1197075"/>
              <a:ext cx="7425" cy="6600"/>
            </a:xfrm>
            <a:custGeom>
              <a:avLst/>
              <a:gdLst/>
              <a:ahLst/>
              <a:cxnLst/>
              <a:rect l="l" t="t" r="r" b="b"/>
              <a:pathLst>
                <a:path w="297" h="264" extrusionOk="0">
                  <a:moveTo>
                    <a:pt x="147" y="1"/>
                  </a:moveTo>
                  <a:cubicBezTo>
                    <a:pt x="92" y="1"/>
                    <a:pt x="42" y="42"/>
                    <a:pt x="23" y="98"/>
                  </a:cubicBezTo>
                  <a:cubicBezTo>
                    <a:pt x="0" y="167"/>
                    <a:pt x="46" y="235"/>
                    <a:pt x="114" y="258"/>
                  </a:cubicBezTo>
                  <a:cubicBezTo>
                    <a:pt x="127" y="262"/>
                    <a:pt x="139" y="264"/>
                    <a:pt x="151"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
            <p:cNvSpPr/>
            <p:nvPr/>
          </p:nvSpPr>
          <p:spPr>
            <a:xfrm>
              <a:off x="6338175" y="1347200"/>
              <a:ext cx="10875" cy="9950"/>
            </a:xfrm>
            <a:custGeom>
              <a:avLst/>
              <a:gdLst/>
              <a:ahLst/>
              <a:cxnLst/>
              <a:rect l="l" t="t" r="r" b="b"/>
              <a:pathLst>
                <a:path w="435" h="398" extrusionOk="0">
                  <a:moveTo>
                    <a:pt x="215" y="1"/>
                  </a:moveTo>
                  <a:cubicBezTo>
                    <a:pt x="132" y="1"/>
                    <a:pt x="43" y="65"/>
                    <a:pt x="23" y="165"/>
                  </a:cubicBezTo>
                  <a:cubicBezTo>
                    <a:pt x="1" y="256"/>
                    <a:pt x="69" y="370"/>
                    <a:pt x="160" y="393"/>
                  </a:cubicBezTo>
                  <a:cubicBezTo>
                    <a:pt x="175" y="396"/>
                    <a:pt x="190" y="397"/>
                    <a:pt x="204" y="397"/>
                  </a:cubicBezTo>
                  <a:cubicBezTo>
                    <a:pt x="298" y="397"/>
                    <a:pt x="372" y="335"/>
                    <a:pt x="411" y="256"/>
                  </a:cubicBezTo>
                  <a:cubicBezTo>
                    <a:pt x="434" y="142"/>
                    <a:pt x="366" y="51"/>
                    <a:pt x="252" y="5"/>
                  </a:cubicBezTo>
                  <a:cubicBezTo>
                    <a:pt x="240" y="2"/>
                    <a:pt x="228"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
            <p:cNvSpPr/>
            <p:nvPr/>
          </p:nvSpPr>
          <p:spPr>
            <a:xfrm>
              <a:off x="6325050" y="1316925"/>
              <a:ext cx="7450" cy="7025"/>
            </a:xfrm>
            <a:custGeom>
              <a:avLst/>
              <a:gdLst/>
              <a:ahLst/>
              <a:cxnLst/>
              <a:rect l="l" t="t" r="r" b="b"/>
              <a:pathLst>
                <a:path w="298" h="281" extrusionOk="0">
                  <a:moveTo>
                    <a:pt x="147" y="0"/>
                  </a:moveTo>
                  <a:cubicBezTo>
                    <a:pt x="92" y="0"/>
                    <a:pt x="42" y="41"/>
                    <a:pt x="23" y="98"/>
                  </a:cubicBezTo>
                  <a:cubicBezTo>
                    <a:pt x="1" y="189"/>
                    <a:pt x="46" y="257"/>
                    <a:pt x="115" y="280"/>
                  </a:cubicBezTo>
                  <a:cubicBezTo>
                    <a:pt x="206" y="280"/>
                    <a:pt x="274" y="234"/>
                    <a:pt x="297" y="166"/>
                  </a:cubicBezTo>
                  <a:cubicBezTo>
                    <a:pt x="297" y="98"/>
                    <a:pt x="252"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
            <p:cNvSpPr/>
            <p:nvPr/>
          </p:nvSpPr>
          <p:spPr>
            <a:xfrm>
              <a:off x="6260575" y="1249625"/>
              <a:ext cx="8575" cy="7700"/>
            </a:xfrm>
            <a:custGeom>
              <a:avLst/>
              <a:gdLst/>
              <a:ahLst/>
              <a:cxnLst/>
              <a:rect l="l" t="t" r="r" b="b"/>
              <a:pathLst>
                <a:path w="343" h="308" extrusionOk="0">
                  <a:moveTo>
                    <a:pt x="177" y="0"/>
                  </a:moveTo>
                  <a:cubicBezTo>
                    <a:pt x="114" y="0"/>
                    <a:pt x="43" y="60"/>
                    <a:pt x="23" y="119"/>
                  </a:cubicBezTo>
                  <a:cubicBezTo>
                    <a:pt x="0" y="210"/>
                    <a:pt x="46" y="302"/>
                    <a:pt x="137" y="302"/>
                  </a:cubicBezTo>
                  <a:cubicBezTo>
                    <a:pt x="153" y="306"/>
                    <a:pt x="169" y="307"/>
                    <a:pt x="183" y="307"/>
                  </a:cubicBezTo>
                  <a:cubicBezTo>
                    <a:pt x="251" y="307"/>
                    <a:pt x="301" y="267"/>
                    <a:pt x="320" y="210"/>
                  </a:cubicBezTo>
                  <a:cubicBezTo>
                    <a:pt x="343" y="119"/>
                    <a:pt x="297" y="28"/>
                    <a:pt x="206" y="5"/>
                  </a:cubicBezTo>
                  <a:cubicBezTo>
                    <a:pt x="197" y="2"/>
                    <a:pt x="187" y="0"/>
                    <a:pt x="17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
            <p:cNvSpPr/>
            <p:nvPr/>
          </p:nvSpPr>
          <p:spPr>
            <a:xfrm>
              <a:off x="5614625" y="837725"/>
              <a:ext cx="8000" cy="7575"/>
            </a:xfrm>
            <a:custGeom>
              <a:avLst/>
              <a:gdLst/>
              <a:ahLst/>
              <a:cxnLst/>
              <a:rect l="l" t="t" r="r" b="b"/>
              <a:pathLst>
                <a:path w="320" h="303" extrusionOk="0">
                  <a:moveTo>
                    <a:pt x="183" y="1"/>
                  </a:moveTo>
                  <a:cubicBezTo>
                    <a:pt x="114" y="1"/>
                    <a:pt x="46" y="47"/>
                    <a:pt x="23" y="115"/>
                  </a:cubicBezTo>
                  <a:cubicBezTo>
                    <a:pt x="0" y="184"/>
                    <a:pt x="46" y="275"/>
                    <a:pt x="114" y="298"/>
                  </a:cubicBezTo>
                  <a:cubicBezTo>
                    <a:pt x="126" y="301"/>
                    <a:pt x="138" y="302"/>
                    <a:pt x="150" y="302"/>
                  </a:cubicBezTo>
                  <a:cubicBezTo>
                    <a:pt x="223" y="302"/>
                    <a:pt x="277" y="243"/>
                    <a:pt x="297" y="184"/>
                  </a:cubicBezTo>
                  <a:cubicBezTo>
                    <a:pt x="320" y="115"/>
                    <a:pt x="274"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
            <p:cNvSpPr/>
            <p:nvPr/>
          </p:nvSpPr>
          <p:spPr>
            <a:xfrm>
              <a:off x="5655700" y="1408000"/>
              <a:ext cx="11425" cy="10200"/>
            </a:xfrm>
            <a:custGeom>
              <a:avLst/>
              <a:gdLst/>
              <a:ahLst/>
              <a:cxnLst/>
              <a:rect l="l" t="t" r="r" b="b"/>
              <a:pathLst>
                <a:path w="457" h="408" extrusionOk="0">
                  <a:moveTo>
                    <a:pt x="202" y="1"/>
                  </a:moveTo>
                  <a:cubicBezTo>
                    <a:pt x="116" y="1"/>
                    <a:pt x="41" y="62"/>
                    <a:pt x="23" y="152"/>
                  </a:cubicBezTo>
                  <a:cubicBezTo>
                    <a:pt x="0" y="266"/>
                    <a:pt x="69" y="380"/>
                    <a:pt x="183" y="403"/>
                  </a:cubicBezTo>
                  <a:cubicBezTo>
                    <a:pt x="195" y="406"/>
                    <a:pt x="207" y="408"/>
                    <a:pt x="220" y="408"/>
                  </a:cubicBezTo>
                  <a:cubicBezTo>
                    <a:pt x="303" y="408"/>
                    <a:pt x="391" y="346"/>
                    <a:pt x="411" y="266"/>
                  </a:cubicBezTo>
                  <a:cubicBezTo>
                    <a:pt x="457" y="152"/>
                    <a:pt x="388" y="38"/>
                    <a:pt x="274" y="15"/>
                  </a:cubicBezTo>
                  <a:cubicBezTo>
                    <a:pt x="250" y="5"/>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
            <p:cNvSpPr/>
            <p:nvPr/>
          </p:nvSpPr>
          <p:spPr>
            <a:xfrm>
              <a:off x="5660825" y="1394525"/>
              <a:ext cx="9175" cy="8300"/>
            </a:xfrm>
            <a:custGeom>
              <a:avLst/>
              <a:gdLst/>
              <a:ahLst/>
              <a:cxnLst/>
              <a:rect l="l" t="t" r="r" b="b"/>
              <a:pathLst>
                <a:path w="367" h="332" extrusionOk="0">
                  <a:moveTo>
                    <a:pt x="182" y="1"/>
                  </a:moveTo>
                  <a:cubicBezTo>
                    <a:pt x="109" y="1"/>
                    <a:pt x="43" y="45"/>
                    <a:pt x="24" y="121"/>
                  </a:cubicBezTo>
                  <a:cubicBezTo>
                    <a:pt x="1" y="212"/>
                    <a:pt x="47" y="303"/>
                    <a:pt x="138" y="326"/>
                  </a:cubicBezTo>
                  <a:cubicBezTo>
                    <a:pt x="154" y="330"/>
                    <a:pt x="169" y="332"/>
                    <a:pt x="184" y="332"/>
                  </a:cubicBezTo>
                  <a:cubicBezTo>
                    <a:pt x="258" y="332"/>
                    <a:pt x="324" y="288"/>
                    <a:pt x="343" y="212"/>
                  </a:cubicBezTo>
                  <a:cubicBezTo>
                    <a:pt x="366" y="121"/>
                    <a:pt x="320" y="29"/>
                    <a:pt x="229" y="6"/>
                  </a:cubicBezTo>
                  <a:cubicBezTo>
                    <a:pt x="213" y="3"/>
                    <a:pt x="198"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
            <p:cNvSpPr/>
            <p:nvPr/>
          </p:nvSpPr>
          <p:spPr>
            <a:xfrm>
              <a:off x="5673950" y="1387825"/>
              <a:ext cx="7450" cy="7025"/>
            </a:xfrm>
            <a:custGeom>
              <a:avLst/>
              <a:gdLst/>
              <a:ahLst/>
              <a:cxnLst/>
              <a:rect l="l" t="t" r="r" b="b"/>
              <a:pathLst>
                <a:path w="298" h="281" extrusionOk="0">
                  <a:moveTo>
                    <a:pt x="183" y="1"/>
                  </a:moveTo>
                  <a:cubicBezTo>
                    <a:pt x="115" y="1"/>
                    <a:pt x="24" y="46"/>
                    <a:pt x="1" y="115"/>
                  </a:cubicBezTo>
                  <a:cubicBezTo>
                    <a:pt x="1" y="183"/>
                    <a:pt x="47" y="274"/>
                    <a:pt x="115" y="274"/>
                  </a:cubicBezTo>
                  <a:cubicBezTo>
                    <a:pt x="127" y="278"/>
                    <a:pt x="140" y="280"/>
                    <a:pt x="153" y="280"/>
                  </a:cubicBezTo>
                  <a:cubicBezTo>
                    <a:pt x="213" y="280"/>
                    <a:pt x="275" y="239"/>
                    <a:pt x="275" y="183"/>
                  </a:cubicBezTo>
                  <a:cubicBezTo>
                    <a:pt x="298" y="115"/>
                    <a:pt x="252" y="23"/>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
            <p:cNvSpPr/>
            <p:nvPr/>
          </p:nvSpPr>
          <p:spPr>
            <a:xfrm>
              <a:off x="5683650" y="1376425"/>
              <a:ext cx="8025" cy="7425"/>
            </a:xfrm>
            <a:custGeom>
              <a:avLst/>
              <a:gdLst/>
              <a:ahLst/>
              <a:cxnLst/>
              <a:rect l="l" t="t" r="r" b="b"/>
              <a:pathLst>
                <a:path w="321" h="297" extrusionOk="0">
                  <a:moveTo>
                    <a:pt x="184" y="0"/>
                  </a:moveTo>
                  <a:cubicBezTo>
                    <a:pt x="115" y="0"/>
                    <a:pt x="24" y="46"/>
                    <a:pt x="24" y="114"/>
                  </a:cubicBezTo>
                  <a:cubicBezTo>
                    <a:pt x="1" y="183"/>
                    <a:pt x="47" y="274"/>
                    <a:pt x="115" y="297"/>
                  </a:cubicBezTo>
                  <a:cubicBezTo>
                    <a:pt x="184" y="297"/>
                    <a:pt x="275" y="251"/>
                    <a:pt x="298" y="183"/>
                  </a:cubicBezTo>
                  <a:cubicBezTo>
                    <a:pt x="320" y="114"/>
                    <a:pt x="275" y="23"/>
                    <a:pt x="18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
            <p:cNvSpPr/>
            <p:nvPr/>
          </p:nvSpPr>
          <p:spPr>
            <a:xfrm>
              <a:off x="5882250" y="1540025"/>
              <a:ext cx="5725" cy="5475"/>
            </a:xfrm>
            <a:custGeom>
              <a:avLst/>
              <a:gdLst/>
              <a:ahLst/>
              <a:cxnLst/>
              <a:rect l="l" t="t" r="r" b="b"/>
              <a:pathLst>
                <a:path w="229" h="219" extrusionOk="0">
                  <a:moveTo>
                    <a:pt x="110" y="1"/>
                  </a:moveTo>
                  <a:cubicBezTo>
                    <a:pt x="69" y="1"/>
                    <a:pt x="23" y="38"/>
                    <a:pt x="23" y="75"/>
                  </a:cubicBezTo>
                  <a:cubicBezTo>
                    <a:pt x="0" y="144"/>
                    <a:pt x="46" y="189"/>
                    <a:pt x="91" y="212"/>
                  </a:cubicBezTo>
                  <a:cubicBezTo>
                    <a:pt x="100" y="217"/>
                    <a:pt x="109" y="218"/>
                    <a:pt x="118" y="218"/>
                  </a:cubicBezTo>
                  <a:cubicBezTo>
                    <a:pt x="160" y="218"/>
                    <a:pt x="206" y="181"/>
                    <a:pt x="206" y="144"/>
                  </a:cubicBezTo>
                  <a:cubicBezTo>
                    <a:pt x="228" y="75"/>
                    <a:pt x="206" y="30"/>
                    <a:pt x="137" y="7"/>
                  </a:cubicBezTo>
                  <a:cubicBezTo>
                    <a:pt x="129" y="3"/>
                    <a:pt x="120"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
            <p:cNvSpPr/>
            <p:nvPr/>
          </p:nvSpPr>
          <p:spPr>
            <a:xfrm>
              <a:off x="6095650" y="988850"/>
              <a:ext cx="8600" cy="7700"/>
            </a:xfrm>
            <a:custGeom>
              <a:avLst/>
              <a:gdLst/>
              <a:ahLst/>
              <a:cxnLst/>
              <a:rect l="l" t="t" r="r" b="b"/>
              <a:pathLst>
                <a:path w="344" h="308" extrusionOk="0">
                  <a:moveTo>
                    <a:pt x="178" y="0"/>
                  </a:moveTo>
                  <a:cubicBezTo>
                    <a:pt x="114" y="0"/>
                    <a:pt x="43" y="60"/>
                    <a:pt x="24" y="119"/>
                  </a:cubicBezTo>
                  <a:cubicBezTo>
                    <a:pt x="1" y="210"/>
                    <a:pt x="46" y="301"/>
                    <a:pt x="138" y="301"/>
                  </a:cubicBezTo>
                  <a:cubicBezTo>
                    <a:pt x="154" y="305"/>
                    <a:pt x="169" y="307"/>
                    <a:pt x="184" y="307"/>
                  </a:cubicBezTo>
                  <a:cubicBezTo>
                    <a:pt x="252" y="307"/>
                    <a:pt x="302" y="266"/>
                    <a:pt x="320" y="210"/>
                  </a:cubicBezTo>
                  <a:cubicBezTo>
                    <a:pt x="343" y="119"/>
                    <a:pt x="297" y="28"/>
                    <a:pt x="206" y="5"/>
                  </a:cubicBezTo>
                  <a:cubicBezTo>
                    <a:pt x="197" y="2"/>
                    <a:pt x="187"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
            <p:cNvSpPr/>
            <p:nvPr/>
          </p:nvSpPr>
          <p:spPr>
            <a:xfrm>
              <a:off x="6099075" y="1000800"/>
              <a:ext cx="6875" cy="6025"/>
            </a:xfrm>
            <a:custGeom>
              <a:avLst/>
              <a:gdLst/>
              <a:ahLst/>
              <a:cxnLst/>
              <a:rect l="l" t="t" r="r" b="b"/>
              <a:pathLst>
                <a:path w="275" h="241" extrusionOk="0">
                  <a:moveTo>
                    <a:pt x="147" y="0"/>
                  </a:moveTo>
                  <a:cubicBezTo>
                    <a:pt x="92" y="0"/>
                    <a:pt x="42" y="41"/>
                    <a:pt x="24" y="97"/>
                  </a:cubicBezTo>
                  <a:cubicBezTo>
                    <a:pt x="1" y="166"/>
                    <a:pt x="46" y="234"/>
                    <a:pt x="115" y="234"/>
                  </a:cubicBezTo>
                  <a:cubicBezTo>
                    <a:pt x="127" y="238"/>
                    <a:pt x="139" y="240"/>
                    <a:pt x="151" y="240"/>
                  </a:cubicBezTo>
                  <a:cubicBezTo>
                    <a:pt x="205" y="240"/>
                    <a:pt x="252" y="199"/>
                    <a:pt x="252" y="143"/>
                  </a:cubicBezTo>
                  <a:cubicBezTo>
                    <a:pt x="275" y="97"/>
                    <a:pt x="229"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
            <p:cNvSpPr/>
            <p:nvPr/>
          </p:nvSpPr>
          <p:spPr>
            <a:xfrm>
              <a:off x="6043725" y="1023400"/>
              <a:ext cx="11450" cy="10200"/>
            </a:xfrm>
            <a:custGeom>
              <a:avLst/>
              <a:gdLst/>
              <a:ahLst/>
              <a:cxnLst/>
              <a:rect l="l" t="t" r="r" b="b"/>
              <a:pathLst>
                <a:path w="458" h="408" extrusionOk="0">
                  <a:moveTo>
                    <a:pt x="214" y="1"/>
                  </a:moveTo>
                  <a:cubicBezTo>
                    <a:pt x="138" y="1"/>
                    <a:pt x="59" y="62"/>
                    <a:pt x="23" y="152"/>
                  </a:cubicBezTo>
                  <a:cubicBezTo>
                    <a:pt x="1" y="266"/>
                    <a:pt x="69" y="380"/>
                    <a:pt x="183" y="403"/>
                  </a:cubicBezTo>
                  <a:cubicBezTo>
                    <a:pt x="198" y="406"/>
                    <a:pt x="213" y="407"/>
                    <a:pt x="228" y="407"/>
                  </a:cubicBezTo>
                  <a:cubicBezTo>
                    <a:pt x="326" y="407"/>
                    <a:pt x="415" y="345"/>
                    <a:pt x="434" y="266"/>
                  </a:cubicBezTo>
                  <a:cubicBezTo>
                    <a:pt x="457" y="152"/>
                    <a:pt x="389" y="38"/>
                    <a:pt x="275" y="15"/>
                  </a:cubicBezTo>
                  <a:cubicBezTo>
                    <a:pt x="255" y="5"/>
                    <a:pt x="235" y="1"/>
                    <a:pt x="21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
            <p:cNvSpPr/>
            <p:nvPr/>
          </p:nvSpPr>
          <p:spPr>
            <a:xfrm>
              <a:off x="6072825" y="1003800"/>
              <a:ext cx="5725" cy="5725"/>
            </a:xfrm>
            <a:custGeom>
              <a:avLst/>
              <a:gdLst/>
              <a:ahLst/>
              <a:cxnLst/>
              <a:rect l="l" t="t" r="r" b="b"/>
              <a:pathLst>
                <a:path w="229" h="229" extrusionOk="0">
                  <a:moveTo>
                    <a:pt x="138" y="0"/>
                  </a:moveTo>
                  <a:cubicBezTo>
                    <a:pt x="69" y="0"/>
                    <a:pt x="24" y="23"/>
                    <a:pt x="1" y="91"/>
                  </a:cubicBezTo>
                  <a:cubicBezTo>
                    <a:pt x="1" y="137"/>
                    <a:pt x="24" y="206"/>
                    <a:pt x="92" y="228"/>
                  </a:cubicBezTo>
                  <a:cubicBezTo>
                    <a:pt x="138" y="228"/>
                    <a:pt x="206" y="206"/>
                    <a:pt x="206" y="137"/>
                  </a:cubicBezTo>
                  <a:cubicBezTo>
                    <a:pt x="229" y="91"/>
                    <a:pt x="206" y="23"/>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
            <p:cNvSpPr/>
            <p:nvPr/>
          </p:nvSpPr>
          <p:spPr>
            <a:xfrm>
              <a:off x="6714225" y="1160000"/>
              <a:ext cx="7450" cy="6600"/>
            </a:xfrm>
            <a:custGeom>
              <a:avLst/>
              <a:gdLst/>
              <a:ahLst/>
              <a:cxnLst/>
              <a:rect l="l" t="t" r="r" b="b"/>
              <a:pathLst>
                <a:path w="298" h="264" extrusionOk="0">
                  <a:moveTo>
                    <a:pt x="145" y="0"/>
                  </a:moveTo>
                  <a:cubicBezTo>
                    <a:pt x="85" y="0"/>
                    <a:pt x="23" y="41"/>
                    <a:pt x="23" y="98"/>
                  </a:cubicBezTo>
                  <a:cubicBezTo>
                    <a:pt x="0" y="166"/>
                    <a:pt x="46" y="257"/>
                    <a:pt x="115" y="257"/>
                  </a:cubicBezTo>
                  <a:cubicBezTo>
                    <a:pt x="127" y="261"/>
                    <a:pt x="140" y="263"/>
                    <a:pt x="152" y="263"/>
                  </a:cubicBezTo>
                  <a:cubicBezTo>
                    <a:pt x="212" y="263"/>
                    <a:pt x="274" y="222"/>
                    <a:pt x="274" y="166"/>
                  </a:cubicBezTo>
                  <a:cubicBezTo>
                    <a:pt x="297" y="98"/>
                    <a:pt x="251" y="6"/>
                    <a:pt x="183" y="6"/>
                  </a:cubicBezTo>
                  <a:cubicBezTo>
                    <a:pt x="171" y="2"/>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
            <p:cNvSpPr/>
            <p:nvPr/>
          </p:nvSpPr>
          <p:spPr>
            <a:xfrm>
              <a:off x="6736475" y="1128025"/>
              <a:ext cx="6300" cy="5900"/>
            </a:xfrm>
            <a:custGeom>
              <a:avLst/>
              <a:gdLst/>
              <a:ahLst/>
              <a:cxnLst/>
              <a:rect l="l" t="t" r="r" b="b"/>
              <a:pathLst>
                <a:path w="252" h="236" extrusionOk="0">
                  <a:moveTo>
                    <a:pt x="123" y="1"/>
                  </a:moveTo>
                  <a:cubicBezTo>
                    <a:pt x="69" y="1"/>
                    <a:pt x="23" y="38"/>
                    <a:pt x="23" y="76"/>
                  </a:cubicBezTo>
                  <a:cubicBezTo>
                    <a:pt x="1" y="144"/>
                    <a:pt x="46" y="212"/>
                    <a:pt x="92" y="235"/>
                  </a:cubicBezTo>
                  <a:cubicBezTo>
                    <a:pt x="160" y="235"/>
                    <a:pt x="229" y="212"/>
                    <a:pt x="252" y="144"/>
                  </a:cubicBezTo>
                  <a:cubicBezTo>
                    <a:pt x="252" y="76"/>
                    <a:pt x="229"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
            <p:cNvSpPr/>
            <p:nvPr/>
          </p:nvSpPr>
          <p:spPr>
            <a:xfrm>
              <a:off x="5535875" y="1837025"/>
              <a:ext cx="8000" cy="6975"/>
            </a:xfrm>
            <a:custGeom>
              <a:avLst/>
              <a:gdLst/>
              <a:ahLst/>
              <a:cxnLst/>
              <a:rect l="l" t="t" r="r" b="b"/>
              <a:pathLst>
                <a:path w="320" h="279" extrusionOk="0">
                  <a:moveTo>
                    <a:pt x="149" y="0"/>
                  </a:moveTo>
                  <a:cubicBezTo>
                    <a:pt x="101" y="0"/>
                    <a:pt x="56" y="38"/>
                    <a:pt x="23" y="87"/>
                  </a:cubicBezTo>
                  <a:cubicBezTo>
                    <a:pt x="0" y="156"/>
                    <a:pt x="23" y="224"/>
                    <a:pt x="91" y="270"/>
                  </a:cubicBezTo>
                  <a:cubicBezTo>
                    <a:pt x="109" y="276"/>
                    <a:pt x="127" y="278"/>
                    <a:pt x="146" y="278"/>
                  </a:cubicBezTo>
                  <a:cubicBezTo>
                    <a:pt x="201" y="278"/>
                    <a:pt x="257" y="253"/>
                    <a:pt x="274" y="201"/>
                  </a:cubicBezTo>
                  <a:cubicBezTo>
                    <a:pt x="320" y="133"/>
                    <a:pt x="274" y="42"/>
                    <a:pt x="206" y="19"/>
                  </a:cubicBezTo>
                  <a:cubicBezTo>
                    <a:pt x="186" y="6"/>
                    <a:pt x="167" y="0"/>
                    <a:pt x="14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
            <p:cNvSpPr/>
            <p:nvPr/>
          </p:nvSpPr>
          <p:spPr>
            <a:xfrm>
              <a:off x="5753275" y="1807575"/>
              <a:ext cx="12000" cy="10400"/>
            </a:xfrm>
            <a:custGeom>
              <a:avLst/>
              <a:gdLst/>
              <a:ahLst/>
              <a:cxnLst/>
              <a:rect l="l" t="t" r="r" b="b"/>
              <a:pathLst>
                <a:path w="480" h="416" extrusionOk="0">
                  <a:moveTo>
                    <a:pt x="228" y="1"/>
                  </a:moveTo>
                  <a:cubicBezTo>
                    <a:pt x="160" y="1"/>
                    <a:pt x="93" y="47"/>
                    <a:pt x="46" y="124"/>
                  </a:cubicBezTo>
                  <a:cubicBezTo>
                    <a:pt x="1" y="215"/>
                    <a:pt x="46" y="352"/>
                    <a:pt x="160" y="398"/>
                  </a:cubicBezTo>
                  <a:cubicBezTo>
                    <a:pt x="185" y="410"/>
                    <a:pt x="211" y="416"/>
                    <a:pt x="237" y="416"/>
                  </a:cubicBezTo>
                  <a:cubicBezTo>
                    <a:pt x="310" y="416"/>
                    <a:pt x="384" y="374"/>
                    <a:pt x="434" y="307"/>
                  </a:cubicBezTo>
                  <a:cubicBezTo>
                    <a:pt x="480" y="193"/>
                    <a:pt x="434" y="78"/>
                    <a:pt x="320" y="33"/>
                  </a:cubicBezTo>
                  <a:cubicBezTo>
                    <a:pt x="291" y="11"/>
                    <a:pt x="259" y="1"/>
                    <a:pt x="2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
            <p:cNvSpPr/>
            <p:nvPr/>
          </p:nvSpPr>
          <p:spPr>
            <a:xfrm>
              <a:off x="5846850" y="1960850"/>
              <a:ext cx="9725" cy="8675"/>
            </a:xfrm>
            <a:custGeom>
              <a:avLst/>
              <a:gdLst/>
              <a:ahLst/>
              <a:cxnLst/>
              <a:rect l="l" t="t" r="r" b="b"/>
              <a:pathLst>
                <a:path w="389" h="347" extrusionOk="0">
                  <a:moveTo>
                    <a:pt x="195" y="1"/>
                  </a:moveTo>
                  <a:cubicBezTo>
                    <a:pt x="125" y="1"/>
                    <a:pt x="57" y="38"/>
                    <a:pt x="24" y="87"/>
                  </a:cubicBezTo>
                  <a:cubicBezTo>
                    <a:pt x="1" y="179"/>
                    <a:pt x="24" y="293"/>
                    <a:pt x="115" y="338"/>
                  </a:cubicBezTo>
                  <a:cubicBezTo>
                    <a:pt x="137" y="344"/>
                    <a:pt x="158" y="347"/>
                    <a:pt x="179" y="347"/>
                  </a:cubicBezTo>
                  <a:cubicBezTo>
                    <a:pt x="247" y="347"/>
                    <a:pt x="308" y="317"/>
                    <a:pt x="343" y="247"/>
                  </a:cubicBezTo>
                  <a:cubicBezTo>
                    <a:pt x="389" y="156"/>
                    <a:pt x="343" y="65"/>
                    <a:pt x="275" y="19"/>
                  </a:cubicBezTo>
                  <a:cubicBezTo>
                    <a:pt x="249" y="6"/>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
            <p:cNvSpPr/>
            <p:nvPr/>
          </p:nvSpPr>
          <p:spPr>
            <a:xfrm>
              <a:off x="5853150" y="1946600"/>
              <a:ext cx="10850" cy="9475"/>
            </a:xfrm>
            <a:custGeom>
              <a:avLst/>
              <a:gdLst/>
              <a:ahLst/>
              <a:cxnLst/>
              <a:rect l="l" t="t" r="r" b="b"/>
              <a:pathLst>
                <a:path w="434" h="379" extrusionOk="0">
                  <a:moveTo>
                    <a:pt x="220" y="0"/>
                  </a:moveTo>
                  <a:cubicBezTo>
                    <a:pt x="149" y="0"/>
                    <a:pt x="79" y="43"/>
                    <a:pt x="46" y="110"/>
                  </a:cubicBezTo>
                  <a:cubicBezTo>
                    <a:pt x="0" y="201"/>
                    <a:pt x="23" y="315"/>
                    <a:pt x="137" y="361"/>
                  </a:cubicBezTo>
                  <a:cubicBezTo>
                    <a:pt x="161" y="373"/>
                    <a:pt x="188" y="379"/>
                    <a:pt x="214" y="379"/>
                  </a:cubicBezTo>
                  <a:cubicBezTo>
                    <a:pt x="285" y="379"/>
                    <a:pt x="355" y="336"/>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
            <p:cNvSpPr/>
            <p:nvPr/>
          </p:nvSpPr>
          <p:spPr>
            <a:xfrm>
              <a:off x="5867400" y="1956850"/>
              <a:ext cx="9150" cy="7900"/>
            </a:xfrm>
            <a:custGeom>
              <a:avLst/>
              <a:gdLst/>
              <a:ahLst/>
              <a:cxnLst/>
              <a:rect l="l" t="t" r="r" b="b"/>
              <a:pathLst>
                <a:path w="366" h="316" extrusionOk="0">
                  <a:moveTo>
                    <a:pt x="176" y="1"/>
                  </a:moveTo>
                  <a:cubicBezTo>
                    <a:pt x="113" y="1"/>
                    <a:pt x="56" y="38"/>
                    <a:pt x="23" y="88"/>
                  </a:cubicBezTo>
                  <a:cubicBezTo>
                    <a:pt x="1" y="179"/>
                    <a:pt x="23" y="270"/>
                    <a:pt x="115" y="293"/>
                  </a:cubicBezTo>
                  <a:cubicBezTo>
                    <a:pt x="138" y="308"/>
                    <a:pt x="163" y="316"/>
                    <a:pt x="188" y="316"/>
                  </a:cubicBezTo>
                  <a:cubicBezTo>
                    <a:pt x="239" y="316"/>
                    <a:pt x="290" y="285"/>
                    <a:pt x="320" y="225"/>
                  </a:cubicBezTo>
                  <a:cubicBezTo>
                    <a:pt x="366" y="156"/>
                    <a:pt x="320" y="65"/>
                    <a:pt x="252" y="19"/>
                  </a:cubicBezTo>
                  <a:cubicBezTo>
                    <a:pt x="226" y="6"/>
                    <a:pt x="201" y="1"/>
                    <a:pt x="17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
            <p:cNvSpPr/>
            <p:nvPr/>
          </p:nvSpPr>
          <p:spPr>
            <a:xfrm>
              <a:off x="6384975" y="1916925"/>
              <a:ext cx="9725" cy="8675"/>
            </a:xfrm>
            <a:custGeom>
              <a:avLst/>
              <a:gdLst/>
              <a:ahLst/>
              <a:cxnLst/>
              <a:rect l="l" t="t" r="r" b="b"/>
              <a:pathLst>
                <a:path w="389" h="347" extrusionOk="0">
                  <a:moveTo>
                    <a:pt x="199" y="0"/>
                  </a:moveTo>
                  <a:cubicBezTo>
                    <a:pt x="135" y="0"/>
                    <a:pt x="79" y="38"/>
                    <a:pt x="46" y="87"/>
                  </a:cubicBezTo>
                  <a:cubicBezTo>
                    <a:pt x="0" y="178"/>
                    <a:pt x="46" y="292"/>
                    <a:pt x="114" y="338"/>
                  </a:cubicBezTo>
                  <a:cubicBezTo>
                    <a:pt x="136" y="343"/>
                    <a:pt x="159" y="346"/>
                    <a:pt x="181" y="346"/>
                  </a:cubicBezTo>
                  <a:cubicBezTo>
                    <a:pt x="254" y="346"/>
                    <a:pt x="325" y="316"/>
                    <a:pt x="343" y="247"/>
                  </a:cubicBezTo>
                  <a:cubicBezTo>
                    <a:pt x="388" y="155"/>
                    <a:pt x="365" y="64"/>
                    <a:pt x="274" y="18"/>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
            <p:cNvSpPr/>
            <p:nvPr/>
          </p:nvSpPr>
          <p:spPr>
            <a:xfrm>
              <a:off x="5665975" y="1677500"/>
              <a:ext cx="7450" cy="6150"/>
            </a:xfrm>
            <a:custGeom>
              <a:avLst/>
              <a:gdLst/>
              <a:ahLst/>
              <a:cxnLst/>
              <a:rect l="l" t="t" r="r" b="b"/>
              <a:pathLst>
                <a:path w="298" h="246" extrusionOk="0">
                  <a:moveTo>
                    <a:pt x="155" y="0"/>
                  </a:moveTo>
                  <a:cubicBezTo>
                    <a:pt x="106" y="0"/>
                    <a:pt x="63" y="26"/>
                    <a:pt x="46" y="77"/>
                  </a:cubicBezTo>
                  <a:cubicBezTo>
                    <a:pt x="0" y="123"/>
                    <a:pt x="23" y="191"/>
                    <a:pt x="92" y="237"/>
                  </a:cubicBezTo>
                  <a:cubicBezTo>
                    <a:pt x="109" y="243"/>
                    <a:pt x="126" y="246"/>
                    <a:pt x="142" y="246"/>
                  </a:cubicBezTo>
                  <a:cubicBezTo>
                    <a:pt x="191" y="246"/>
                    <a:pt x="234" y="220"/>
                    <a:pt x="251" y="169"/>
                  </a:cubicBezTo>
                  <a:cubicBezTo>
                    <a:pt x="297" y="123"/>
                    <a:pt x="251" y="32"/>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
            <p:cNvSpPr/>
            <p:nvPr/>
          </p:nvSpPr>
          <p:spPr>
            <a:xfrm>
              <a:off x="5416600" y="1791950"/>
              <a:ext cx="8025" cy="6975"/>
            </a:xfrm>
            <a:custGeom>
              <a:avLst/>
              <a:gdLst/>
              <a:ahLst/>
              <a:cxnLst/>
              <a:rect l="l" t="t" r="r" b="b"/>
              <a:pathLst>
                <a:path w="321" h="279" extrusionOk="0">
                  <a:moveTo>
                    <a:pt x="168" y="0"/>
                  </a:moveTo>
                  <a:cubicBezTo>
                    <a:pt x="115" y="0"/>
                    <a:pt x="63" y="38"/>
                    <a:pt x="46" y="87"/>
                  </a:cubicBezTo>
                  <a:cubicBezTo>
                    <a:pt x="1" y="156"/>
                    <a:pt x="23" y="224"/>
                    <a:pt x="92" y="270"/>
                  </a:cubicBezTo>
                  <a:cubicBezTo>
                    <a:pt x="109" y="275"/>
                    <a:pt x="128" y="278"/>
                    <a:pt x="146" y="278"/>
                  </a:cubicBezTo>
                  <a:cubicBezTo>
                    <a:pt x="202" y="278"/>
                    <a:pt x="257" y="253"/>
                    <a:pt x="275" y="201"/>
                  </a:cubicBezTo>
                  <a:cubicBezTo>
                    <a:pt x="320" y="133"/>
                    <a:pt x="297" y="41"/>
                    <a:pt x="229" y="19"/>
                  </a:cubicBezTo>
                  <a:cubicBezTo>
                    <a:pt x="210" y="6"/>
                    <a:pt x="189" y="0"/>
                    <a:pt x="16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
            <p:cNvSpPr/>
            <p:nvPr/>
          </p:nvSpPr>
          <p:spPr>
            <a:xfrm>
              <a:off x="5527300" y="1623050"/>
              <a:ext cx="11450" cy="10050"/>
            </a:xfrm>
            <a:custGeom>
              <a:avLst/>
              <a:gdLst/>
              <a:ahLst/>
              <a:cxnLst/>
              <a:rect l="l" t="t" r="r" b="b"/>
              <a:pathLst>
                <a:path w="458" h="402" extrusionOk="0">
                  <a:moveTo>
                    <a:pt x="240" y="0"/>
                  </a:moveTo>
                  <a:cubicBezTo>
                    <a:pt x="162" y="0"/>
                    <a:pt x="80" y="43"/>
                    <a:pt x="46" y="110"/>
                  </a:cubicBezTo>
                  <a:cubicBezTo>
                    <a:pt x="1" y="201"/>
                    <a:pt x="46" y="338"/>
                    <a:pt x="138" y="384"/>
                  </a:cubicBezTo>
                  <a:cubicBezTo>
                    <a:pt x="168" y="396"/>
                    <a:pt x="199" y="401"/>
                    <a:pt x="228" y="401"/>
                  </a:cubicBezTo>
                  <a:cubicBezTo>
                    <a:pt x="308" y="401"/>
                    <a:pt x="378" y="359"/>
                    <a:pt x="412" y="292"/>
                  </a:cubicBezTo>
                  <a:cubicBezTo>
                    <a:pt x="457" y="178"/>
                    <a:pt x="412" y="64"/>
                    <a:pt x="320" y="18"/>
                  </a:cubicBezTo>
                  <a:cubicBezTo>
                    <a:pt x="296" y="6"/>
                    <a:pt x="268" y="0"/>
                    <a:pt x="24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
            <p:cNvSpPr/>
            <p:nvPr/>
          </p:nvSpPr>
          <p:spPr>
            <a:xfrm>
              <a:off x="5461675" y="1860425"/>
              <a:ext cx="10300" cy="8925"/>
            </a:xfrm>
            <a:custGeom>
              <a:avLst/>
              <a:gdLst/>
              <a:ahLst/>
              <a:cxnLst/>
              <a:rect l="l" t="t" r="r" b="b"/>
              <a:pathLst>
                <a:path w="412" h="357" extrusionOk="0">
                  <a:moveTo>
                    <a:pt x="221" y="1"/>
                  </a:moveTo>
                  <a:cubicBezTo>
                    <a:pt x="150" y="1"/>
                    <a:pt x="80" y="43"/>
                    <a:pt x="47" y="110"/>
                  </a:cubicBezTo>
                  <a:cubicBezTo>
                    <a:pt x="1" y="178"/>
                    <a:pt x="47" y="293"/>
                    <a:pt x="138" y="338"/>
                  </a:cubicBezTo>
                  <a:cubicBezTo>
                    <a:pt x="162" y="350"/>
                    <a:pt x="188" y="356"/>
                    <a:pt x="214" y="356"/>
                  </a:cubicBezTo>
                  <a:cubicBezTo>
                    <a:pt x="284" y="356"/>
                    <a:pt x="349" y="314"/>
                    <a:pt x="366" y="247"/>
                  </a:cubicBezTo>
                  <a:cubicBezTo>
                    <a:pt x="412"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
            <p:cNvSpPr/>
            <p:nvPr/>
          </p:nvSpPr>
          <p:spPr>
            <a:xfrm>
              <a:off x="5465675" y="1813075"/>
              <a:ext cx="11450" cy="10050"/>
            </a:xfrm>
            <a:custGeom>
              <a:avLst/>
              <a:gdLst/>
              <a:ahLst/>
              <a:cxnLst/>
              <a:rect l="l" t="t" r="r" b="b"/>
              <a:pathLst>
                <a:path w="458" h="402" extrusionOk="0">
                  <a:moveTo>
                    <a:pt x="230" y="0"/>
                  </a:moveTo>
                  <a:cubicBezTo>
                    <a:pt x="150" y="0"/>
                    <a:pt x="80" y="43"/>
                    <a:pt x="46" y="109"/>
                  </a:cubicBezTo>
                  <a:cubicBezTo>
                    <a:pt x="1" y="201"/>
                    <a:pt x="46" y="338"/>
                    <a:pt x="138" y="383"/>
                  </a:cubicBezTo>
                  <a:cubicBezTo>
                    <a:pt x="162" y="396"/>
                    <a:pt x="190" y="401"/>
                    <a:pt x="218" y="401"/>
                  </a:cubicBezTo>
                  <a:cubicBezTo>
                    <a:pt x="296" y="401"/>
                    <a:pt x="378" y="359"/>
                    <a:pt x="411" y="292"/>
                  </a:cubicBezTo>
                  <a:cubicBezTo>
                    <a:pt x="457" y="178"/>
                    <a:pt x="411" y="64"/>
                    <a:pt x="320" y="18"/>
                  </a:cubicBezTo>
                  <a:cubicBezTo>
                    <a:pt x="290" y="6"/>
                    <a:pt x="259"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
            <p:cNvSpPr/>
            <p:nvPr/>
          </p:nvSpPr>
          <p:spPr>
            <a:xfrm>
              <a:off x="5555275" y="1755875"/>
              <a:ext cx="9725" cy="8600"/>
            </a:xfrm>
            <a:custGeom>
              <a:avLst/>
              <a:gdLst/>
              <a:ahLst/>
              <a:cxnLst/>
              <a:rect l="l" t="t" r="r" b="b"/>
              <a:pathLst>
                <a:path w="389" h="344" extrusionOk="0">
                  <a:moveTo>
                    <a:pt x="172" y="1"/>
                  </a:moveTo>
                  <a:cubicBezTo>
                    <a:pt x="114" y="1"/>
                    <a:pt x="53" y="31"/>
                    <a:pt x="23" y="92"/>
                  </a:cubicBezTo>
                  <a:cubicBezTo>
                    <a:pt x="0" y="183"/>
                    <a:pt x="23" y="298"/>
                    <a:pt x="114" y="320"/>
                  </a:cubicBezTo>
                  <a:cubicBezTo>
                    <a:pt x="145" y="336"/>
                    <a:pt x="175" y="343"/>
                    <a:pt x="204" y="343"/>
                  </a:cubicBezTo>
                  <a:cubicBezTo>
                    <a:pt x="261" y="343"/>
                    <a:pt x="312" y="313"/>
                    <a:pt x="343" y="252"/>
                  </a:cubicBezTo>
                  <a:cubicBezTo>
                    <a:pt x="388" y="161"/>
                    <a:pt x="343" y="69"/>
                    <a:pt x="251" y="24"/>
                  </a:cubicBezTo>
                  <a:cubicBezTo>
                    <a:pt x="228"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
            <p:cNvSpPr/>
            <p:nvPr/>
          </p:nvSpPr>
          <p:spPr>
            <a:xfrm>
              <a:off x="5503900" y="1639575"/>
              <a:ext cx="9725" cy="8475"/>
            </a:xfrm>
            <a:custGeom>
              <a:avLst/>
              <a:gdLst/>
              <a:ahLst/>
              <a:cxnLst/>
              <a:rect l="l" t="t" r="r" b="b"/>
              <a:pathLst>
                <a:path w="389" h="339" extrusionOk="0">
                  <a:moveTo>
                    <a:pt x="186" y="1"/>
                  </a:moveTo>
                  <a:cubicBezTo>
                    <a:pt x="125" y="1"/>
                    <a:pt x="57" y="38"/>
                    <a:pt x="24" y="88"/>
                  </a:cubicBezTo>
                  <a:cubicBezTo>
                    <a:pt x="1" y="179"/>
                    <a:pt x="24" y="293"/>
                    <a:pt x="115" y="316"/>
                  </a:cubicBezTo>
                  <a:cubicBezTo>
                    <a:pt x="138" y="331"/>
                    <a:pt x="166" y="339"/>
                    <a:pt x="195" y="339"/>
                  </a:cubicBezTo>
                  <a:cubicBezTo>
                    <a:pt x="252" y="339"/>
                    <a:pt x="313" y="308"/>
                    <a:pt x="343" y="248"/>
                  </a:cubicBezTo>
                  <a:cubicBezTo>
                    <a:pt x="389" y="156"/>
                    <a:pt x="343" y="65"/>
                    <a:pt x="252" y="19"/>
                  </a:cubicBezTo>
                  <a:cubicBezTo>
                    <a:pt x="233" y="7"/>
                    <a:pt x="210" y="1"/>
                    <a:pt x="18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
            <p:cNvSpPr/>
            <p:nvPr/>
          </p:nvSpPr>
          <p:spPr>
            <a:xfrm>
              <a:off x="5700775" y="1631850"/>
              <a:ext cx="7450" cy="6525"/>
            </a:xfrm>
            <a:custGeom>
              <a:avLst/>
              <a:gdLst/>
              <a:ahLst/>
              <a:cxnLst/>
              <a:rect l="l" t="t" r="r" b="b"/>
              <a:pathLst>
                <a:path w="298" h="261" extrusionOk="0">
                  <a:moveTo>
                    <a:pt x="155" y="0"/>
                  </a:moveTo>
                  <a:cubicBezTo>
                    <a:pt x="105" y="0"/>
                    <a:pt x="58" y="26"/>
                    <a:pt x="23" y="77"/>
                  </a:cubicBezTo>
                  <a:cubicBezTo>
                    <a:pt x="1" y="146"/>
                    <a:pt x="23" y="214"/>
                    <a:pt x="92" y="237"/>
                  </a:cubicBezTo>
                  <a:cubicBezTo>
                    <a:pt x="116" y="253"/>
                    <a:pt x="140" y="261"/>
                    <a:pt x="163" y="261"/>
                  </a:cubicBezTo>
                  <a:cubicBezTo>
                    <a:pt x="203" y="261"/>
                    <a:pt x="237" y="236"/>
                    <a:pt x="252" y="191"/>
                  </a:cubicBezTo>
                  <a:cubicBezTo>
                    <a:pt x="297" y="123"/>
                    <a:pt x="275" y="54"/>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
            <p:cNvSpPr/>
            <p:nvPr/>
          </p:nvSpPr>
          <p:spPr>
            <a:xfrm>
              <a:off x="5455400" y="1698275"/>
              <a:ext cx="10875" cy="9575"/>
            </a:xfrm>
            <a:custGeom>
              <a:avLst/>
              <a:gdLst/>
              <a:ahLst/>
              <a:cxnLst/>
              <a:rect l="l" t="t" r="r" b="b"/>
              <a:pathLst>
                <a:path w="435" h="383" extrusionOk="0">
                  <a:moveTo>
                    <a:pt x="207" y="0"/>
                  </a:moveTo>
                  <a:cubicBezTo>
                    <a:pt x="141" y="0"/>
                    <a:pt x="78" y="36"/>
                    <a:pt x="46" y="114"/>
                  </a:cubicBezTo>
                  <a:cubicBezTo>
                    <a:pt x="1" y="205"/>
                    <a:pt x="46" y="319"/>
                    <a:pt x="138" y="365"/>
                  </a:cubicBezTo>
                  <a:cubicBezTo>
                    <a:pt x="162" y="377"/>
                    <a:pt x="188" y="383"/>
                    <a:pt x="214" y="383"/>
                  </a:cubicBezTo>
                  <a:cubicBezTo>
                    <a:pt x="285" y="383"/>
                    <a:pt x="355" y="340"/>
                    <a:pt x="389" y="273"/>
                  </a:cubicBezTo>
                  <a:cubicBezTo>
                    <a:pt x="434" y="182"/>
                    <a:pt x="412" y="68"/>
                    <a:pt x="298" y="22"/>
                  </a:cubicBezTo>
                  <a:cubicBezTo>
                    <a:pt x="269" y="8"/>
                    <a:pt x="237"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
            <p:cNvSpPr/>
            <p:nvPr/>
          </p:nvSpPr>
          <p:spPr>
            <a:xfrm>
              <a:off x="5660275" y="1668550"/>
              <a:ext cx="8000" cy="7125"/>
            </a:xfrm>
            <a:custGeom>
              <a:avLst/>
              <a:gdLst/>
              <a:ahLst/>
              <a:cxnLst/>
              <a:rect l="l" t="t" r="r" b="b"/>
              <a:pathLst>
                <a:path w="320" h="285" extrusionOk="0">
                  <a:moveTo>
                    <a:pt x="150" y="1"/>
                  </a:moveTo>
                  <a:cubicBezTo>
                    <a:pt x="101" y="1"/>
                    <a:pt x="52" y="26"/>
                    <a:pt x="23" y="70"/>
                  </a:cubicBezTo>
                  <a:cubicBezTo>
                    <a:pt x="0" y="161"/>
                    <a:pt x="23" y="230"/>
                    <a:pt x="91" y="275"/>
                  </a:cubicBezTo>
                  <a:cubicBezTo>
                    <a:pt x="108" y="281"/>
                    <a:pt x="127" y="284"/>
                    <a:pt x="146" y="284"/>
                  </a:cubicBezTo>
                  <a:cubicBezTo>
                    <a:pt x="203" y="284"/>
                    <a:pt x="263" y="258"/>
                    <a:pt x="297" y="207"/>
                  </a:cubicBezTo>
                  <a:cubicBezTo>
                    <a:pt x="320" y="139"/>
                    <a:pt x="297" y="47"/>
                    <a:pt x="228" y="24"/>
                  </a:cubicBezTo>
                  <a:cubicBezTo>
                    <a:pt x="204" y="8"/>
                    <a:pt x="177" y="1"/>
                    <a:pt x="15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
            <p:cNvSpPr/>
            <p:nvPr/>
          </p:nvSpPr>
          <p:spPr>
            <a:xfrm>
              <a:off x="6747325" y="1892825"/>
              <a:ext cx="10850" cy="9175"/>
            </a:xfrm>
            <a:custGeom>
              <a:avLst/>
              <a:gdLst/>
              <a:ahLst/>
              <a:cxnLst/>
              <a:rect l="l" t="t" r="r" b="b"/>
              <a:pathLst>
                <a:path w="434" h="367" extrusionOk="0">
                  <a:moveTo>
                    <a:pt x="201" y="1"/>
                  </a:moveTo>
                  <a:cubicBezTo>
                    <a:pt x="137" y="1"/>
                    <a:pt x="76" y="31"/>
                    <a:pt x="46" y="92"/>
                  </a:cubicBezTo>
                  <a:cubicBezTo>
                    <a:pt x="0" y="184"/>
                    <a:pt x="23" y="298"/>
                    <a:pt x="137" y="343"/>
                  </a:cubicBezTo>
                  <a:cubicBezTo>
                    <a:pt x="168" y="358"/>
                    <a:pt x="201" y="366"/>
                    <a:pt x="233" y="366"/>
                  </a:cubicBezTo>
                  <a:cubicBezTo>
                    <a:pt x="297" y="366"/>
                    <a:pt x="358" y="336"/>
                    <a:pt x="388" y="275"/>
                  </a:cubicBezTo>
                  <a:cubicBezTo>
                    <a:pt x="434" y="161"/>
                    <a:pt x="388" y="69"/>
                    <a:pt x="297" y="24"/>
                  </a:cubicBezTo>
                  <a:cubicBezTo>
                    <a:pt x="267" y="9"/>
                    <a:pt x="234" y="1"/>
                    <a:pt x="2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
            <p:cNvSpPr/>
            <p:nvPr/>
          </p:nvSpPr>
          <p:spPr>
            <a:xfrm>
              <a:off x="5404050" y="1840450"/>
              <a:ext cx="12000" cy="10175"/>
            </a:xfrm>
            <a:custGeom>
              <a:avLst/>
              <a:gdLst/>
              <a:ahLst/>
              <a:cxnLst/>
              <a:rect l="l" t="t" r="r" b="b"/>
              <a:pathLst>
                <a:path w="480" h="407" extrusionOk="0">
                  <a:moveTo>
                    <a:pt x="252" y="1"/>
                  </a:moveTo>
                  <a:cubicBezTo>
                    <a:pt x="171" y="1"/>
                    <a:pt x="96" y="43"/>
                    <a:pt x="46" y="110"/>
                  </a:cubicBezTo>
                  <a:cubicBezTo>
                    <a:pt x="0" y="224"/>
                    <a:pt x="46" y="338"/>
                    <a:pt x="160" y="384"/>
                  </a:cubicBezTo>
                  <a:cubicBezTo>
                    <a:pt x="189" y="398"/>
                    <a:pt x="223" y="406"/>
                    <a:pt x="256" y="406"/>
                  </a:cubicBezTo>
                  <a:cubicBezTo>
                    <a:pt x="329" y="406"/>
                    <a:pt x="403" y="371"/>
                    <a:pt x="434" y="293"/>
                  </a:cubicBezTo>
                  <a:cubicBezTo>
                    <a:pt x="480" y="201"/>
                    <a:pt x="434" y="64"/>
                    <a:pt x="343" y="19"/>
                  </a:cubicBezTo>
                  <a:cubicBezTo>
                    <a:pt x="312" y="7"/>
                    <a:pt x="282" y="1"/>
                    <a:pt x="2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
            <p:cNvSpPr/>
            <p:nvPr/>
          </p:nvSpPr>
          <p:spPr>
            <a:xfrm>
              <a:off x="5437725" y="1862025"/>
              <a:ext cx="8000" cy="5725"/>
            </a:xfrm>
            <a:custGeom>
              <a:avLst/>
              <a:gdLst/>
              <a:ahLst/>
              <a:cxnLst/>
              <a:rect l="l" t="t" r="r" b="b"/>
              <a:pathLst>
                <a:path w="320" h="229" extrusionOk="0">
                  <a:moveTo>
                    <a:pt x="127" y="0"/>
                  </a:moveTo>
                  <a:cubicBezTo>
                    <a:pt x="71" y="0"/>
                    <a:pt x="15" y="31"/>
                    <a:pt x="0" y="92"/>
                  </a:cubicBezTo>
                  <a:lnTo>
                    <a:pt x="297" y="229"/>
                  </a:lnTo>
                  <a:cubicBezTo>
                    <a:pt x="320" y="160"/>
                    <a:pt x="297" y="46"/>
                    <a:pt x="206" y="23"/>
                  </a:cubicBezTo>
                  <a:cubicBezTo>
                    <a:pt x="183" y="8"/>
                    <a:pt x="155" y="0"/>
                    <a:pt x="12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
            <p:cNvSpPr/>
            <p:nvPr/>
          </p:nvSpPr>
          <p:spPr>
            <a:xfrm>
              <a:off x="5393200" y="1309200"/>
              <a:ext cx="10300" cy="9250"/>
            </a:xfrm>
            <a:custGeom>
              <a:avLst/>
              <a:gdLst/>
              <a:ahLst/>
              <a:cxnLst/>
              <a:rect l="l" t="t" r="r" b="b"/>
              <a:pathLst>
                <a:path w="412" h="370" extrusionOk="0">
                  <a:moveTo>
                    <a:pt x="221" y="1"/>
                  </a:moveTo>
                  <a:cubicBezTo>
                    <a:pt x="150" y="1"/>
                    <a:pt x="80" y="43"/>
                    <a:pt x="46" y="110"/>
                  </a:cubicBezTo>
                  <a:cubicBezTo>
                    <a:pt x="1" y="201"/>
                    <a:pt x="46" y="315"/>
                    <a:pt x="138" y="361"/>
                  </a:cubicBezTo>
                  <a:cubicBezTo>
                    <a:pt x="159" y="366"/>
                    <a:pt x="181" y="369"/>
                    <a:pt x="202" y="369"/>
                  </a:cubicBezTo>
                  <a:cubicBezTo>
                    <a:pt x="270" y="369"/>
                    <a:pt x="331" y="339"/>
                    <a:pt x="366" y="270"/>
                  </a:cubicBezTo>
                  <a:cubicBezTo>
                    <a:pt x="412" y="178"/>
                    <a:pt x="389" y="64"/>
                    <a:pt x="298" y="18"/>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
            <p:cNvSpPr/>
            <p:nvPr/>
          </p:nvSpPr>
          <p:spPr>
            <a:xfrm>
              <a:off x="5412600" y="1296075"/>
              <a:ext cx="10875" cy="9250"/>
            </a:xfrm>
            <a:custGeom>
              <a:avLst/>
              <a:gdLst/>
              <a:ahLst/>
              <a:cxnLst/>
              <a:rect l="l" t="t" r="r" b="b"/>
              <a:pathLst>
                <a:path w="435" h="370" extrusionOk="0">
                  <a:moveTo>
                    <a:pt x="221" y="1"/>
                  </a:moveTo>
                  <a:cubicBezTo>
                    <a:pt x="150" y="1"/>
                    <a:pt x="80" y="43"/>
                    <a:pt x="47" y="110"/>
                  </a:cubicBezTo>
                  <a:cubicBezTo>
                    <a:pt x="1" y="201"/>
                    <a:pt x="47" y="315"/>
                    <a:pt x="138" y="361"/>
                  </a:cubicBezTo>
                  <a:cubicBezTo>
                    <a:pt x="159" y="366"/>
                    <a:pt x="182" y="369"/>
                    <a:pt x="205" y="369"/>
                  </a:cubicBezTo>
                  <a:cubicBezTo>
                    <a:pt x="279" y="369"/>
                    <a:pt x="354" y="339"/>
                    <a:pt x="389" y="270"/>
                  </a:cubicBezTo>
                  <a:cubicBezTo>
                    <a:pt x="435"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
            <p:cNvSpPr/>
            <p:nvPr/>
          </p:nvSpPr>
          <p:spPr>
            <a:xfrm>
              <a:off x="5279075" y="1423000"/>
              <a:ext cx="8600" cy="7650"/>
            </a:xfrm>
            <a:custGeom>
              <a:avLst/>
              <a:gdLst/>
              <a:ahLst/>
              <a:cxnLst/>
              <a:rect l="l" t="t" r="r" b="b"/>
              <a:pathLst>
                <a:path w="344" h="306" extrusionOk="0">
                  <a:moveTo>
                    <a:pt x="174" y="0"/>
                  </a:moveTo>
                  <a:cubicBezTo>
                    <a:pt x="118" y="0"/>
                    <a:pt x="58" y="26"/>
                    <a:pt x="24" y="77"/>
                  </a:cubicBezTo>
                  <a:cubicBezTo>
                    <a:pt x="1" y="168"/>
                    <a:pt x="24" y="260"/>
                    <a:pt x="92" y="283"/>
                  </a:cubicBezTo>
                  <a:cubicBezTo>
                    <a:pt x="122" y="298"/>
                    <a:pt x="153" y="305"/>
                    <a:pt x="181" y="305"/>
                  </a:cubicBezTo>
                  <a:cubicBezTo>
                    <a:pt x="237" y="305"/>
                    <a:pt x="282" y="275"/>
                    <a:pt x="297" y="214"/>
                  </a:cubicBezTo>
                  <a:cubicBezTo>
                    <a:pt x="343" y="146"/>
                    <a:pt x="297" y="54"/>
                    <a:pt x="229" y="9"/>
                  </a:cubicBezTo>
                  <a:cubicBezTo>
                    <a:pt x="212"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
            <p:cNvSpPr/>
            <p:nvPr/>
          </p:nvSpPr>
          <p:spPr>
            <a:xfrm>
              <a:off x="5434300" y="1240400"/>
              <a:ext cx="9150" cy="7850"/>
            </a:xfrm>
            <a:custGeom>
              <a:avLst/>
              <a:gdLst/>
              <a:ahLst/>
              <a:cxnLst/>
              <a:rect l="l" t="t" r="r" b="b"/>
              <a:pathLst>
                <a:path w="366" h="314" extrusionOk="0">
                  <a:moveTo>
                    <a:pt x="197" y="0"/>
                  </a:moveTo>
                  <a:cubicBezTo>
                    <a:pt x="140" y="0"/>
                    <a:pt x="80" y="26"/>
                    <a:pt x="46" y="77"/>
                  </a:cubicBezTo>
                  <a:cubicBezTo>
                    <a:pt x="0" y="168"/>
                    <a:pt x="46" y="260"/>
                    <a:pt x="114" y="305"/>
                  </a:cubicBezTo>
                  <a:cubicBezTo>
                    <a:pt x="131" y="311"/>
                    <a:pt x="149" y="314"/>
                    <a:pt x="169" y="314"/>
                  </a:cubicBezTo>
                  <a:cubicBezTo>
                    <a:pt x="232" y="314"/>
                    <a:pt x="302" y="284"/>
                    <a:pt x="320" y="214"/>
                  </a:cubicBezTo>
                  <a:cubicBezTo>
                    <a:pt x="365" y="146"/>
                    <a:pt x="320" y="54"/>
                    <a:pt x="251" y="9"/>
                  </a:cubicBezTo>
                  <a:cubicBezTo>
                    <a:pt x="234"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
            <p:cNvSpPr/>
            <p:nvPr/>
          </p:nvSpPr>
          <p:spPr>
            <a:xfrm>
              <a:off x="5283075" y="1674400"/>
              <a:ext cx="11450" cy="10150"/>
            </a:xfrm>
            <a:custGeom>
              <a:avLst/>
              <a:gdLst/>
              <a:ahLst/>
              <a:cxnLst/>
              <a:rect l="l" t="t" r="r" b="b"/>
              <a:pathLst>
                <a:path w="458" h="406" extrusionOk="0">
                  <a:moveTo>
                    <a:pt x="239" y="1"/>
                  </a:moveTo>
                  <a:cubicBezTo>
                    <a:pt x="162" y="1"/>
                    <a:pt x="80" y="43"/>
                    <a:pt x="46" y="110"/>
                  </a:cubicBezTo>
                  <a:cubicBezTo>
                    <a:pt x="1" y="224"/>
                    <a:pt x="46" y="338"/>
                    <a:pt x="137" y="384"/>
                  </a:cubicBezTo>
                  <a:cubicBezTo>
                    <a:pt x="174" y="398"/>
                    <a:pt x="210" y="406"/>
                    <a:pt x="244" y="406"/>
                  </a:cubicBezTo>
                  <a:cubicBezTo>
                    <a:pt x="317" y="406"/>
                    <a:pt x="380" y="371"/>
                    <a:pt x="411" y="293"/>
                  </a:cubicBezTo>
                  <a:cubicBezTo>
                    <a:pt x="457" y="201"/>
                    <a:pt x="411" y="64"/>
                    <a:pt x="320" y="19"/>
                  </a:cubicBezTo>
                  <a:cubicBezTo>
                    <a:pt x="296" y="6"/>
                    <a:pt x="268" y="1"/>
                    <a:pt x="23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
            <p:cNvSpPr/>
            <p:nvPr/>
          </p:nvSpPr>
          <p:spPr>
            <a:xfrm>
              <a:off x="5496500" y="1491800"/>
              <a:ext cx="10300" cy="8925"/>
            </a:xfrm>
            <a:custGeom>
              <a:avLst/>
              <a:gdLst/>
              <a:ahLst/>
              <a:cxnLst/>
              <a:rect l="l" t="t" r="r" b="b"/>
              <a:pathLst>
                <a:path w="412" h="357" extrusionOk="0">
                  <a:moveTo>
                    <a:pt x="202" y="1"/>
                  </a:moveTo>
                  <a:cubicBezTo>
                    <a:pt x="137" y="1"/>
                    <a:pt x="79" y="43"/>
                    <a:pt x="46" y="110"/>
                  </a:cubicBezTo>
                  <a:cubicBezTo>
                    <a:pt x="0" y="178"/>
                    <a:pt x="46" y="292"/>
                    <a:pt x="114" y="338"/>
                  </a:cubicBezTo>
                  <a:cubicBezTo>
                    <a:pt x="139" y="350"/>
                    <a:pt x="165" y="356"/>
                    <a:pt x="191" y="356"/>
                  </a:cubicBezTo>
                  <a:cubicBezTo>
                    <a:pt x="262" y="356"/>
                    <a:pt x="332" y="314"/>
                    <a:pt x="365" y="247"/>
                  </a:cubicBezTo>
                  <a:cubicBezTo>
                    <a:pt x="411" y="156"/>
                    <a:pt x="365" y="64"/>
                    <a:pt x="274" y="19"/>
                  </a:cubicBezTo>
                  <a:cubicBezTo>
                    <a:pt x="250" y="6"/>
                    <a:pt x="225"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
            <p:cNvSpPr/>
            <p:nvPr/>
          </p:nvSpPr>
          <p:spPr>
            <a:xfrm>
              <a:off x="5640875" y="1408500"/>
              <a:ext cx="10850" cy="9575"/>
            </a:xfrm>
            <a:custGeom>
              <a:avLst/>
              <a:gdLst/>
              <a:ahLst/>
              <a:cxnLst/>
              <a:rect l="l" t="t" r="r" b="b"/>
              <a:pathLst>
                <a:path w="434" h="383" extrusionOk="0">
                  <a:moveTo>
                    <a:pt x="220" y="0"/>
                  </a:moveTo>
                  <a:cubicBezTo>
                    <a:pt x="149" y="0"/>
                    <a:pt x="79" y="43"/>
                    <a:pt x="46" y="109"/>
                  </a:cubicBezTo>
                  <a:cubicBezTo>
                    <a:pt x="0" y="201"/>
                    <a:pt x="46" y="315"/>
                    <a:pt x="137" y="360"/>
                  </a:cubicBezTo>
                  <a:cubicBezTo>
                    <a:pt x="166" y="375"/>
                    <a:pt x="197" y="383"/>
                    <a:pt x="228" y="383"/>
                  </a:cubicBezTo>
                  <a:cubicBezTo>
                    <a:pt x="294" y="383"/>
                    <a:pt x="357" y="347"/>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
            <p:cNvSpPr/>
            <p:nvPr/>
          </p:nvSpPr>
          <p:spPr>
            <a:xfrm>
              <a:off x="5762400" y="1344825"/>
              <a:ext cx="9150" cy="8100"/>
            </a:xfrm>
            <a:custGeom>
              <a:avLst/>
              <a:gdLst/>
              <a:ahLst/>
              <a:cxnLst/>
              <a:rect l="l" t="t" r="r" b="b"/>
              <a:pathLst>
                <a:path w="366" h="324" extrusionOk="0">
                  <a:moveTo>
                    <a:pt x="198" y="0"/>
                  </a:moveTo>
                  <a:cubicBezTo>
                    <a:pt x="135" y="0"/>
                    <a:pt x="64" y="30"/>
                    <a:pt x="46" y="100"/>
                  </a:cubicBezTo>
                  <a:cubicBezTo>
                    <a:pt x="1" y="168"/>
                    <a:pt x="24" y="283"/>
                    <a:pt x="115" y="305"/>
                  </a:cubicBezTo>
                  <a:cubicBezTo>
                    <a:pt x="140" y="318"/>
                    <a:pt x="166" y="324"/>
                    <a:pt x="190" y="324"/>
                  </a:cubicBezTo>
                  <a:cubicBezTo>
                    <a:pt x="254" y="324"/>
                    <a:pt x="310" y="286"/>
                    <a:pt x="343" y="237"/>
                  </a:cubicBezTo>
                  <a:cubicBezTo>
                    <a:pt x="366" y="146"/>
                    <a:pt x="343" y="54"/>
                    <a:pt x="252" y="9"/>
                  </a:cubicBezTo>
                  <a:cubicBezTo>
                    <a:pt x="236" y="3"/>
                    <a:pt x="217" y="0"/>
                    <a:pt x="19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
            <p:cNvSpPr/>
            <p:nvPr/>
          </p:nvSpPr>
          <p:spPr>
            <a:xfrm>
              <a:off x="5733875" y="1357700"/>
              <a:ext cx="11450" cy="10150"/>
            </a:xfrm>
            <a:custGeom>
              <a:avLst/>
              <a:gdLst/>
              <a:ahLst/>
              <a:cxnLst/>
              <a:rect l="l" t="t" r="r" b="b"/>
              <a:pathLst>
                <a:path w="458" h="406" extrusionOk="0">
                  <a:moveTo>
                    <a:pt x="230" y="1"/>
                  </a:moveTo>
                  <a:cubicBezTo>
                    <a:pt x="150" y="1"/>
                    <a:pt x="80" y="43"/>
                    <a:pt x="46" y="110"/>
                  </a:cubicBezTo>
                  <a:cubicBezTo>
                    <a:pt x="1" y="224"/>
                    <a:pt x="46" y="338"/>
                    <a:pt x="137" y="384"/>
                  </a:cubicBezTo>
                  <a:cubicBezTo>
                    <a:pt x="166" y="398"/>
                    <a:pt x="200" y="406"/>
                    <a:pt x="234" y="406"/>
                  </a:cubicBezTo>
                  <a:cubicBezTo>
                    <a:pt x="306" y="406"/>
                    <a:pt x="380" y="371"/>
                    <a:pt x="411" y="293"/>
                  </a:cubicBezTo>
                  <a:cubicBezTo>
                    <a:pt x="457" y="201"/>
                    <a:pt x="411" y="64"/>
                    <a:pt x="320" y="19"/>
                  </a:cubicBezTo>
                  <a:cubicBezTo>
                    <a:pt x="289"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
            <p:cNvSpPr/>
            <p:nvPr/>
          </p:nvSpPr>
          <p:spPr>
            <a:xfrm>
              <a:off x="5775525" y="1357000"/>
              <a:ext cx="6875" cy="5950"/>
            </a:xfrm>
            <a:custGeom>
              <a:avLst/>
              <a:gdLst/>
              <a:ahLst/>
              <a:cxnLst/>
              <a:rect l="l" t="t" r="r" b="b"/>
              <a:pathLst>
                <a:path w="275" h="238" extrusionOk="0">
                  <a:moveTo>
                    <a:pt x="129" y="0"/>
                  </a:moveTo>
                  <a:cubicBezTo>
                    <a:pt x="95" y="0"/>
                    <a:pt x="61" y="25"/>
                    <a:pt x="46" y="69"/>
                  </a:cubicBezTo>
                  <a:cubicBezTo>
                    <a:pt x="1" y="115"/>
                    <a:pt x="24" y="184"/>
                    <a:pt x="92" y="229"/>
                  </a:cubicBezTo>
                  <a:cubicBezTo>
                    <a:pt x="103" y="235"/>
                    <a:pt x="116" y="238"/>
                    <a:pt x="130" y="238"/>
                  </a:cubicBezTo>
                  <a:cubicBezTo>
                    <a:pt x="171" y="238"/>
                    <a:pt x="218" y="212"/>
                    <a:pt x="252" y="161"/>
                  </a:cubicBezTo>
                  <a:cubicBezTo>
                    <a:pt x="275" y="115"/>
                    <a:pt x="252" y="47"/>
                    <a:pt x="183" y="24"/>
                  </a:cubicBezTo>
                  <a:cubicBezTo>
                    <a:pt x="167" y="8"/>
                    <a:pt x="148"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
            <p:cNvSpPr/>
            <p:nvPr/>
          </p:nvSpPr>
          <p:spPr>
            <a:xfrm>
              <a:off x="5747000" y="1368775"/>
              <a:ext cx="8025" cy="6975"/>
            </a:xfrm>
            <a:custGeom>
              <a:avLst/>
              <a:gdLst/>
              <a:ahLst/>
              <a:cxnLst/>
              <a:rect l="l" t="t" r="r" b="b"/>
              <a:pathLst>
                <a:path w="321" h="279" extrusionOk="0">
                  <a:moveTo>
                    <a:pt x="175" y="1"/>
                  </a:moveTo>
                  <a:cubicBezTo>
                    <a:pt x="119" y="1"/>
                    <a:pt x="63" y="26"/>
                    <a:pt x="46" y="78"/>
                  </a:cubicBezTo>
                  <a:cubicBezTo>
                    <a:pt x="1" y="146"/>
                    <a:pt x="46" y="238"/>
                    <a:pt x="115" y="260"/>
                  </a:cubicBezTo>
                  <a:cubicBezTo>
                    <a:pt x="134" y="273"/>
                    <a:pt x="153" y="279"/>
                    <a:pt x="172" y="279"/>
                  </a:cubicBezTo>
                  <a:cubicBezTo>
                    <a:pt x="220" y="279"/>
                    <a:pt x="264" y="241"/>
                    <a:pt x="297" y="192"/>
                  </a:cubicBezTo>
                  <a:cubicBezTo>
                    <a:pt x="320" y="123"/>
                    <a:pt x="297" y="55"/>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
            <p:cNvSpPr/>
            <p:nvPr/>
          </p:nvSpPr>
          <p:spPr>
            <a:xfrm>
              <a:off x="5304750" y="1697675"/>
              <a:ext cx="10300" cy="9025"/>
            </a:xfrm>
            <a:custGeom>
              <a:avLst/>
              <a:gdLst/>
              <a:ahLst/>
              <a:cxnLst/>
              <a:rect l="l" t="t" r="r" b="b"/>
              <a:pathLst>
                <a:path w="412" h="361" extrusionOk="0">
                  <a:moveTo>
                    <a:pt x="180" y="1"/>
                  </a:moveTo>
                  <a:cubicBezTo>
                    <a:pt x="118" y="1"/>
                    <a:pt x="62" y="31"/>
                    <a:pt x="47" y="92"/>
                  </a:cubicBezTo>
                  <a:cubicBezTo>
                    <a:pt x="1" y="183"/>
                    <a:pt x="24" y="297"/>
                    <a:pt x="115" y="343"/>
                  </a:cubicBezTo>
                  <a:cubicBezTo>
                    <a:pt x="139" y="355"/>
                    <a:pt x="166" y="361"/>
                    <a:pt x="192" y="361"/>
                  </a:cubicBezTo>
                  <a:cubicBezTo>
                    <a:pt x="263" y="361"/>
                    <a:pt x="333" y="319"/>
                    <a:pt x="366" y="252"/>
                  </a:cubicBezTo>
                  <a:cubicBezTo>
                    <a:pt x="412" y="160"/>
                    <a:pt x="366" y="69"/>
                    <a:pt x="275" y="23"/>
                  </a:cubicBezTo>
                  <a:cubicBezTo>
                    <a:pt x="244" y="8"/>
                    <a:pt x="211" y="1"/>
                    <a:pt x="18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
            <p:cNvSpPr/>
            <p:nvPr/>
          </p:nvSpPr>
          <p:spPr>
            <a:xfrm>
              <a:off x="5763550" y="1498550"/>
              <a:ext cx="11425" cy="9950"/>
            </a:xfrm>
            <a:custGeom>
              <a:avLst/>
              <a:gdLst/>
              <a:ahLst/>
              <a:cxnLst/>
              <a:rect l="l" t="t" r="r" b="b"/>
              <a:pathLst>
                <a:path w="457" h="398" extrusionOk="0">
                  <a:moveTo>
                    <a:pt x="214" y="0"/>
                  </a:moveTo>
                  <a:cubicBezTo>
                    <a:pt x="140" y="0"/>
                    <a:pt x="77" y="36"/>
                    <a:pt x="46" y="114"/>
                  </a:cubicBezTo>
                  <a:cubicBezTo>
                    <a:pt x="0" y="205"/>
                    <a:pt x="46" y="319"/>
                    <a:pt x="137" y="365"/>
                  </a:cubicBezTo>
                  <a:cubicBezTo>
                    <a:pt x="167" y="387"/>
                    <a:pt x="201" y="397"/>
                    <a:pt x="235" y="397"/>
                  </a:cubicBezTo>
                  <a:cubicBezTo>
                    <a:pt x="307" y="397"/>
                    <a:pt x="380" y="351"/>
                    <a:pt x="411" y="274"/>
                  </a:cubicBezTo>
                  <a:cubicBezTo>
                    <a:pt x="457" y="182"/>
                    <a:pt x="411" y="68"/>
                    <a:pt x="320" y="22"/>
                  </a:cubicBezTo>
                  <a:cubicBezTo>
                    <a:pt x="284" y="8"/>
                    <a:pt x="248"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
            <p:cNvSpPr/>
            <p:nvPr/>
          </p:nvSpPr>
          <p:spPr>
            <a:xfrm>
              <a:off x="5637450" y="1448650"/>
              <a:ext cx="5725" cy="5050"/>
            </a:xfrm>
            <a:custGeom>
              <a:avLst/>
              <a:gdLst/>
              <a:ahLst/>
              <a:cxnLst/>
              <a:rect l="l" t="t" r="r" b="b"/>
              <a:pathLst>
                <a:path w="229" h="202" extrusionOk="0">
                  <a:moveTo>
                    <a:pt x="120" y="1"/>
                  </a:moveTo>
                  <a:cubicBezTo>
                    <a:pt x="81" y="1"/>
                    <a:pt x="40" y="22"/>
                    <a:pt x="23" y="55"/>
                  </a:cubicBezTo>
                  <a:cubicBezTo>
                    <a:pt x="0" y="101"/>
                    <a:pt x="23" y="170"/>
                    <a:pt x="69" y="192"/>
                  </a:cubicBezTo>
                  <a:cubicBezTo>
                    <a:pt x="81" y="199"/>
                    <a:pt x="95" y="201"/>
                    <a:pt x="109" y="201"/>
                  </a:cubicBezTo>
                  <a:cubicBezTo>
                    <a:pt x="148" y="201"/>
                    <a:pt x="189" y="180"/>
                    <a:pt x="205" y="147"/>
                  </a:cubicBezTo>
                  <a:cubicBezTo>
                    <a:pt x="228" y="101"/>
                    <a:pt x="205" y="33"/>
                    <a:pt x="160" y="10"/>
                  </a:cubicBezTo>
                  <a:cubicBezTo>
                    <a:pt x="148" y="4"/>
                    <a:pt x="134" y="1"/>
                    <a:pt x="1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
            <p:cNvSpPr/>
            <p:nvPr/>
          </p:nvSpPr>
          <p:spPr>
            <a:xfrm>
              <a:off x="5318450" y="1533125"/>
              <a:ext cx="8600" cy="7850"/>
            </a:xfrm>
            <a:custGeom>
              <a:avLst/>
              <a:gdLst/>
              <a:ahLst/>
              <a:cxnLst/>
              <a:rect l="l" t="t" r="r" b="b"/>
              <a:pathLst>
                <a:path w="344" h="314" extrusionOk="0">
                  <a:moveTo>
                    <a:pt x="188" y="1"/>
                  </a:moveTo>
                  <a:cubicBezTo>
                    <a:pt x="120" y="1"/>
                    <a:pt x="58" y="31"/>
                    <a:pt x="24" y="100"/>
                  </a:cubicBezTo>
                  <a:cubicBezTo>
                    <a:pt x="1" y="169"/>
                    <a:pt x="24" y="260"/>
                    <a:pt x="115" y="306"/>
                  </a:cubicBezTo>
                  <a:cubicBezTo>
                    <a:pt x="131" y="311"/>
                    <a:pt x="148" y="314"/>
                    <a:pt x="166" y="314"/>
                  </a:cubicBezTo>
                  <a:cubicBezTo>
                    <a:pt x="224" y="314"/>
                    <a:pt x="285" y="284"/>
                    <a:pt x="320" y="214"/>
                  </a:cubicBezTo>
                  <a:cubicBezTo>
                    <a:pt x="343" y="146"/>
                    <a:pt x="320" y="55"/>
                    <a:pt x="252" y="9"/>
                  </a:cubicBezTo>
                  <a:cubicBezTo>
                    <a:pt x="230" y="4"/>
                    <a:pt x="209" y="1"/>
                    <a:pt x="18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
            <p:cNvSpPr/>
            <p:nvPr/>
          </p:nvSpPr>
          <p:spPr>
            <a:xfrm>
              <a:off x="5992950" y="1251800"/>
              <a:ext cx="8575" cy="7550"/>
            </a:xfrm>
            <a:custGeom>
              <a:avLst/>
              <a:gdLst/>
              <a:ahLst/>
              <a:cxnLst/>
              <a:rect l="l" t="t" r="r" b="b"/>
              <a:pathLst>
                <a:path w="343" h="302" extrusionOk="0">
                  <a:moveTo>
                    <a:pt x="174" y="1"/>
                  </a:moveTo>
                  <a:cubicBezTo>
                    <a:pt x="119" y="1"/>
                    <a:pt x="63" y="26"/>
                    <a:pt x="46" y="78"/>
                  </a:cubicBezTo>
                  <a:cubicBezTo>
                    <a:pt x="0" y="146"/>
                    <a:pt x="46" y="237"/>
                    <a:pt x="114" y="283"/>
                  </a:cubicBezTo>
                  <a:cubicBezTo>
                    <a:pt x="133" y="296"/>
                    <a:pt x="154" y="301"/>
                    <a:pt x="176" y="301"/>
                  </a:cubicBezTo>
                  <a:cubicBezTo>
                    <a:pt x="230" y="301"/>
                    <a:pt x="287" y="264"/>
                    <a:pt x="320" y="215"/>
                  </a:cubicBezTo>
                  <a:cubicBezTo>
                    <a:pt x="343" y="146"/>
                    <a:pt x="320"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
            <p:cNvSpPr/>
            <p:nvPr/>
          </p:nvSpPr>
          <p:spPr>
            <a:xfrm>
              <a:off x="5697350" y="1384525"/>
              <a:ext cx="10300" cy="8900"/>
            </a:xfrm>
            <a:custGeom>
              <a:avLst/>
              <a:gdLst/>
              <a:ahLst/>
              <a:cxnLst/>
              <a:rect l="l" t="t" r="r" b="b"/>
              <a:pathLst>
                <a:path w="412" h="356" extrusionOk="0">
                  <a:moveTo>
                    <a:pt x="202" y="1"/>
                  </a:moveTo>
                  <a:cubicBezTo>
                    <a:pt x="138" y="1"/>
                    <a:pt x="80" y="43"/>
                    <a:pt x="46" y="110"/>
                  </a:cubicBezTo>
                  <a:cubicBezTo>
                    <a:pt x="1" y="178"/>
                    <a:pt x="46" y="292"/>
                    <a:pt x="115" y="338"/>
                  </a:cubicBezTo>
                  <a:cubicBezTo>
                    <a:pt x="139" y="350"/>
                    <a:pt x="165" y="356"/>
                    <a:pt x="191" y="356"/>
                  </a:cubicBezTo>
                  <a:cubicBezTo>
                    <a:pt x="262" y="356"/>
                    <a:pt x="332" y="314"/>
                    <a:pt x="366" y="247"/>
                  </a:cubicBezTo>
                  <a:cubicBezTo>
                    <a:pt x="412" y="178"/>
                    <a:pt x="366" y="64"/>
                    <a:pt x="275" y="18"/>
                  </a:cubicBezTo>
                  <a:cubicBezTo>
                    <a:pt x="250" y="6"/>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
            <p:cNvSpPr/>
            <p:nvPr/>
          </p:nvSpPr>
          <p:spPr>
            <a:xfrm>
              <a:off x="5722475" y="1373550"/>
              <a:ext cx="8575" cy="7450"/>
            </a:xfrm>
            <a:custGeom>
              <a:avLst/>
              <a:gdLst/>
              <a:ahLst/>
              <a:cxnLst/>
              <a:rect l="l" t="t" r="r" b="b"/>
              <a:pathLst>
                <a:path w="343" h="298" extrusionOk="0">
                  <a:moveTo>
                    <a:pt x="178" y="1"/>
                  </a:moveTo>
                  <a:cubicBezTo>
                    <a:pt x="127" y="1"/>
                    <a:pt x="76" y="31"/>
                    <a:pt x="46" y="92"/>
                  </a:cubicBezTo>
                  <a:cubicBezTo>
                    <a:pt x="0" y="161"/>
                    <a:pt x="46" y="252"/>
                    <a:pt x="114" y="275"/>
                  </a:cubicBezTo>
                  <a:cubicBezTo>
                    <a:pt x="137" y="290"/>
                    <a:pt x="162" y="298"/>
                    <a:pt x="188" y="298"/>
                  </a:cubicBezTo>
                  <a:cubicBezTo>
                    <a:pt x="238" y="298"/>
                    <a:pt x="289" y="267"/>
                    <a:pt x="320" y="206"/>
                  </a:cubicBezTo>
                  <a:cubicBezTo>
                    <a:pt x="342" y="138"/>
                    <a:pt x="320" y="47"/>
                    <a:pt x="251" y="24"/>
                  </a:cubicBezTo>
                  <a:cubicBezTo>
                    <a:pt x="228" y="9"/>
                    <a:pt x="203"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
            <p:cNvSpPr/>
            <p:nvPr/>
          </p:nvSpPr>
          <p:spPr>
            <a:xfrm>
              <a:off x="5906200" y="1296625"/>
              <a:ext cx="9725" cy="8375"/>
            </a:xfrm>
            <a:custGeom>
              <a:avLst/>
              <a:gdLst/>
              <a:ahLst/>
              <a:cxnLst/>
              <a:rect l="l" t="t" r="r" b="b"/>
              <a:pathLst>
                <a:path w="389" h="335" extrusionOk="0">
                  <a:moveTo>
                    <a:pt x="199" y="1"/>
                  </a:moveTo>
                  <a:cubicBezTo>
                    <a:pt x="136" y="1"/>
                    <a:pt x="79" y="38"/>
                    <a:pt x="46" y="88"/>
                  </a:cubicBezTo>
                  <a:cubicBezTo>
                    <a:pt x="1" y="179"/>
                    <a:pt x="46" y="270"/>
                    <a:pt x="115" y="316"/>
                  </a:cubicBezTo>
                  <a:cubicBezTo>
                    <a:pt x="140" y="329"/>
                    <a:pt x="166" y="334"/>
                    <a:pt x="190" y="334"/>
                  </a:cubicBezTo>
                  <a:cubicBezTo>
                    <a:pt x="254" y="334"/>
                    <a:pt x="310" y="297"/>
                    <a:pt x="343" y="248"/>
                  </a:cubicBezTo>
                  <a:cubicBezTo>
                    <a:pt x="389" y="156"/>
                    <a:pt x="343" y="65"/>
                    <a:pt x="275" y="19"/>
                  </a:cubicBezTo>
                  <a:cubicBezTo>
                    <a:pt x="249" y="7"/>
                    <a:pt x="224"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
            <p:cNvSpPr/>
            <p:nvPr/>
          </p:nvSpPr>
          <p:spPr>
            <a:xfrm>
              <a:off x="5542150" y="1355875"/>
              <a:ext cx="10300" cy="9050"/>
            </a:xfrm>
            <a:custGeom>
              <a:avLst/>
              <a:gdLst/>
              <a:ahLst/>
              <a:cxnLst/>
              <a:rect l="l" t="t" r="r" b="b"/>
              <a:pathLst>
                <a:path w="412" h="362" extrusionOk="0">
                  <a:moveTo>
                    <a:pt x="179" y="0"/>
                  </a:moveTo>
                  <a:cubicBezTo>
                    <a:pt x="117" y="0"/>
                    <a:pt x="61" y="31"/>
                    <a:pt x="46" y="92"/>
                  </a:cubicBezTo>
                  <a:cubicBezTo>
                    <a:pt x="0" y="183"/>
                    <a:pt x="23" y="297"/>
                    <a:pt x="114" y="343"/>
                  </a:cubicBezTo>
                  <a:cubicBezTo>
                    <a:pt x="140" y="355"/>
                    <a:pt x="167" y="361"/>
                    <a:pt x="194" y="361"/>
                  </a:cubicBezTo>
                  <a:cubicBezTo>
                    <a:pt x="264" y="361"/>
                    <a:pt x="333" y="324"/>
                    <a:pt x="365" y="274"/>
                  </a:cubicBezTo>
                  <a:cubicBezTo>
                    <a:pt x="411" y="183"/>
                    <a:pt x="365" y="69"/>
                    <a:pt x="274" y="23"/>
                  </a:cubicBezTo>
                  <a:cubicBezTo>
                    <a:pt x="244" y="8"/>
                    <a:pt x="211" y="0"/>
                    <a:pt x="17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
            <p:cNvSpPr/>
            <p:nvPr/>
          </p:nvSpPr>
          <p:spPr>
            <a:xfrm>
              <a:off x="6186950" y="1940200"/>
              <a:ext cx="9175" cy="7900"/>
            </a:xfrm>
            <a:custGeom>
              <a:avLst/>
              <a:gdLst/>
              <a:ahLst/>
              <a:cxnLst/>
              <a:rect l="l" t="t" r="r" b="b"/>
              <a:pathLst>
                <a:path w="367" h="316" extrusionOk="0">
                  <a:moveTo>
                    <a:pt x="178" y="0"/>
                  </a:moveTo>
                  <a:cubicBezTo>
                    <a:pt x="128" y="0"/>
                    <a:pt x="77" y="31"/>
                    <a:pt x="46" y="92"/>
                  </a:cubicBezTo>
                  <a:cubicBezTo>
                    <a:pt x="1" y="160"/>
                    <a:pt x="46" y="251"/>
                    <a:pt x="115" y="297"/>
                  </a:cubicBezTo>
                  <a:cubicBezTo>
                    <a:pt x="140" y="310"/>
                    <a:pt x="166" y="316"/>
                    <a:pt x="190" y="316"/>
                  </a:cubicBezTo>
                  <a:cubicBezTo>
                    <a:pt x="252" y="316"/>
                    <a:pt x="304" y="278"/>
                    <a:pt x="320" y="229"/>
                  </a:cubicBezTo>
                  <a:cubicBezTo>
                    <a:pt x="366" y="137"/>
                    <a:pt x="343" y="46"/>
                    <a:pt x="252" y="23"/>
                  </a:cubicBezTo>
                  <a:cubicBezTo>
                    <a:pt x="229" y="8"/>
                    <a:pt x="204"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
            <p:cNvSpPr/>
            <p:nvPr/>
          </p:nvSpPr>
          <p:spPr>
            <a:xfrm>
              <a:off x="6139600" y="1815900"/>
              <a:ext cx="10300" cy="8925"/>
            </a:xfrm>
            <a:custGeom>
              <a:avLst/>
              <a:gdLst/>
              <a:ahLst/>
              <a:cxnLst/>
              <a:rect l="l" t="t" r="r" b="b"/>
              <a:pathLst>
                <a:path w="412" h="357" extrusionOk="0">
                  <a:moveTo>
                    <a:pt x="217" y="1"/>
                  </a:moveTo>
                  <a:cubicBezTo>
                    <a:pt x="147" y="1"/>
                    <a:pt x="79" y="38"/>
                    <a:pt x="46" y="88"/>
                  </a:cubicBezTo>
                  <a:cubicBezTo>
                    <a:pt x="0" y="179"/>
                    <a:pt x="46" y="293"/>
                    <a:pt x="137" y="339"/>
                  </a:cubicBezTo>
                  <a:cubicBezTo>
                    <a:pt x="162" y="351"/>
                    <a:pt x="188" y="357"/>
                    <a:pt x="213" y="357"/>
                  </a:cubicBezTo>
                  <a:cubicBezTo>
                    <a:pt x="283" y="357"/>
                    <a:pt x="349" y="314"/>
                    <a:pt x="366" y="248"/>
                  </a:cubicBezTo>
                  <a:cubicBezTo>
                    <a:pt x="411" y="156"/>
                    <a:pt x="388" y="65"/>
                    <a:pt x="297" y="19"/>
                  </a:cubicBezTo>
                  <a:cubicBezTo>
                    <a:pt x="272" y="7"/>
                    <a:pt x="244" y="1"/>
                    <a:pt x="2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
            <p:cNvSpPr/>
            <p:nvPr/>
          </p:nvSpPr>
          <p:spPr>
            <a:xfrm>
              <a:off x="5478225" y="1580475"/>
              <a:ext cx="6875" cy="5600"/>
            </a:xfrm>
            <a:custGeom>
              <a:avLst/>
              <a:gdLst/>
              <a:ahLst/>
              <a:cxnLst/>
              <a:rect l="l" t="t" r="r" b="b"/>
              <a:pathLst>
                <a:path w="275" h="224" extrusionOk="0">
                  <a:moveTo>
                    <a:pt x="129" y="1"/>
                  </a:moveTo>
                  <a:cubicBezTo>
                    <a:pt x="81" y="1"/>
                    <a:pt x="40" y="22"/>
                    <a:pt x="24" y="55"/>
                  </a:cubicBezTo>
                  <a:cubicBezTo>
                    <a:pt x="1" y="124"/>
                    <a:pt x="24" y="192"/>
                    <a:pt x="69" y="215"/>
                  </a:cubicBezTo>
                  <a:cubicBezTo>
                    <a:pt x="88" y="221"/>
                    <a:pt x="106" y="224"/>
                    <a:pt x="123" y="224"/>
                  </a:cubicBezTo>
                  <a:cubicBezTo>
                    <a:pt x="171" y="224"/>
                    <a:pt x="212" y="203"/>
                    <a:pt x="229" y="169"/>
                  </a:cubicBezTo>
                  <a:cubicBezTo>
                    <a:pt x="275" y="101"/>
                    <a:pt x="252" y="32"/>
                    <a:pt x="183" y="9"/>
                  </a:cubicBezTo>
                  <a:cubicBezTo>
                    <a:pt x="165"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
            <p:cNvSpPr/>
            <p:nvPr/>
          </p:nvSpPr>
          <p:spPr>
            <a:xfrm>
              <a:off x="5567825" y="1510500"/>
              <a:ext cx="9725" cy="8600"/>
            </a:xfrm>
            <a:custGeom>
              <a:avLst/>
              <a:gdLst/>
              <a:ahLst/>
              <a:cxnLst/>
              <a:rect l="l" t="t" r="r" b="b"/>
              <a:pathLst>
                <a:path w="389" h="344" extrusionOk="0">
                  <a:moveTo>
                    <a:pt x="179" y="1"/>
                  </a:moveTo>
                  <a:cubicBezTo>
                    <a:pt x="114" y="1"/>
                    <a:pt x="54" y="31"/>
                    <a:pt x="23" y="92"/>
                  </a:cubicBezTo>
                  <a:cubicBezTo>
                    <a:pt x="0" y="184"/>
                    <a:pt x="23" y="298"/>
                    <a:pt x="114" y="321"/>
                  </a:cubicBezTo>
                  <a:cubicBezTo>
                    <a:pt x="145" y="336"/>
                    <a:pt x="175" y="343"/>
                    <a:pt x="204" y="343"/>
                  </a:cubicBezTo>
                  <a:cubicBezTo>
                    <a:pt x="262" y="343"/>
                    <a:pt x="312" y="313"/>
                    <a:pt x="343" y="252"/>
                  </a:cubicBezTo>
                  <a:cubicBezTo>
                    <a:pt x="388" y="161"/>
                    <a:pt x="343" y="69"/>
                    <a:pt x="274" y="24"/>
                  </a:cubicBezTo>
                  <a:cubicBezTo>
                    <a:pt x="244" y="9"/>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
            <p:cNvSpPr/>
            <p:nvPr/>
          </p:nvSpPr>
          <p:spPr>
            <a:xfrm>
              <a:off x="5613475" y="1620175"/>
              <a:ext cx="8000" cy="7225"/>
            </a:xfrm>
            <a:custGeom>
              <a:avLst/>
              <a:gdLst/>
              <a:ahLst/>
              <a:cxnLst/>
              <a:rect l="l" t="t" r="r" b="b"/>
              <a:pathLst>
                <a:path w="320" h="289" extrusionOk="0">
                  <a:moveTo>
                    <a:pt x="167" y="1"/>
                  </a:moveTo>
                  <a:cubicBezTo>
                    <a:pt x="113" y="1"/>
                    <a:pt x="56" y="38"/>
                    <a:pt x="23" y="88"/>
                  </a:cubicBezTo>
                  <a:cubicBezTo>
                    <a:pt x="0" y="156"/>
                    <a:pt x="23" y="248"/>
                    <a:pt x="92" y="270"/>
                  </a:cubicBezTo>
                  <a:cubicBezTo>
                    <a:pt x="111" y="283"/>
                    <a:pt x="132" y="289"/>
                    <a:pt x="153" y="289"/>
                  </a:cubicBezTo>
                  <a:cubicBezTo>
                    <a:pt x="208" y="289"/>
                    <a:pt x="264" y="251"/>
                    <a:pt x="297" y="202"/>
                  </a:cubicBezTo>
                  <a:cubicBezTo>
                    <a:pt x="320" y="133"/>
                    <a:pt x="297" y="65"/>
                    <a:pt x="229" y="19"/>
                  </a:cubicBezTo>
                  <a:cubicBezTo>
                    <a:pt x="210" y="7"/>
                    <a:pt x="189" y="1"/>
                    <a:pt x="16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
            <p:cNvSpPr/>
            <p:nvPr/>
          </p:nvSpPr>
          <p:spPr>
            <a:xfrm>
              <a:off x="6384975" y="2316600"/>
              <a:ext cx="6875" cy="5375"/>
            </a:xfrm>
            <a:custGeom>
              <a:avLst/>
              <a:gdLst/>
              <a:ahLst/>
              <a:cxnLst/>
              <a:rect l="l" t="t" r="r" b="b"/>
              <a:pathLst>
                <a:path w="275" h="215" extrusionOk="0">
                  <a:moveTo>
                    <a:pt x="129" y="1"/>
                  </a:moveTo>
                  <a:cubicBezTo>
                    <a:pt x="73" y="1"/>
                    <a:pt x="17" y="26"/>
                    <a:pt x="0" y="78"/>
                  </a:cubicBezTo>
                  <a:lnTo>
                    <a:pt x="251" y="214"/>
                  </a:lnTo>
                  <a:cubicBezTo>
                    <a:pt x="274" y="146"/>
                    <a:pt x="251" y="55"/>
                    <a:pt x="183" y="9"/>
                  </a:cubicBezTo>
                  <a:cubicBezTo>
                    <a:pt x="166"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
            <p:cNvSpPr/>
            <p:nvPr/>
          </p:nvSpPr>
          <p:spPr>
            <a:xfrm>
              <a:off x="5201475" y="1509350"/>
              <a:ext cx="8025" cy="7100"/>
            </a:xfrm>
            <a:custGeom>
              <a:avLst/>
              <a:gdLst/>
              <a:ahLst/>
              <a:cxnLst/>
              <a:rect l="l" t="t" r="r" b="b"/>
              <a:pathLst>
                <a:path w="321" h="284" extrusionOk="0">
                  <a:moveTo>
                    <a:pt x="150" y="0"/>
                  </a:moveTo>
                  <a:cubicBezTo>
                    <a:pt x="101" y="0"/>
                    <a:pt x="53" y="26"/>
                    <a:pt x="23" y="70"/>
                  </a:cubicBezTo>
                  <a:cubicBezTo>
                    <a:pt x="1" y="138"/>
                    <a:pt x="23" y="230"/>
                    <a:pt x="92" y="275"/>
                  </a:cubicBezTo>
                  <a:cubicBezTo>
                    <a:pt x="109" y="281"/>
                    <a:pt x="127" y="284"/>
                    <a:pt x="146" y="284"/>
                  </a:cubicBezTo>
                  <a:cubicBezTo>
                    <a:pt x="202" y="284"/>
                    <a:pt x="257" y="258"/>
                    <a:pt x="274" y="207"/>
                  </a:cubicBezTo>
                  <a:cubicBezTo>
                    <a:pt x="320" y="138"/>
                    <a:pt x="297" y="47"/>
                    <a:pt x="229" y="24"/>
                  </a:cubicBezTo>
                  <a:cubicBezTo>
                    <a:pt x="205" y="8"/>
                    <a:pt x="177" y="0"/>
                    <a:pt x="15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
            <p:cNvSpPr/>
            <p:nvPr/>
          </p:nvSpPr>
          <p:spPr>
            <a:xfrm>
              <a:off x="5187775" y="1534250"/>
              <a:ext cx="6300" cy="5600"/>
            </a:xfrm>
            <a:custGeom>
              <a:avLst/>
              <a:gdLst/>
              <a:ahLst/>
              <a:cxnLst/>
              <a:rect l="l" t="t" r="r" b="b"/>
              <a:pathLst>
                <a:path w="252" h="224" extrusionOk="0">
                  <a:moveTo>
                    <a:pt x="129" y="1"/>
                  </a:moveTo>
                  <a:cubicBezTo>
                    <a:pt x="81" y="1"/>
                    <a:pt x="40" y="22"/>
                    <a:pt x="24" y="55"/>
                  </a:cubicBezTo>
                  <a:cubicBezTo>
                    <a:pt x="1" y="124"/>
                    <a:pt x="24" y="192"/>
                    <a:pt x="69" y="215"/>
                  </a:cubicBezTo>
                  <a:cubicBezTo>
                    <a:pt x="86" y="221"/>
                    <a:pt x="103" y="224"/>
                    <a:pt x="120" y="224"/>
                  </a:cubicBezTo>
                  <a:cubicBezTo>
                    <a:pt x="169" y="224"/>
                    <a:pt x="212" y="198"/>
                    <a:pt x="229" y="147"/>
                  </a:cubicBezTo>
                  <a:cubicBezTo>
                    <a:pt x="252" y="101"/>
                    <a:pt x="229" y="32"/>
                    <a:pt x="183" y="10"/>
                  </a:cubicBezTo>
                  <a:cubicBezTo>
                    <a:pt x="165" y="4"/>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
            <p:cNvSpPr/>
            <p:nvPr/>
          </p:nvSpPr>
          <p:spPr>
            <a:xfrm>
              <a:off x="5635725" y="1965325"/>
              <a:ext cx="9725" cy="6850"/>
            </a:xfrm>
            <a:custGeom>
              <a:avLst/>
              <a:gdLst/>
              <a:ahLst/>
              <a:cxnLst/>
              <a:rect l="l" t="t" r="r" b="b"/>
              <a:pathLst>
                <a:path w="389" h="274" extrusionOk="0">
                  <a:moveTo>
                    <a:pt x="161" y="0"/>
                  </a:moveTo>
                  <a:cubicBezTo>
                    <a:pt x="95" y="0"/>
                    <a:pt x="32" y="36"/>
                    <a:pt x="1" y="114"/>
                  </a:cubicBezTo>
                  <a:lnTo>
                    <a:pt x="343" y="274"/>
                  </a:lnTo>
                  <a:cubicBezTo>
                    <a:pt x="389" y="182"/>
                    <a:pt x="366" y="68"/>
                    <a:pt x="252" y="23"/>
                  </a:cubicBezTo>
                  <a:cubicBezTo>
                    <a:pt x="223" y="8"/>
                    <a:pt x="192"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
            <p:cNvSpPr/>
            <p:nvPr/>
          </p:nvSpPr>
          <p:spPr>
            <a:xfrm>
              <a:off x="6372425" y="1720300"/>
              <a:ext cx="8575" cy="7525"/>
            </a:xfrm>
            <a:custGeom>
              <a:avLst/>
              <a:gdLst/>
              <a:ahLst/>
              <a:cxnLst/>
              <a:rect l="l" t="t" r="r" b="b"/>
              <a:pathLst>
                <a:path w="343" h="301" extrusionOk="0">
                  <a:moveTo>
                    <a:pt x="174" y="0"/>
                  </a:moveTo>
                  <a:cubicBezTo>
                    <a:pt x="117" y="0"/>
                    <a:pt x="57" y="26"/>
                    <a:pt x="23" y="77"/>
                  </a:cubicBezTo>
                  <a:cubicBezTo>
                    <a:pt x="0" y="168"/>
                    <a:pt x="23" y="260"/>
                    <a:pt x="114" y="283"/>
                  </a:cubicBezTo>
                  <a:cubicBezTo>
                    <a:pt x="133" y="295"/>
                    <a:pt x="154" y="301"/>
                    <a:pt x="175" y="301"/>
                  </a:cubicBezTo>
                  <a:cubicBezTo>
                    <a:pt x="228" y="301"/>
                    <a:pt x="280" y="263"/>
                    <a:pt x="297" y="214"/>
                  </a:cubicBezTo>
                  <a:cubicBezTo>
                    <a:pt x="342" y="146"/>
                    <a:pt x="297" y="54"/>
                    <a:pt x="228" y="9"/>
                  </a:cubicBezTo>
                  <a:cubicBezTo>
                    <a:pt x="211"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
            <p:cNvSpPr/>
            <p:nvPr/>
          </p:nvSpPr>
          <p:spPr>
            <a:xfrm>
              <a:off x="6505375" y="1711725"/>
              <a:ext cx="8575" cy="7550"/>
            </a:xfrm>
            <a:custGeom>
              <a:avLst/>
              <a:gdLst/>
              <a:ahLst/>
              <a:cxnLst/>
              <a:rect l="l" t="t" r="r" b="b"/>
              <a:pathLst>
                <a:path w="343" h="302" extrusionOk="0">
                  <a:moveTo>
                    <a:pt x="174" y="1"/>
                  </a:moveTo>
                  <a:cubicBezTo>
                    <a:pt x="117" y="1"/>
                    <a:pt x="57" y="26"/>
                    <a:pt x="23" y="78"/>
                  </a:cubicBezTo>
                  <a:cubicBezTo>
                    <a:pt x="0" y="169"/>
                    <a:pt x="23" y="238"/>
                    <a:pt x="92" y="283"/>
                  </a:cubicBezTo>
                  <a:cubicBezTo>
                    <a:pt x="117" y="296"/>
                    <a:pt x="143" y="302"/>
                    <a:pt x="167" y="302"/>
                  </a:cubicBezTo>
                  <a:cubicBezTo>
                    <a:pt x="229" y="302"/>
                    <a:pt x="281" y="264"/>
                    <a:pt x="297" y="215"/>
                  </a:cubicBezTo>
                  <a:cubicBezTo>
                    <a:pt x="343" y="146"/>
                    <a:pt x="320" y="55"/>
                    <a:pt x="229"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
            <p:cNvSpPr/>
            <p:nvPr/>
          </p:nvSpPr>
          <p:spPr>
            <a:xfrm>
              <a:off x="6101375" y="1756575"/>
              <a:ext cx="10850" cy="9475"/>
            </a:xfrm>
            <a:custGeom>
              <a:avLst/>
              <a:gdLst/>
              <a:ahLst/>
              <a:cxnLst/>
              <a:rect l="l" t="t" r="r" b="b"/>
              <a:pathLst>
                <a:path w="434" h="379" extrusionOk="0">
                  <a:moveTo>
                    <a:pt x="220" y="1"/>
                  </a:moveTo>
                  <a:cubicBezTo>
                    <a:pt x="149" y="1"/>
                    <a:pt x="79" y="43"/>
                    <a:pt x="46" y="110"/>
                  </a:cubicBezTo>
                  <a:cubicBezTo>
                    <a:pt x="0" y="201"/>
                    <a:pt x="46" y="315"/>
                    <a:pt x="137" y="361"/>
                  </a:cubicBezTo>
                  <a:cubicBezTo>
                    <a:pt x="161" y="373"/>
                    <a:pt x="188" y="379"/>
                    <a:pt x="214" y="379"/>
                  </a:cubicBezTo>
                  <a:cubicBezTo>
                    <a:pt x="285" y="379"/>
                    <a:pt x="355" y="336"/>
                    <a:pt x="388" y="270"/>
                  </a:cubicBezTo>
                  <a:cubicBezTo>
                    <a:pt x="434" y="178"/>
                    <a:pt x="388" y="64"/>
                    <a:pt x="297" y="18"/>
                  </a:cubicBezTo>
                  <a:cubicBezTo>
                    <a:pt x="272" y="6"/>
                    <a:pt x="246"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
            <p:cNvSpPr/>
            <p:nvPr/>
          </p:nvSpPr>
          <p:spPr>
            <a:xfrm>
              <a:off x="6251450" y="1740850"/>
              <a:ext cx="9725" cy="8425"/>
            </a:xfrm>
            <a:custGeom>
              <a:avLst/>
              <a:gdLst/>
              <a:ahLst/>
              <a:cxnLst/>
              <a:rect l="l" t="t" r="r" b="b"/>
              <a:pathLst>
                <a:path w="389" h="337" extrusionOk="0">
                  <a:moveTo>
                    <a:pt x="197" y="0"/>
                  </a:moveTo>
                  <a:cubicBezTo>
                    <a:pt x="134" y="0"/>
                    <a:pt x="63" y="30"/>
                    <a:pt x="46" y="100"/>
                  </a:cubicBezTo>
                  <a:cubicBezTo>
                    <a:pt x="0" y="168"/>
                    <a:pt x="23" y="282"/>
                    <a:pt x="114" y="328"/>
                  </a:cubicBezTo>
                  <a:cubicBezTo>
                    <a:pt x="136" y="333"/>
                    <a:pt x="157" y="336"/>
                    <a:pt x="178" y="336"/>
                  </a:cubicBezTo>
                  <a:cubicBezTo>
                    <a:pt x="246" y="336"/>
                    <a:pt x="308" y="306"/>
                    <a:pt x="342" y="237"/>
                  </a:cubicBezTo>
                  <a:cubicBezTo>
                    <a:pt x="388" y="168"/>
                    <a:pt x="342" y="54"/>
                    <a:pt x="251" y="8"/>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
            <p:cNvSpPr/>
            <p:nvPr/>
          </p:nvSpPr>
          <p:spPr>
            <a:xfrm>
              <a:off x="5610625" y="1938050"/>
              <a:ext cx="9725" cy="8650"/>
            </a:xfrm>
            <a:custGeom>
              <a:avLst/>
              <a:gdLst/>
              <a:ahLst/>
              <a:cxnLst/>
              <a:rect l="l" t="t" r="r" b="b"/>
              <a:pathLst>
                <a:path w="389" h="346" extrusionOk="0">
                  <a:moveTo>
                    <a:pt x="189" y="0"/>
                  </a:moveTo>
                  <a:cubicBezTo>
                    <a:pt x="128" y="0"/>
                    <a:pt x="63" y="42"/>
                    <a:pt x="46" y="109"/>
                  </a:cubicBezTo>
                  <a:cubicBezTo>
                    <a:pt x="0" y="178"/>
                    <a:pt x="23" y="292"/>
                    <a:pt x="114" y="337"/>
                  </a:cubicBezTo>
                  <a:cubicBezTo>
                    <a:pt x="136" y="343"/>
                    <a:pt x="157" y="346"/>
                    <a:pt x="178" y="346"/>
                  </a:cubicBezTo>
                  <a:cubicBezTo>
                    <a:pt x="246" y="346"/>
                    <a:pt x="308" y="316"/>
                    <a:pt x="343" y="246"/>
                  </a:cubicBezTo>
                  <a:cubicBezTo>
                    <a:pt x="388" y="178"/>
                    <a:pt x="343" y="64"/>
                    <a:pt x="251" y="18"/>
                  </a:cubicBezTo>
                  <a:cubicBezTo>
                    <a:pt x="233" y="6"/>
                    <a:pt x="211"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
            <p:cNvSpPr/>
            <p:nvPr/>
          </p:nvSpPr>
          <p:spPr>
            <a:xfrm>
              <a:off x="6083675" y="1881975"/>
              <a:ext cx="6300" cy="5775"/>
            </a:xfrm>
            <a:custGeom>
              <a:avLst/>
              <a:gdLst/>
              <a:ahLst/>
              <a:cxnLst/>
              <a:rect l="l" t="t" r="r" b="b"/>
              <a:pathLst>
                <a:path w="252" h="231" extrusionOk="0">
                  <a:moveTo>
                    <a:pt x="106" y="0"/>
                  </a:moveTo>
                  <a:cubicBezTo>
                    <a:pt x="72" y="0"/>
                    <a:pt x="38" y="25"/>
                    <a:pt x="23" y="70"/>
                  </a:cubicBezTo>
                  <a:cubicBezTo>
                    <a:pt x="0" y="115"/>
                    <a:pt x="23" y="184"/>
                    <a:pt x="69" y="207"/>
                  </a:cubicBezTo>
                  <a:cubicBezTo>
                    <a:pt x="93" y="223"/>
                    <a:pt x="115" y="230"/>
                    <a:pt x="134" y="230"/>
                  </a:cubicBezTo>
                  <a:cubicBezTo>
                    <a:pt x="170" y="230"/>
                    <a:pt x="199" y="205"/>
                    <a:pt x="229" y="161"/>
                  </a:cubicBezTo>
                  <a:cubicBezTo>
                    <a:pt x="252" y="115"/>
                    <a:pt x="229" y="47"/>
                    <a:pt x="160" y="24"/>
                  </a:cubicBezTo>
                  <a:cubicBezTo>
                    <a:pt x="144" y="8"/>
                    <a:pt x="125" y="0"/>
                    <a:pt x="1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
            <p:cNvSpPr/>
            <p:nvPr/>
          </p:nvSpPr>
          <p:spPr>
            <a:xfrm>
              <a:off x="6080250" y="1867825"/>
              <a:ext cx="7450" cy="6225"/>
            </a:xfrm>
            <a:custGeom>
              <a:avLst/>
              <a:gdLst/>
              <a:ahLst/>
              <a:cxnLst/>
              <a:rect l="l" t="t" r="r" b="b"/>
              <a:pathLst>
                <a:path w="298" h="249" extrusionOk="0">
                  <a:moveTo>
                    <a:pt x="147" y="1"/>
                  </a:moveTo>
                  <a:cubicBezTo>
                    <a:pt x="101" y="1"/>
                    <a:pt x="62" y="33"/>
                    <a:pt x="46" y="65"/>
                  </a:cubicBezTo>
                  <a:cubicBezTo>
                    <a:pt x="0" y="134"/>
                    <a:pt x="46" y="202"/>
                    <a:pt x="92" y="225"/>
                  </a:cubicBezTo>
                  <a:cubicBezTo>
                    <a:pt x="116" y="241"/>
                    <a:pt x="140" y="249"/>
                    <a:pt x="164" y="249"/>
                  </a:cubicBezTo>
                  <a:cubicBezTo>
                    <a:pt x="206" y="249"/>
                    <a:pt x="245" y="223"/>
                    <a:pt x="274" y="179"/>
                  </a:cubicBezTo>
                  <a:cubicBezTo>
                    <a:pt x="297" y="111"/>
                    <a:pt x="274" y="42"/>
                    <a:pt x="206" y="19"/>
                  </a:cubicBezTo>
                  <a:cubicBezTo>
                    <a:pt x="186" y="6"/>
                    <a:pt x="166"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
            <p:cNvSpPr/>
            <p:nvPr/>
          </p:nvSpPr>
          <p:spPr>
            <a:xfrm>
              <a:off x="5512475" y="1362275"/>
              <a:ext cx="10850" cy="9575"/>
            </a:xfrm>
            <a:custGeom>
              <a:avLst/>
              <a:gdLst/>
              <a:ahLst/>
              <a:cxnLst/>
              <a:rect l="l" t="t" r="r" b="b"/>
              <a:pathLst>
                <a:path w="434" h="383" extrusionOk="0">
                  <a:moveTo>
                    <a:pt x="220" y="0"/>
                  </a:moveTo>
                  <a:cubicBezTo>
                    <a:pt x="149" y="0"/>
                    <a:pt x="79" y="43"/>
                    <a:pt x="46" y="110"/>
                  </a:cubicBezTo>
                  <a:cubicBezTo>
                    <a:pt x="0" y="201"/>
                    <a:pt x="46" y="315"/>
                    <a:pt x="137" y="361"/>
                  </a:cubicBezTo>
                  <a:cubicBezTo>
                    <a:pt x="166" y="375"/>
                    <a:pt x="197" y="383"/>
                    <a:pt x="228" y="383"/>
                  </a:cubicBezTo>
                  <a:cubicBezTo>
                    <a:pt x="294" y="383"/>
                    <a:pt x="357" y="347"/>
                    <a:pt x="388" y="269"/>
                  </a:cubicBezTo>
                  <a:cubicBezTo>
                    <a:pt x="434" y="178"/>
                    <a:pt x="388" y="64"/>
                    <a:pt x="297" y="18"/>
                  </a:cubicBezTo>
                  <a:cubicBezTo>
                    <a:pt x="273"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
            <p:cNvSpPr/>
            <p:nvPr/>
          </p:nvSpPr>
          <p:spPr>
            <a:xfrm>
              <a:off x="5345850" y="1593050"/>
              <a:ext cx="10300" cy="8800"/>
            </a:xfrm>
            <a:custGeom>
              <a:avLst/>
              <a:gdLst/>
              <a:ahLst/>
              <a:cxnLst/>
              <a:rect l="l" t="t" r="r" b="b"/>
              <a:pathLst>
                <a:path w="412" h="352" extrusionOk="0">
                  <a:moveTo>
                    <a:pt x="230" y="0"/>
                  </a:moveTo>
                  <a:cubicBezTo>
                    <a:pt x="156" y="0"/>
                    <a:pt x="81" y="30"/>
                    <a:pt x="46" y="100"/>
                  </a:cubicBezTo>
                  <a:cubicBezTo>
                    <a:pt x="0" y="191"/>
                    <a:pt x="46" y="305"/>
                    <a:pt x="137" y="328"/>
                  </a:cubicBezTo>
                  <a:cubicBezTo>
                    <a:pt x="168" y="343"/>
                    <a:pt x="198" y="351"/>
                    <a:pt x="227" y="351"/>
                  </a:cubicBezTo>
                  <a:cubicBezTo>
                    <a:pt x="284" y="351"/>
                    <a:pt x="335" y="321"/>
                    <a:pt x="366" y="260"/>
                  </a:cubicBezTo>
                  <a:cubicBezTo>
                    <a:pt x="411" y="168"/>
                    <a:pt x="388" y="54"/>
                    <a:pt x="297" y="9"/>
                  </a:cubicBezTo>
                  <a:cubicBezTo>
                    <a:pt x="275" y="3"/>
                    <a:pt x="253"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
            <p:cNvSpPr/>
            <p:nvPr/>
          </p:nvSpPr>
          <p:spPr>
            <a:xfrm>
              <a:off x="5846850" y="1798800"/>
              <a:ext cx="11450" cy="9600"/>
            </a:xfrm>
            <a:custGeom>
              <a:avLst/>
              <a:gdLst/>
              <a:ahLst/>
              <a:cxnLst/>
              <a:rect l="l" t="t" r="r" b="b"/>
              <a:pathLst>
                <a:path w="458" h="384" extrusionOk="0">
                  <a:moveTo>
                    <a:pt x="240" y="1"/>
                  </a:moveTo>
                  <a:cubicBezTo>
                    <a:pt x="162" y="1"/>
                    <a:pt x="80" y="43"/>
                    <a:pt x="47" y="110"/>
                  </a:cubicBezTo>
                  <a:cubicBezTo>
                    <a:pt x="1" y="201"/>
                    <a:pt x="47" y="315"/>
                    <a:pt x="138" y="361"/>
                  </a:cubicBezTo>
                  <a:cubicBezTo>
                    <a:pt x="176" y="376"/>
                    <a:pt x="214" y="384"/>
                    <a:pt x="249" y="384"/>
                  </a:cubicBezTo>
                  <a:cubicBezTo>
                    <a:pt x="320" y="384"/>
                    <a:pt x="381" y="353"/>
                    <a:pt x="412" y="292"/>
                  </a:cubicBezTo>
                  <a:cubicBezTo>
                    <a:pt x="457" y="178"/>
                    <a:pt x="412" y="64"/>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
            <p:cNvSpPr/>
            <p:nvPr/>
          </p:nvSpPr>
          <p:spPr>
            <a:xfrm>
              <a:off x="5652275" y="1726550"/>
              <a:ext cx="6875" cy="6175"/>
            </a:xfrm>
            <a:custGeom>
              <a:avLst/>
              <a:gdLst/>
              <a:ahLst/>
              <a:cxnLst/>
              <a:rect l="l" t="t" r="r" b="b"/>
              <a:pathLst>
                <a:path w="275" h="247" extrusionOk="0">
                  <a:moveTo>
                    <a:pt x="151" y="1"/>
                  </a:moveTo>
                  <a:cubicBezTo>
                    <a:pt x="102" y="1"/>
                    <a:pt x="57" y="22"/>
                    <a:pt x="23" y="55"/>
                  </a:cubicBezTo>
                  <a:cubicBezTo>
                    <a:pt x="1" y="124"/>
                    <a:pt x="23" y="215"/>
                    <a:pt x="92" y="238"/>
                  </a:cubicBezTo>
                  <a:cubicBezTo>
                    <a:pt x="103" y="244"/>
                    <a:pt x="117" y="247"/>
                    <a:pt x="133" y="247"/>
                  </a:cubicBezTo>
                  <a:cubicBezTo>
                    <a:pt x="179" y="247"/>
                    <a:pt x="234" y="221"/>
                    <a:pt x="252" y="170"/>
                  </a:cubicBezTo>
                  <a:cubicBezTo>
                    <a:pt x="274" y="124"/>
                    <a:pt x="252" y="33"/>
                    <a:pt x="206" y="10"/>
                  </a:cubicBezTo>
                  <a:cubicBezTo>
                    <a:pt x="188" y="4"/>
                    <a:pt x="169"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
            <p:cNvSpPr/>
            <p:nvPr/>
          </p:nvSpPr>
          <p:spPr>
            <a:xfrm>
              <a:off x="5633450" y="1740600"/>
              <a:ext cx="12000" cy="10050"/>
            </a:xfrm>
            <a:custGeom>
              <a:avLst/>
              <a:gdLst/>
              <a:ahLst/>
              <a:cxnLst/>
              <a:rect l="l" t="t" r="r" b="b"/>
              <a:pathLst>
                <a:path w="480" h="402" extrusionOk="0">
                  <a:moveTo>
                    <a:pt x="243" y="0"/>
                  </a:moveTo>
                  <a:cubicBezTo>
                    <a:pt x="172" y="0"/>
                    <a:pt x="102" y="43"/>
                    <a:pt x="69" y="110"/>
                  </a:cubicBezTo>
                  <a:cubicBezTo>
                    <a:pt x="0" y="201"/>
                    <a:pt x="46" y="338"/>
                    <a:pt x="160" y="384"/>
                  </a:cubicBezTo>
                  <a:cubicBezTo>
                    <a:pt x="185" y="396"/>
                    <a:pt x="211" y="401"/>
                    <a:pt x="237" y="401"/>
                  </a:cubicBezTo>
                  <a:cubicBezTo>
                    <a:pt x="308" y="401"/>
                    <a:pt x="378" y="359"/>
                    <a:pt x="411" y="292"/>
                  </a:cubicBezTo>
                  <a:cubicBezTo>
                    <a:pt x="480" y="178"/>
                    <a:pt x="434" y="64"/>
                    <a:pt x="320" y="18"/>
                  </a:cubicBezTo>
                  <a:cubicBezTo>
                    <a:pt x="295" y="6"/>
                    <a:pt x="269" y="0"/>
                    <a:pt x="24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
            <p:cNvSpPr/>
            <p:nvPr/>
          </p:nvSpPr>
          <p:spPr>
            <a:xfrm>
              <a:off x="5787525" y="1397875"/>
              <a:ext cx="6850" cy="5600"/>
            </a:xfrm>
            <a:custGeom>
              <a:avLst/>
              <a:gdLst/>
              <a:ahLst/>
              <a:cxnLst/>
              <a:rect l="l" t="t" r="r" b="b"/>
              <a:pathLst>
                <a:path w="274" h="224" extrusionOk="0">
                  <a:moveTo>
                    <a:pt x="142" y="0"/>
                  </a:moveTo>
                  <a:cubicBezTo>
                    <a:pt x="102" y="0"/>
                    <a:pt x="56" y="22"/>
                    <a:pt x="23" y="55"/>
                  </a:cubicBezTo>
                  <a:cubicBezTo>
                    <a:pt x="0" y="124"/>
                    <a:pt x="23" y="192"/>
                    <a:pt x="91" y="215"/>
                  </a:cubicBezTo>
                  <a:cubicBezTo>
                    <a:pt x="104" y="221"/>
                    <a:pt x="118" y="224"/>
                    <a:pt x="132" y="224"/>
                  </a:cubicBezTo>
                  <a:cubicBezTo>
                    <a:pt x="172" y="224"/>
                    <a:pt x="218" y="203"/>
                    <a:pt x="251" y="169"/>
                  </a:cubicBezTo>
                  <a:cubicBezTo>
                    <a:pt x="274" y="101"/>
                    <a:pt x="251" y="32"/>
                    <a:pt x="183" y="9"/>
                  </a:cubicBezTo>
                  <a:cubicBezTo>
                    <a:pt x="170"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
            <p:cNvSpPr/>
            <p:nvPr/>
          </p:nvSpPr>
          <p:spPr>
            <a:xfrm>
              <a:off x="5448550" y="1407900"/>
              <a:ext cx="9725" cy="8475"/>
            </a:xfrm>
            <a:custGeom>
              <a:avLst/>
              <a:gdLst/>
              <a:ahLst/>
              <a:cxnLst/>
              <a:rect l="l" t="t" r="r" b="b"/>
              <a:pathLst>
                <a:path w="389" h="339" extrusionOk="0">
                  <a:moveTo>
                    <a:pt x="195" y="1"/>
                  </a:moveTo>
                  <a:cubicBezTo>
                    <a:pt x="127" y="1"/>
                    <a:pt x="63" y="38"/>
                    <a:pt x="47" y="88"/>
                  </a:cubicBezTo>
                  <a:cubicBezTo>
                    <a:pt x="1" y="179"/>
                    <a:pt x="24" y="293"/>
                    <a:pt x="115" y="316"/>
                  </a:cubicBezTo>
                  <a:cubicBezTo>
                    <a:pt x="145" y="331"/>
                    <a:pt x="176" y="339"/>
                    <a:pt x="205" y="339"/>
                  </a:cubicBezTo>
                  <a:cubicBezTo>
                    <a:pt x="262" y="339"/>
                    <a:pt x="313" y="308"/>
                    <a:pt x="343" y="248"/>
                  </a:cubicBezTo>
                  <a:cubicBezTo>
                    <a:pt x="389" y="156"/>
                    <a:pt x="343" y="65"/>
                    <a:pt x="275" y="19"/>
                  </a:cubicBezTo>
                  <a:cubicBezTo>
                    <a:pt x="249" y="7"/>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
            <p:cNvSpPr/>
            <p:nvPr/>
          </p:nvSpPr>
          <p:spPr>
            <a:xfrm>
              <a:off x="5371525" y="1557300"/>
              <a:ext cx="8000" cy="7100"/>
            </a:xfrm>
            <a:custGeom>
              <a:avLst/>
              <a:gdLst/>
              <a:ahLst/>
              <a:cxnLst/>
              <a:rect l="l" t="t" r="r" b="b"/>
              <a:pathLst>
                <a:path w="320" h="284" extrusionOk="0">
                  <a:moveTo>
                    <a:pt x="156" y="1"/>
                  </a:moveTo>
                  <a:cubicBezTo>
                    <a:pt x="107" y="1"/>
                    <a:pt x="61" y="31"/>
                    <a:pt x="46" y="92"/>
                  </a:cubicBezTo>
                  <a:cubicBezTo>
                    <a:pt x="0" y="160"/>
                    <a:pt x="23" y="229"/>
                    <a:pt x="115" y="275"/>
                  </a:cubicBezTo>
                  <a:cubicBezTo>
                    <a:pt x="132" y="280"/>
                    <a:pt x="149" y="283"/>
                    <a:pt x="166" y="283"/>
                  </a:cubicBezTo>
                  <a:cubicBezTo>
                    <a:pt x="216" y="283"/>
                    <a:pt x="263" y="257"/>
                    <a:pt x="297" y="206"/>
                  </a:cubicBezTo>
                  <a:cubicBezTo>
                    <a:pt x="320" y="138"/>
                    <a:pt x="297" y="46"/>
                    <a:pt x="229" y="23"/>
                  </a:cubicBezTo>
                  <a:cubicBezTo>
                    <a:pt x="206" y="8"/>
                    <a:pt x="181"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
            <p:cNvSpPr/>
            <p:nvPr/>
          </p:nvSpPr>
          <p:spPr>
            <a:xfrm>
              <a:off x="5711625" y="1884250"/>
              <a:ext cx="8575" cy="7100"/>
            </a:xfrm>
            <a:custGeom>
              <a:avLst/>
              <a:gdLst/>
              <a:ahLst/>
              <a:cxnLst/>
              <a:rect l="l" t="t" r="r" b="b"/>
              <a:pathLst>
                <a:path w="343" h="284" extrusionOk="0">
                  <a:moveTo>
                    <a:pt x="151" y="1"/>
                  </a:moveTo>
                  <a:cubicBezTo>
                    <a:pt x="104" y="1"/>
                    <a:pt x="61" y="26"/>
                    <a:pt x="46" y="70"/>
                  </a:cubicBezTo>
                  <a:cubicBezTo>
                    <a:pt x="0" y="161"/>
                    <a:pt x="46" y="230"/>
                    <a:pt x="114" y="275"/>
                  </a:cubicBezTo>
                  <a:cubicBezTo>
                    <a:pt x="132" y="281"/>
                    <a:pt x="150" y="284"/>
                    <a:pt x="169" y="284"/>
                  </a:cubicBezTo>
                  <a:cubicBezTo>
                    <a:pt x="224" y="284"/>
                    <a:pt x="280" y="258"/>
                    <a:pt x="297" y="207"/>
                  </a:cubicBezTo>
                  <a:cubicBezTo>
                    <a:pt x="343" y="138"/>
                    <a:pt x="297" y="47"/>
                    <a:pt x="229" y="24"/>
                  </a:cubicBezTo>
                  <a:cubicBezTo>
                    <a:pt x="204" y="8"/>
                    <a:pt x="177"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
            <p:cNvSpPr/>
            <p:nvPr/>
          </p:nvSpPr>
          <p:spPr>
            <a:xfrm>
              <a:off x="5778950" y="1384750"/>
              <a:ext cx="11450" cy="10400"/>
            </a:xfrm>
            <a:custGeom>
              <a:avLst/>
              <a:gdLst/>
              <a:ahLst/>
              <a:cxnLst/>
              <a:rect l="l" t="t" r="r" b="b"/>
              <a:pathLst>
                <a:path w="458" h="416" extrusionOk="0">
                  <a:moveTo>
                    <a:pt x="213" y="0"/>
                  </a:moveTo>
                  <a:cubicBezTo>
                    <a:pt x="140" y="0"/>
                    <a:pt x="77" y="46"/>
                    <a:pt x="46" y="124"/>
                  </a:cubicBezTo>
                  <a:cubicBezTo>
                    <a:pt x="1" y="215"/>
                    <a:pt x="24" y="352"/>
                    <a:pt x="138" y="397"/>
                  </a:cubicBezTo>
                  <a:cubicBezTo>
                    <a:pt x="162" y="410"/>
                    <a:pt x="190" y="415"/>
                    <a:pt x="218" y="415"/>
                  </a:cubicBezTo>
                  <a:cubicBezTo>
                    <a:pt x="296" y="415"/>
                    <a:pt x="378" y="373"/>
                    <a:pt x="412" y="306"/>
                  </a:cubicBezTo>
                  <a:cubicBezTo>
                    <a:pt x="457" y="192"/>
                    <a:pt x="412"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
            <p:cNvSpPr/>
            <p:nvPr/>
          </p:nvSpPr>
          <p:spPr>
            <a:xfrm>
              <a:off x="6199500" y="2208750"/>
              <a:ext cx="7450" cy="6425"/>
            </a:xfrm>
            <a:custGeom>
              <a:avLst/>
              <a:gdLst/>
              <a:ahLst/>
              <a:cxnLst/>
              <a:rect l="l" t="t" r="r" b="b"/>
              <a:pathLst>
                <a:path w="298" h="257" extrusionOk="0">
                  <a:moveTo>
                    <a:pt x="152" y="1"/>
                  </a:moveTo>
                  <a:cubicBezTo>
                    <a:pt x="97" y="1"/>
                    <a:pt x="41" y="26"/>
                    <a:pt x="24" y="78"/>
                  </a:cubicBezTo>
                  <a:cubicBezTo>
                    <a:pt x="1" y="123"/>
                    <a:pt x="24" y="215"/>
                    <a:pt x="92" y="237"/>
                  </a:cubicBezTo>
                  <a:cubicBezTo>
                    <a:pt x="112" y="251"/>
                    <a:pt x="132" y="256"/>
                    <a:pt x="151" y="256"/>
                  </a:cubicBezTo>
                  <a:cubicBezTo>
                    <a:pt x="197" y="256"/>
                    <a:pt x="236" y="224"/>
                    <a:pt x="252" y="192"/>
                  </a:cubicBezTo>
                  <a:cubicBezTo>
                    <a:pt x="298" y="123"/>
                    <a:pt x="275" y="32"/>
                    <a:pt x="206" y="9"/>
                  </a:cubicBezTo>
                  <a:cubicBezTo>
                    <a:pt x="189" y="3"/>
                    <a:pt x="171" y="1"/>
                    <a:pt x="1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
            <p:cNvSpPr/>
            <p:nvPr/>
          </p:nvSpPr>
          <p:spPr>
            <a:xfrm>
              <a:off x="5382375" y="1455150"/>
              <a:ext cx="7425" cy="6775"/>
            </a:xfrm>
            <a:custGeom>
              <a:avLst/>
              <a:gdLst/>
              <a:ahLst/>
              <a:cxnLst/>
              <a:rect l="l" t="t" r="r" b="b"/>
              <a:pathLst>
                <a:path w="297" h="271" extrusionOk="0">
                  <a:moveTo>
                    <a:pt x="128" y="0"/>
                  </a:moveTo>
                  <a:cubicBezTo>
                    <a:pt x="81" y="0"/>
                    <a:pt x="38" y="25"/>
                    <a:pt x="23" y="69"/>
                  </a:cubicBezTo>
                  <a:cubicBezTo>
                    <a:pt x="0" y="138"/>
                    <a:pt x="23" y="229"/>
                    <a:pt x="91" y="252"/>
                  </a:cubicBezTo>
                  <a:cubicBezTo>
                    <a:pt x="111" y="265"/>
                    <a:pt x="130" y="270"/>
                    <a:pt x="148" y="270"/>
                  </a:cubicBezTo>
                  <a:cubicBezTo>
                    <a:pt x="196" y="270"/>
                    <a:pt x="241" y="233"/>
                    <a:pt x="274" y="184"/>
                  </a:cubicBezTo>
                  <a:cubicBezTo>
                    <a:pt x="297" y="138"/>
                    <a:pt x="274" y="47"/>
                    <a:pt x="206" y="24"/>
                  </a:cubicBezTo>
                  <a:cubicBezTo>
                    <a:pt x="181" y="8"/>
                    <a:pt x="154" y="0"/>
                    <a:pt x="12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
            <p:cNvSpPr/>
            <p:nvPr/>
          </p:nvSpPr>
          <p:spPr>
            <a:xfrm>
              <a:off x="5525025" y="1479125"/>
              <a:ext cx="9150" cy="8225"/>
            </a:xfrm>
            <a:custGeom>
              <a:avLst/>
              <a:gdLst/>
              <a:ahLst/>
              <a:cxnLst/>
              <a:rect l="l" t="t" r="r" b="b"/>
              <a:pathLst>
                <a:path w="366" h="329" extrusionOk="0">
                  <a:moveTo>
                    <a:pt x="172" y="1"/>
                  </a:moveTo>
                  <a:cubicBezTo>
                    <a:pt x="115" y="1"/>
                    <a:pt x="54" y="31"/>
                    <a:pt x="23" y="92"/>
                  </a:cubicBezTo>
                  <a:cubicBezTo>
                    <a:pt x="0" y="183"/>
                    <a:pt x="23" y="274"/>
                    <a:pt x="115" y="320"/>
                  </a:cubicBezTo>
                  <a:cubicBezTo>
                    <a:pt x="131" y="326"/>
                    <a:pt x="149" y="328"/>
                    <a:pt x="169" y="328"/>
                  </a:cubicBezTo>
                  <a:cubicBezTo>
                    <a:pt x="233" y="328"/>
                    <a:pt x="308" y="299"/>
                    <a:pt x="343" y="229"/>
                  </a:cubicBezTo>
                  <a:cubicBezTo>
                    <a:pt x="366" y="160"/>
                    <a:pt x="343" y="46"/>
                    <a:pt x="252" y="23"/>
                  </a:cubicBezTo>
                  <a:cubicBezTo>
                    <a:pt x="229"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
            <p:cNvSpPr/>
            <p:nvPr/>
          </p:nvSpPr>
          <p:spPr>
            <a:xfrm>
              <a:off x="5456550" y="1496025"/>
              <a:ext cx="7450" cy="6175"/>
            </a:xfrm>
            <a:custGeom>
              <a:avLst/>
              <a:gdLst/>
              <a:ahLst/>
              <a:cxnLst/>
              <a:rect l="l" t="t" r="r" b="b"/>
              <a:pathLst>
                <a:path w="298" h="247" extrusionOk="0">
                  <a:moveTo>
                    <a:pt x="155" y="1"/>
                  </a:moveTo>
                  <a:cubicBezTo>
                    <a:pt x="106" y="1"/>
                    <a:pt x="63" y="26"/>
                    <a:pt x="46" y="78"/>
                  </a:cubicBezTo>
                  <a:cubicBezTo>
                    <a:pt x="0" y="123"/>
                    <a:pt x="46" y="192"/>
                    <a:pt x="92" y="238"/>
                  </a:cubicBezTo>
                  <a:cubicBezTo>
                    <a:pt x="109" y="243"/>
                    <a:pt x="126" y="246"/>
                    <a:pt x="143" y="246"/>
                  </a:cubicBezTo>
                  <a:cubicBezTo>
                    <a:pt x="193" y="246"/>
                    <a:pt x="240" y="220"/>
                    <a:pt x="274" y="169"/>
                  </a:cubicBezTo>
                  <a:cubicBezTo>
                    <a:pt x="297" y="123"/>
                    <a:pt x="274" y="32"/>
                    <a:pt x="206" y="9"/>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
            <p:cNvSpPr/>
            <p:nvPr/>
          </p:nvSpPr>
          <p:spPr>
            <a:xfrm>
              <a:off x="6972725" y="1992475"/>
              <a:ext cx="6875" cy="5600"/>
            </a:xfrm>
            <a:custGeom>
              <a:avLst/>
              <a:gdLst/>
              <a:ahLst/>
              <a:cxnLst/>
              <a:rect l="l" t="t" r="r" b="b"/>
              <a:pathLst>
                <a:path w="275" h="224" extrusionOk="0">
                  <a:moveTo>
                    <a:pt x="129" y="0"/>
                  </a:moveTo>
                  <a:cubicBezTo>
                    <a:pt x="81" y="0"/>
                    <a:pt x="40" y="22"/>
                    <a:pt x="23" y="55"/>
                  </a:cubicBezTo>
                  <a:cubicBezTo>
                    <a:pt x="0" y="123"/>
                    <a:pt x="23" y="192"/>
                    <a:pt x="69" y="215"/>
                  </a:cubicBezTo>
                  <a:cubicBezTo>
                    <a:pt x="87" y="221"/>
                    <a:pt x="105" y="224"/>
                    <a:pt x="123" y="224"/>
                  </a:cubicBezTo>
                  <a:cubicBezTo>
                    <a:pt x="171" y="224"/>
                    <a:pt x="212" y="203"/>
                    <a:pt x="229" y="169"/>
                  </a:cubicBezTo>
                  <a:cubicBezTo>
                    <a:pt x="274" y="101"/>
                    <a:pt x="251" y="32"/>
                    <a:pt x="183" y="9"/>
                  </a:cubicBezTo>
                  <a:cubicBezTo>
                    <a:pt x="165" y="3"/>
                    <a:pt x="146"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
            <p:cNvSpPr/>
            <p:nvPr/>
          </p:nvSpPr>
          <p:spPr>
            <a:xfrm>
              <a:off x="6098500" y="1334300"/>
              <a:ext cx="10300" cy="8925"/>
            </a:xfrm>
            <a:custGeom>
              <a:avLst/>
              <a:gdLst/>
              <a:ahLst/>
              <a:cxnLst/>
              <a:rect l="l" t="t" r="r" b="b"/>
              <a:pathLst>
                <a:path w="412" h="357" extrusionOk="0">
                  <a:moveTo>
                    <a:pt x="202" y="1"/>
                  </a:moveTo>
                  <a:cubicBezTo>
                    <a:pt x="138" y="1"/>
                    <a:pt x="80" y="43"/>
                    <a:pt x="47" y="110"/>
                  </a:cubicBezTo>
                  <a:cubicBezTo>
                    <a:pt x="1" y="179"/>
                    <a:pt x="47" y="293"/>
                    <a:pt x="138" y="338"/>
                  </a:cubicBezTo>
                  <a:cubicBezTo>
                    <a:pt x="156" y="351"/>
                    <a:pt x="178" y="356"/>
                    <a:pt x="201" y="356"/>
                  </a:cubicBezTo>
                  <a:cubicBezTo>
                    <a:pt x="263" y="356"/>
                    <a:pt x="333" y="314"/>
                    <a:pt x="366" y="247"/>
                  </a:cubicBezTo>
                  <a:cubicBezTo>
                    <a:pt x="412" y="179"/>
                    <a:pt x="366" y="64"/>
                    <a:pt x="275" y="19"/>
                  </a:cubicBezTo>
                  <a:cubicBezTo>
                    <a:pt x="250" y="7"/>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
            <p:cNvSpPr/>
            <p:nvPr/>
          </p:nvSpPr>
          <p:spPr>
            <a:xfrm>
              <a:off x="5459975" y="1611075"/>
              <a:ext cx="10875" cy="9475"/>
            </a:xfrm>
            <a:custGeom>
              <a:avLst/>
              <a:gdLst/>
              <a:ahLst/>
              <a:cxnLst/>
              <a:rect l="l" t="t" r="r" b="b"/>
              <a:pathLst>
                <a:path w="435" h="379" extrusionOk="0">
                  <a:moveTo>
                    <a:pt x="221" y="0"/>
                  </a:moveTo>
                  <a:cubicBezTo>
                    <a:pt x="150" y="0"/>
                    <a:pt x="79" y="43"/>
                    <a:pt x="46" y="109"/>
                  </a:cubicBezTo>
                  <a:cubicBezTo>
                    <a:pt x="0" y="201"/>
                    <a:pt x="46" y="315"/>
                    <a:pt x="137" y="360"/>
                  </a:cubicBezTo>
                  <a:cubicBezTo>
                    <a:pt x="162" y="373"/>
                    <a:pt x="188" y="378"/>
                    <a:pt x="214" y="378"/>
                  </a:cubicBezTo>
                  <a:cubicBezTo>
                    <a:pt x="285" y="378"/>
                    <a:pt x="355" y="336"/>
                    <a:pt x="388" y="269"/>
                  </a:cubicBezTo>
                  <a:cubicBezTo>
                    <a:pt x="434" y="178"/>
                    <a:pt x="388"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
            <p:cNvSpPr/>
            <p:nvPr/>
          </p:nvSpPr>
          <p:spPr>
            <a:xfrm>
              <a:off x="6440325" y="1172475"/>
              <a:ext cx="6875" cy="5975"/>
            </a:xfrm>
            <a:custGeom>
              <a:avLst/>
              <a:gdLst/>
              <a:ahLst/>
              <a:cxnLst/>
              <a:rect l="l" t="t" r="r" b="b"/>
              <a:pathLst>
                <a:path w="275" h="239" extrusionOk="0">
                  <a:moveTo>
                    <a:pt x="142" y="0"/>
                  </a:moveTo>
                  <a:cubicBezTo>
                    <a:pt x="102" y="0"/>
                    <a:pt x="56" y="22"/>
                    <a:pt x="23" y="55"/>
                  </a:cubicBezTo>
                  <a:cubicBezTo>
                    <a:pt x="0" y="124"/>
                    <a:pt x="23" y="192"/>
                    <a:pt x="92" y="215"/>
                  </a:cubicBezTo>
                  <a:cubicBezTo>
                    <a:pt x="108" y="231"/>
                    <a:pt x="127" y="239"/>
                    <a:pt x="147" y="239"/>
                  </a:cubicBezTo>
                  <a:cubicBezTo>
                    <a:pt x="183" y="239"/>
                    <a:pt x="222" y="213"/>
                    <a:pt x="251" y="169"/>
                  </a:cubicBezTo>
                  <a:cubicBezTo>
                    <a:pt x="274" y="101"/>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
            <p:cNvSpPr/>
            <p:nvPr/>
          </p:nvSpPr>
          <p:spPr>
            <a:xfrm>
              <a:off x="5753850" y="2000125"/>
              <a:ext cx="10875" cy="9125"/>
            </a:xfrm>
            <a:custGeom>
              <a:avLst/>
              <a:gdLst/>
              <a:ahLst/>
              <a:cxnLst/>
              <a:rect l="l" t="t" r="r" b="b"/>
              <a:pathLst>
                <a:path w="435" h="365" extrusionOk="0">
                  <a:moveTo>
                    <a:pt x="202" y="0"/>
                  </a:moveTo>
                  <a:cubicBezTo>
                    <a:pt x="137" y="0"/>
                    <a:pt x="76" y="30"/>
                    <a:pt x="46" y="91"/>
                  </a:cubicBezTo>
                  <a:cubicBezTo>
                    <a:pt x="0" y="183"/>
                    <a:pt x="46" y="297"/>
                    <a:pt x="137" y="342"/>
                  </a:cubicBezTo>
                  <a:cubicBezTo>
                    <a:pt x="166" y="357"/>
                    <a:pt x="197" y="364"/>
                    <a:pt x="228" y="364"/>
                  </a:cubicBezTo>
                  <a:cubicBezTo>
                    <a:pt x="294" y="364"/>
                    <a:pt x="357" y="329"/>
                    <a:pt x="388" y="251"/>
                  </a:cubicBezTo>
                  <a:cubicBezTo>
                    <a:pt x="434" y="160"/>
                    <a:pt x="388" y="69"/>
                    <a:pt x="297" y="23"/>
                  </a:cubicBezTo>
                  <a:cubicBezTo>
                    <a:pt x="267" y="8"/>
                    <a:pt x="234" y="0"/>
                    <a:pt x="20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
            <p:cNvSpPr/>
            <p:nvPr/>
          </p:nvSpPr>
          <p:spPr>
            <a:xfrm>
              <a:off x="5555275" y="1919775"/>
              <a:ext cx="9725" cy="6750"/>
            </a:xfrm>
            <a:custGeom>
              <a:avLst/>
              <a:gdLst/>
              <a:ahLst/>
              <a:cxnLst/>
              <a:rect l="l" t="t" r="r" b="b"/>
              <a:pathLst>
                <a:path w="389" h="270" extrusionOk="0">
                  <a:moveTo>
                    <a:pt x="175" y="1"/>
                  </a:moveTo>
                  <a:cubicBezTo>
                    <a:pt x="104" y="1"/>
                    <a:pt x="34" y="43"/>
                    <a:pt x="0" y="110"/>
                  </a:cubicBezTo>
                  <a:lnTo>
                    <a:pt x="343" y="270"/>
                  </a:lnTo>
                  <a:cubicBezTo>
                    <a:pt x="388" y="178"/>
                    <a:pt x="343" y="64"/>
                    <a:pt x="251" y="19"/>
                  </a:cubicBezTo>
                  <a:cubicBezTo>
                    <a:pt x="227" y="6"/>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
            <p:cNvSpPr/>
            <p:nvPr/>
          </p:nvSpPr>
          <p:spPr>
            <a:xfrm>
              <a:off x="5732175" y="1999525"/>
              <a:ext cx="6300" cy="4600"/>
            </a:xfrm>
            <a:custGeom>
              <a:avLst/>
              <a:gdLst/>
              <a:ahLst/>
              <a:cxnLst/>
              <a:rect l="l" t="t" r="r" b="b"/>
              <a:pathLst>
                <a:path w="252" h="184" extrusionOk="0">
                  <a:moveTo>
                    <a:pt x="99" y="0"/>
                  </a:moveTo>
                  <a:cubicBezTo>
                    <a:pt x="58" y="0"/>
                    <a:pt x="15" y="25"/>
                    <a:pt x="0" y="70"/>
                  </a:cubicBezTo>
                  <a:lnTo>
                    <a:pt x="228" y="184"/>
                  </a:lnTo>
                  <a:cubicBezTo>
                    <a:pt x="251" y="115"/>
                    <a:pt x="228" y="47"/>
                    <a:pt x="160" y="24"/>
                  </a:cubicBezTo>
                  <a:cubicBezTo>
                    <a:pt x="144" y="8"/>
                    <a:pt x="122" y="0"/>
                    <a:pt x="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
            <p:cNvSpPr/>
            <p:nvPr/>
          </p:nvSpPr>
          <p:spPr>
            <a:xfrm>
              <a:off x="5594650" y="1920000"/>
              <a:ext cx="6300" cy="5600"/>
            </a:xfrm>
            <a:custGeom>
              <a:avLst/>
              <a:gdLst/>
              <a:ahLst/>
              <a:cxnLst/>
              <a:rect l="l" t="t" r="r" b="b"/>
              <a:pathLst>
                <a:path w="252" h="224" extrusionOk="0">
                  <a:moveTo>
                    <a:pt x="129" y="1"/>
                  </a:moveTo>
                  <a:cubicBezTo>
                    <a:pt x="81" y="1"/>
                    <a:pt x="40" y="22"/>
                    <a:pt x="23" y="55"/>
                  </a:cubicBezTo>
                  <a:cubicBezTo>
                    <a:pt x="0" y="101"/>
                    <a:pt x="23" y="169"/>
                    <a:pt x="69" y="215"/>
                  </a:cubicBezTo>
                  <a:cubicBezTo>
                    <a:pt x="86" y="221"/>
                    <a:pt x="103" y="224"/>
                    <a:pt x="119" y="224"/>
                  </a:cubicBezTo>
                  <a:cubicBezTo>
                    <a:pt x="168" y="224"/>
                    <a:pt x="211" y="198"/>
                    <a:pt x="228" y="146"/>
                  </a:cubicBezTo>
                  <a:cubicBezTo>
                    <a:pt x="251" y="101"/>
                    <a:pt x="228" y="32"/>
                    <a:pt x="183" y="10"/>
                  </a:cubicBezTo>
                  <a:cubicBezTo>
                    <a:pt x="164" y="3"/>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
            <p:cNvSpPr/>
            <p:nvPr/>
          </p:nvSpPr>
          <p:spPr>
            <a:xfrm>
              <a:off x="5470825" y="1831575"/>
              <a:ext cx="8000" cy="6975"/>
            </a:xfrm>
            <a:custGeom>
              <a:avLst/>
              <a:gdLst/>
              <a:ahLst/>
              <a:cxnLst/>
              <a:rect l="l" t="t" r="r" b="b"/>
              <a:pathLst>
                <a:path w="320" h="279" extrusionOk="0">
                  <a:moveTo>
                    <a:pt x="164" y="0"/>
                  </a:moveTo>
                  <a:cubicBezTo>
                    <a:pt x="118" y="0"/>
                    <a:pt x="63" y="26"/>
                    <a:pt x="46" y="77"/>
                  </a:cubicBezTo>
                  <a:cubicBezTo>
                    <a:pt x="0" y="146"/>
                    <a:pt x="23" y="237"/>
                    <a:pt x="91" y="260"/>
                  </a:cubicBezTo>
                  <a:cubicBezTo>
                    <a:pt x="110" y="272"/>
                    <a:pt x="131" y="278"/>
                    <a:pt x="152" y="278"/>
                  </a:cubicBezTo>
                  <a:cubicBezTo>
                    <a:pt x="205" y="278"/>
                    <a:pt x="258" y="241"/>
                    <a:pt x="274" y="191"/>
                  </a:cubicBezTo>
                  <a:cubicBezTo>
                    <a:pt x="320" y="123"/>
                    <a:pt x="274" y="54"/>
                    <a:pt x="205" y="9"/>
                  </a:cubicBezTo>
                  <a:cubicBezTo>
                    <a:pt x="194" y="3"/>
                    <a:pt x="180" y="0"/>
                    <a:pt x="16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
            <p:cNvSpPr/>
            <p:nvPr/>
          </p:nvSpPr>
          <p:spPr>
            <a:xfrm>
              <a:off x="5824025" y="2025000"/>
              <a:ext cx="6300" cy="5600"/>
            </a:xfrm>
            <a:custGeom>
              <a:avLst/>
              <a:gdLst/>
              <a:ahLst/>
              <a:cxnLst/>
              <a:rect l="l" t="t" r="r" b="b"/>
              <a:pathLst>
                <a:path w="252" h="224" extrusionOk="0">
                  <a:moveTo>
                    <a:pt x="129" y="0"/>
                  </a:moveTo>
                  <a:cubicBezTo>
                    <a:pt x="82" y="0"/>
                    <a:pt x="40" y="22"/>
                    <a:pt x="24" y="55"/>
                  </a:cubicBezTo>
                  <a:cubicBezTo>
                    <a:pt x="1" y="123"/>
                    <a:pt x="24" y="192"/>
                    <a:pt x="69" y="215"/>
                  </a:cubicBezTo>
                  <a:cubicBezTo>
                    <a:pt x="88" y="221"/>
                    <a:pt x="106" y="224"/>
                    <a:pt x="124" y="224"/>
                  </a:cubicBezTo>
                  <a:cubicBezTo>
                    <a:pt x="171" y="224"/>
                    <a:pt x="212" y="203"/>
                    <a:pt x="229" y="169"/>
                  </a:cubicBezTo>
                  <a:cubicBezTo>
                    <a:pt x="252" y="101"/>
                    <a:pt x="229" y="32"/>
                    <a:pt x="184"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
            <p:cNvSpPr/>
            <p:nvPr/>
          </p:nvSpPr>
          <p:spPr>
            <a:xfrm>
              <a:off x="5483375" y="1880975"/>
              <a:ext cx="8000" cy="5600"/>
            </a:xfrm>
            <a:custGeom>
              <a:avLst/>
              <a:gdLst/>
              <a:ahLst/>
              <a:cxnLst/>
              <a:rect l="l" t="t" r="r" b="b"/>
              <a:pathLst>
                <a:path w="320" h="224" extrusionOk="0">
                  <a:moveTo>
                    <a:pt x="153" y="0"/>
                  </a:moveTo>
                  <a:cubicBezTo>
                    <a:pt x="90" y="0"/>
                    <a:pt x="33" y="38"/>
                    <a:pt x="0" y="87"/>
                  </a:cubicBezTo>
                  <a:lnTo>
                    <a:pt x="297" y="224"/>
                  </a:lnTo>
                  <a:cubicBezTo>
                    <a:pt x="320" y="155"/>
                    <a:pt x="297" y="64"/>
                    <a:pt x="228" y="18"/>
                  </a:cubicBezTo>
                  <a:cubicBezTo>
                    <a:pt x="203" y="6"/>
                    <a:pt x="177" y="0"/>
                    <a:pt x="15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
            <p:cNvSpPr/>
            <p:nvPr/>
          </p:nvSpPr>
          <p:spPr>
            <a:xfrm>
              <a:off x="5531300" y="1895800"/>
              <a:ext cx="9725" cy="6750"/>
            </a:xfrm>
            <a:custGeom>
              <a:avLst/>
              <a:gdLst/>
              <a:ahLst/>
              <a:cxnLst/>
              <a:rect l="l" t="t" r="r" b="b"/>
              <a:pathLst>
                <a:path w="389" h="270" extrusionOk="0">
                  <a:moveTo>
                    <a:pt x="175" y="1"/>
                  </a:moveTo>
                  <a:cubicBezTo>
                    <a:pt x="104" y="1"/>
                    <a:pt x="34" y="43"/>
                    <a:pt x="1" y="110"/>
                  </a:cubicBezTo>
                  <a:lnTo>
                    <a:pt x="343" y="270"/>
                  </a:lnTo>
                  <a:cubicBezTo>
                    <a:pt x="389" y="179"/>
                    <a:pt x="343" y="65"/>
                    <a:pt x="252" y="19"/>
                  </a:cubicBezTo>
                  <a:cubicBezTo>
                    <a:pt x="227" y="7"/>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
            <p:cNvSpPr/>
            <p:nvPr/>
          </p:nvSpPr>
          <p:spPr>
            <a:xfrm>
              <a:off x="5545000" y="1905175"/>
              <a:ext cx="8000" cy="5375"/>
            </a:xfrm>
            <a:custGeom>
              <a:avLst/>
              <a:gdLst/>
              <a:ahLst/>
              <a:cxnLst/>
              <a:rect l="l" t="t" r="r" b="b"/>
              <a:pathLst>
                <a:path w="320" h="215" extrusionOk="0">
                  <a:moveTo>
                    <a:pt x="151" y="0"/>
                  </a:moveTo>
                  <a:cubicBezTo>
                    <a:pt x="95" y="0"/>
                    <a:pt x="35" y="26"/>
                    <a:pt x="0" y="78"/>
                  </a:cubicBezTo>
                  <a:lnTo>
                    <a:pt x="274" y="214"/>
                  </a:lnTo>
                  <a:cubicBezTo>
                    <a:pt x="320" y="146"/>
                    <a:pt x="274" y="55"/>
                    <a:pt x="206" y="9"/>
                  </a:cubicBezTo>
                  <a:cubicBezTo>
                    <a:pt x="189" y="3"/>
                    <a:pt x="170" y="0"/>
                    <a:pt x="15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
            <p:cNvSpPr/>
            <p:nvPr/>
          </p:nvSpPr>
          <p:spPr>
            <a:xfrm>
              <a:off x="5637450" y="1849250"/>
              <a:ext cx="8000" cy="7300"/>
            </a:xfrm>
            <a:custGeom>
              <a:avLst/>
              <a:gdLst/>
              <a:ahLst/>
              <a:cxnLst/>
              <a:rect l="l" t="t" r="r" b="b"/>
              <a:pathLst>
                <a:path w="320" h="292" extrusionOk="0">
                  <a:moveTo>
                    <a:pt x="174" y="1"/>
                  </a:moveTo>
                  <a:cubicBezTo>
                    <a:pt x="118" y="1"/>
                    <a:pt x="63" y="26"/>
                    <a:pt x="46" y="78"/>
                  </a:cubicBezTo>
                  <a:cubicBezTo>
                    <a:pt x="0" y="146"/>
                    <a:pt x="23" y="237"/>
                    <a:pt x="91" y="283"/>
                  </a:cubicBezTo>
                  <a:cubicBezTo>
                    <a:pt x="114" y="289"/>
                    <a:pt x="136" y="292"/>
                    <a:pt x="156" y="292"/>
                  </a:cubicBezTo>
                  <a:cubicBezTo>
                    <a:pt x="215" y="292"/>
                    <a:pt x="263" y="266"/>
                    <a:pt x="297" y="215"/>
                  </a:cubicBezTo>
                  <a:cubicBezTo>
                    <a:pt x="320" y="146"/>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
            <p:cNvSpPr/>
            <p:nvPr/>
          </p:nvSpPr>
          <p:spPr>
            <a:xfrm>
              <a:off x="5412050" y="1658300"/>
              <a:ext cx="9150" cy="7900"/>
            </a:xfrm>
            <a:custGeom>
              <a:avLst/>
              <a:gdLst/>
              <a:ahLst/>
              <a:cxnLst/>
              <a:rect l="l" t="t" r="r" b="b"/>
              <a:pathLst>
                <a:path w="366" h="316" extrusionOk="0">
                  <a:moveTo>
                    <a:pt x="184" y="1"/>
                  </a:moveTo>
                  <a:cubicBezTo>
                    <a:pt x="127" y="1"/>
                    <a:pt x="76" y="31"/>
                    <a:pt x="46" y="92"/>
                  </a:cubicBezTo>
                  <a:cubicBezTo>
                    <a:pt x="0" y="160"/>
                    <a:pt x="46" y="275"/>
                    <a:pt x="114" y="297"/>
                  </a:cubicBezTo>
                  <a:cubicBezTo>
                    <a:pt x="140" y="310"/>
                    <a:pt x="165" y="316"/>
                    <a:pt x="190" y="316"/>
                  </a:cubicBezTo>
                  <a:cubicBezTo>
                    <a:pt x="253" y="316"/>
                    <a:pt x="310" y="278"/>
                    <a:pt x="342" y="229"/>
                  </a:cubicBezTo>
                  <a:cubicBezTo>
                    <a:pt x="365" y="160"/>
                    <a:pt x="342" y="46"/>
                    <a:pt x="274" y="24"/>
                  </a:cubicBezTo>
                  <a:cubicBezTo>
                    <a:pt x="244" y="8"/>
                    <a:pt x="213"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
            <p:cNvSpPr/>
            <p:nvPr/>
          </p:nvSpPr>
          <p:spPr>
            <a:xfrm>
              <a:off x="5729875" y="1918300"/>
              <a:ext cx="6875" cy="6150"/>
            </a:xfrm>
            <a:custGeom>
              <a:avLst/>
              <a:gdLst/>
              <a:ahLst/>
              <a:cxnLst/>
              <a:rect l="l" t="t" r="r" b="b"/>
              <a:pathLst>
                <a:path w="275" h="246" extrusionOk="0">
                  <a:moveTo>
                    <a:pt x="139" y="0"/>
                  </a:moveTo>
                  <a:cubicBezTo>
                    <a:pt x="94" y="0"/>
                    <a:pt x="40" y="21"/>
                    <a:pt x="24" y="55"/>
                  </a:cubicBezTo>
                  <a:cubicBezTo>
                    <a:pt x="1" y="123"/>
                    <a:pt x="24" y="192"/>
                    <a:pt x="92" y="237"/>
                  </a:cubicBezTo>
                  <a:cubicBezTo>
                    <a:pt x="103" y="243"/>
                    <a:pt x="116" y="246"/>
                    <a:pt x="130" y="246"/>
                  </a:cubicBezTo>
                  <a:cubicBezTo>
                    <a:pt x="171" y="246"/>
                    <a:pt x="218" y="220"/>
                    <a:pt x="252" y="169"/>
                  </a:cubicBezTo>
                  <a:cubicBezTo>
                    <a:pt x="275" y="100"/>
                    <a:pt x="252" y="32"/>
                    <a:pt x="183" y="9"/>
                  </a:cubicBezTo>
                  <a:cubicBezTo>
                    <a:pt x="171" y="3"/>
                    <a:pt x="156" y="0"/>
                    <a:pt x="13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
            <p:cNvSpPr/>
            <p:nvPr/>
          </p:nvSpPr>
          <p:spPr>
            <a:xfrm>
              <a:off x="6047150" y="1980500"/>
              <a:ext cx="6300" cy="5600"/>
            </a:xfrm>
            <a:custGeom>
              <a:avLst/>
              <a:gdLst/>
              <a:ahLst/>
              <a:cxnLst/>
              <a:rect l="l" t="t" r="r" b="b"/>
              <a:pathLst>
                <a:path w="252" h="224" extrusionOk="0">
                  <a:moveTo>
                    <a:pt x="129" y="0"/>
                  </a:moveTo>
                  <a:cubicBezTo>
                    <a:pt x="81" y="0"/>
                    <a:pt x="40" y="21"/>
                    <a:pt x="23" y="55"/>
                  </a:cubicBezTo>
                  <a:cubicBezTo>
                    <a:pt x="1" y="123"/>
                    <a:pt x="23" y="192"/>
                    <a:pt x="69" y="214"/>
                  </a:cubicBezTo>
                  <a:cubicBezTo>
                    <a:pt x="87" y="221"/>
                    <a:pt x="106" y="223"/>
                    <a:pt x="123" y="223"/>
                  </a:cubicBezTo>
                  <a:cubicBezTo>
                    <a:pt x="171" y="223"/>
                    <a:pt x="212" y="202"/>
                    <a:pt x="229" y="169"/>
                  </a:cubicBezTo>
                  <a:cubicBezTo>
                    <a:pt x="252" y="100"/>
                    <a:pt x="229" y="32"/>
                    <a:pt x="183"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
            <p:cNvSpPr/>
            <p:nvPr/>
          </p:nvSpPr>
          <p:spPr>
            <a:xfrm>
              <a:off x="5610050" y="1857575"/>
              <a:ext cx="8575" cy="7550"/>
            </a:xfrm>
            <a:custGeom>
              <a:avLst/>
              <a:gdLst/>
              <a:ahLst/>
              <a:cxnLst/>
              <a:rect l="l" t="t" r="r" b="b"/>
              <a:pathLst>
                <a:path w="343" h="302" extrusionOk="0">
                  <a:moveTo>
                    <a:pt x="167" y="0"/>
                  </a:moveTo>
                  <a:cubicBezTo>
                    <a:pt x="113" y="0"/>
                    <a:pt x="56" y="38"/>
                    <a:pt x="23" y="87"/>
                  </a:cubicBezTo>
                  <a:cubicBezTo>
                    <a:pt x="0" y="156"/>
                    <a:pt x="23" y="247"/>
                    <a:pt x="92" y="292"/>
                  </a:cubicBezTo>
                  <a:cubicBezTo>
                    <a:pt x="115" y="298"/>
                    <a:pt x="136" y="301"/>
                    <a:pt x="156" y="301"/>
                  </a:cubicBezTo>
                  <a:cubicBezTo>
                    <a:pt x="216" y="301"/>
                    <a:pt x="263" y="275"/>
                    <a:pt x="297" y="224"/>
                  </a:cubicBezTo>
                  <a:cubicBezTo>
                    <a:pt x="343" y="133"/>
                    <a:pt x="297" y="41"/>
                    <a:pt x="229" y="19"/>
                  </a:cubicBezTo>
                  <a:cubicBezTo>
                    <a:pt x="210" y="6"/>
                    <a:pt x="189"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
            <p:cNvSpPr/>
            <p:nvPr/>
          </p:nvSpPr>
          <p:spPr>
            <a:xfrm>
              <a:off x="5524450" y="1897975"/>
              <a:ext cx="9150" cy="6300"/>
            </a:xfrm>
            <a:custGeom>
              <a:avLst/>
              <a:gdLst/>
              <a:ahLst/>
              <a:cxnLst/>
              <a:rect l="l" t="t" r="r" b="b"/>
              <a:pathLst>
                <a:path w="366" h="252" extrusionOk="0">
                  <a:moveTo>
                    <a:pt x="134" y="0"/>
                  </a:moveTo>
                  <a:cubicBezTo>
                    <a:pt x="72" y="0"/>
                    <a:pt x="16" y="31"/>
                    <a:pt x="1" y="92"/>
                  </a:cubicBezTo>
                  <a:lnTo>
                    <a:pt x="320" y="251"/>
                  </a:lnTo>
                  <a:cubicBezTo>
                    <a:pt x="366" y="160"/>
                    <a:pt x="320" y="46"/>
                    <a:pt x="229" y="23"/>
                  </a:cubicBezTo>
                  <a:cubicBezTo>
                    <a:pt x="198" y="8"/>
                    <a:pt x="165"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
            <p:cNvSpPr/>
            <p:nvPr/>
          </p:nvSpPr>
          <p:spPr>
            <a:xfrm>
              <a:off x="5667100" y="1939975"/>
              <a:ext cx="6875" cy="6550"/>
            </a:xfrm>
            <a:custGeom>
              <a:avLst/>
              <a:gdLst/>
              <a:ahLst/>
              <a:cxnLst/>
              <a:rect l="l" t="t" r="r" b="b"/>
              <a:pathLst>
                <a:path w="275" h="262" extrusionOk="0">
                  <a:moveTo>
                    <a:pt x="143" y="1"/>
                  </a:moveTo>
                  <a:cubicBezTo>
                    <a:pt x="97" y="1"/>
                    <a:pt x="41" y="27"/>
                    <a:pt x="24" y="78"/>
                  </a:cubicBezTo>
                  <a:cubicBezTo>
                    <a:pt x="1" y="146"/>
                    <a:pt x="24" y="215"/>
                    <a:pt x="92" y="238"/>
                  </a:cubicBezTo>
                  <a:cubicBezTo>
                    <a:pt x="108" y="254"/>
                    <a:pt x="130" y="261"/>
                    <a:pt x="153" y="261"/>
                  </a:cubicBezTo>
                  <a:cubicBezTo>
                    <a:pt x="194" y="261"/>
                    <a:pt x="237" y="236"/>
                    <a:pt x="252" y="192"/>
                  </a:cubicBezTo>
                  <a:cubicBezTo>
                    <a:pt x="275" y="124"/>
                    <a:pt x="252" y="55"/>
                    <a:pt x="184" y="9"/>
                  </a:cubicBezTo>
                  <a:cubicBezTo>
                    <a:pt x="172" y="4"/>
                    <a:pt x="158"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
            <p:cNvSpPr/>
            <p:nvPr/>
          </p:nvSpPr>
          <p:spPr>
            <a:xfrm>
              <a:off x="5602625" y="1671225"/>
              <a:ext cx="9150" cy="7850"/>
            </a:xfrm>
            <a:custGeom>
              <a:avLst/>
              <a:gdLst/>
              <a:ahLst/>
              <a:cxnLst/>
              <a:rect l="l" t="t" r="r" b="b"/>
              <a:pathLst>
                <a:path w="366" h="314" extrusionOk="0">
                  <a:moveTo>
                    <a:pt x="194" y="0"/>
                  </a:moveTo>
                  <a:cubicBezTo>
                    <a:pt x="132" y="0"/>
                    <a:pt x="63" y="26"/>
                    <a:pt x="46" y="77"/>
                  </a:cubicBezTo>
                  <a:cubicBezTo>
                    <a:pt x="1" y="168"/>
                    <a:pt x="46" y="260"/>
                    <a:pt x="115" y="305"/>
                  </a:cubicBezTo>
                  <a:cubicBezTo>
                    <a:pt x="131" y="311"/>
                    <a:pt x="150" y="314"/>
                    <a:pt x="169" y="314"/>
                  </a:cubicBezTo>
                  <a:cubicBezTo>
                    <a:pt x="232" y="314"/>
                    <a:pt x="303" y="284"/>
                    <a:pt x="320" y="214"/>
                  </a:cubicBezTo>
                  <a:cubicBezTo>
                    <a:pt x="366" y="146"/>
                    <a:pt x="320" y="54"/>
                    <a:pt x="252" y="9"/>
                  </a:cubicBezTo>
                  <a:cubicBezTo>
                    <a:pt x="235" y="3"/>
                    <a:pt x="215" y="0"/>
                    <a:pt x="19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
            <p:cNvSpPr/>
            <p:nvPr/>
          </p:nvSpPr>
          <p:spPr>
            <a:xfrm>
              <a:off x="5567250" y="1918075"/>
              <a:ext cx="12000" cy="10050"/>
            </a:xfrm>
            <a:custGeom>
              <a:avLst/>
              <a:gdLst/>
              <a:ahLst/>
              <a:cxnLst/>
              <a:rect l="l" t="t" r="r" b="b"/>
              <a:pathLst>
                <a:path w="480" h="402" extrusionOk="0">
                  <a:moveTo>
                    <a:pt x="252" y="0"/>
                  </a:moveTo>
                  <a:cubicBezTo>
                    <a:pt x="173" y="0"/>
                    <a:pt x="102" y="43"/>
                    <a:pt x="69" y="109"/>
                  </a:cubicBezTo>
                  <a:cubicBezTo>
                    <a:pt x="1" y="201"/>
                    <a:pt x="46" y="338"/>
                    <a:pt x="160" y="383"/>
                  </a:cubicBezTo>
                  <a:cubicBezTo>
                    <a:pt x="185" y="395"/>
                    <a:pt x="211" y="401"/>
                    <a:pt x="237" y="401"/>
                  </a:cubicBezTo>
                  <a:cubicBezTo>
                    <a:pt x="309" y="401"/>
                    <a:pt x="384" y="359"/>
                    <a:pt x="434" y="292"/>
                  </a:cubicBezTo>
                  <a:cubicBezTo>
                    <a:pt x="480" y="178"/>
                    <a:pt x="434" y="64"/>
                    <a:pt x="343" y="18"/>
                  </a:cubicBezTo>
                  <a:cubicBezTo>
                    <a:pt x="312" y="6"/>
                    <a:pt x="282" y="0"/>
                    <a:pt x="2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
            <p:cNvSpPr/>
            <p:nvPr/>
          </p:nvSpPr>
          <p:spPr>
            <a:xfrm>
              <a:off x="5586650" y="1860425"/>
              <a:ext cx="9725" cy="8925"/>
            </a:xfrm>
            <a:custGeom>
              <a:avLst/>
              <a:gdLst/>
              <a:ahLst/>
              <a:cxnLst/>
              <a:rect l="l" t="t" r="r" b="b"/>
              <a:pathLst>
                <a:path w="389" h="357" extrusionOk="0">
                  <a:moveTo>
                    <a:pt x="198" y="1"/>
                  </a:moveTo>
                  <a:cubicBezTo>
                    <a:pt x="129" y="1"/>
                    <a:pt x="63" y="43"/>
                    <a:pt x="46" y="110"/>
                  </a:cubicBezTo>
                  <a:cubicBezTo>
                    <a:pt x="1" y="201"/>
                    <a:pt x="23" y="293"/>
                    <a:pt x="115" y="338"/>
                  </a:cubicBezTo>
                  <a:cubicBezTo>
                    <a:pt x="139" y="350"/>
                    <a:pt x="165" y="356"/>
                    <a:pt x="191" y="356"/>
                  </a:cubicBezTo>
                  <a:cubicBezTo>
                    <a:pt x="261" y="356"/>
                    <a:pt x="326" y="314"/>
                    <a:pt x="343" y="247"/>
                  </a:cubicBezTo>
                  <a:cubicBezTo>
                    <a:pt x="389" y="178"/>
                    <a:pt x="366" y="64"/>
                    <a:pt x="275" y="19"/>
                  </a:cubicBezTo>
                  <a:cubicBezTo>
                    <a:pt x="250" y="6"/>
                    <a:pt x="224" y="1"/>
                    <a:pt x="19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
            <p:cNvSpPr/>
            <p:nvPr/>
          </p:nvSpPr>
          <p:spPr>
            <a:xfrm>
              <a:off x="5506775" y="1835200"/>
              <a:ext cx="10275" cy="9025"/>
            </a:xfrm>
            <a:custGeom>
              <a:avLst/>
              <a:gdLst/>
              <a:ahLst/>
              <a:cxnLst/>
              <a:rect l="l" t="t" r="r" b="b"/>
              <a:pathLst>
                <a:path w="411" h="361" extrusionOk="0">
                  <a:moveTo>
                    <a:pt x="178" y="1"/>
                  </a:moveTo>
                  <a:cubicBezTo>
                    <a:pt x="114" y="1"/>
                    <a:pt x="53" y="31"/>
                    <a:pt x="23" y="92"/>
                  </a:cubicBezTo>
                  <a:cubicBezTo>
                    <a:pt x="0" y="183"/>
                    <a:pt x="23" y="297"/>
                    <a:pt x="114" y="343"/>
                  </a:cubicBezTo>
                  <a:cubicBezTo>
                    <a:pt x="139" y="355"/>
                    <a:pt x="165" y="361"/>
                    <a:pt x="191" y="361"/>
                  </a:cubicBezTo>
                  <a:cubicBezTo>
                    <a:pt x="262" y="361"/>
                    <a:pt x="332" y="318"/>
                    <a:pt x="365" y="252"/>
                  </a:cubicBezTo>
                  <a:cubicBezTo>
                    <a:pt x="411" y="160"/>
                    <a:pt x="365" y="69"/>
                    <a:pt x="274" y="23"/>
                  </a:cubicBezTo>
                  <a:cubicBezTo>
                    <a:pt x="244" y="8"/>
                    <a:pt x="211"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
            <p:cNvSpPr/>
            <p:nvPr/>
          </p:nvSpPr>
          <p:spPr>
            <a:xfrm>
              <a:off x="5715050" y="1973650"/>
              <a:ext cx="9725" cy="8675"/>
            </a:xfrm>
            <a:custGeom>
              <a:avLst/>
              <a:gdLst/>
              <a:ahLst/>
              <a:cxnLst/>
              <a:rect l="l" t="t" r="r" b="b"/>
              <a:pathLst>
                <a:path w="389" h="347" extrusionOk="0">
                  <a:moveTo>
                    <a:pt x="210" y="1"/>
                  </a:moveTo>
                  <a:cubicBezTo>
                    <a:pt x="142" y="1"/>
                    <a:pt x="81" y="31"/>
                    <a:pt x="46" y="100"/>
                  </a:cubicBezTo>
                  <a:cubicBezTo>
                    <a:pt x="0" y="192"/>
                    <a:pt x="23" y="283"/>
                    <a:pt x="114" y="329"/>
                  </a:cubicBezTo>
                  <a:cubicBezTo>
                    <a:pt x="139" y="341"/>
                    <a:pt x="163" y="347"/>
                    <a:pt x="187" y="347"/>
                  </a:cubicBezTo>
                  <a:cubicBezTo>
                    <a:pt x="251" y="347"/>
                    <a:pt x="309" y="304"/>
                    <a:pt x="343" y="237"/>
                  </a:cubicBezTo>
                  <a:cubicBezTo>
                    <a:pt x="388" y="169"/>
                    <a:pt x="343" y="55"/>
                    <a:pt x="274" y="9"/>
                  </a:cubicBezTo>
                  <a:cubicBezTo>
                    <a:pt x="253" y="4"/>
                    <a:pt x="231" y="1"/>
                    <a:pt x="2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
            <p:cNvSpPr/>
            <p:nvPr/>
          </p:nvSpPr>
          <p:spPr>
            <a:xfrm>
              <a:off x="5635150" y="1886675"/>
              <a:ext cx="11450" cy="10050"/>
            </a:xfrm>
            <a:custGeom>
              <a:avLst/>
              <a:gdLst/>
              <a:ahLst/>
              <a:cxnLst/>
              <a:rect l="l" t="t" r="r" b="b"/>
              <a:pathLst>
                <a:path w="458" h="402" extrusionOk="0">
                  <a:moveTo>
                    <a:pt x="240" y="1"/>
                  </a:moveTo>
                  <a:cubicBezTo>
                    <a:pt x="162" y="1"/>
                    <a:pt x="80" y="43"/>
                    <a:pt x="46" y="110"/>
                  </a:cubicBezTo>
                  <a:cubicBezTo>
                    <a:pt x="1" y="224"/>
                    <a:pt x="46" y="338"/>
                    <a:pt x="138" y="384"/>
                  </a:cubicBezTo>
                  <a:cubicBezTo>
                    <a:pt x="168" y="396"/>
                    <a:pt x="199" y="402"/>
                    <a:pt x="228" y="402"/>
                  </a:cubicBezTo>
                  <a:cubicBezTo>
                    <a:pt x="308" y="402"/>
                    <a:pt x="378" y="359"/>
                    <a:pt x="412" y="293"/>
                  </a:cubicBezTo>
                  <a:cubicBezTo>
                    <a:pt x="457" y="201"/>
                    <a:pt x="412" y="87"/>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
            <p:cNvSpPr/>
            <p:nvPr/>
          </p:nvSpPr>
          <p:spPr>
            <a:xfrm>
              <a:off x="5784100" y="2033900"/>
              <a:ext cx="8000" cy="5600"/>
            </a:xfrm>
            <a:custGeom>
              <a:avLst/>
              <a:gdLst/>
              <a:ahLst/>
              <a:cxnLst/>
              <a:rect l="l" t="t" r="r" b="b"/>
              <a:pathLst>
                <a:path w="320" h="224" extrusionOk="0">
                  <a:moveTo>
                    <a:pt x="144" y="0"/>
                  </a:moveTo>
                  <a:cubicBezTo>
                    <a:pt x="90" y="0"/>
                    <a:pt x="33" y="38"/>
                    <a:pt x="0" y="87"/>
                  </a:cubicBezTo>
                  <a:lnTo>
                    <a:pt x="297" y="224"/>
                  </a:lnTo>
                  <a:cubicBezTo>
                    <a:pt x="320" y="133"/>
                    <a:pt x="297" y="41"/>
                    <a:pt x="206" y="19"/>
                  </a:cubicBezTo>
                  <a:cubicBezTo>
                    <a:pt x="186" y="6"/>
                    <a:pt x="166" y="0"/>
                    <a:pt x="14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
            <p:cNvSpPr/>
            <p:nvPr/>
          </p:nvSpPr>
          <p:spPr>
            <a:xfrm>
              <a:off x="5501050" y="1784200"/>
              <a:ext cx="8600" cy="7650"/>
            </a:xfrm>
            <a:custGeom>
              <a:avLst/>
              <a:gdLst/>
              <a:ahLst/>
              <a:cxnLst/>
              <a:rect l="l" t="t" r="r" b="b"/>
              <a:pathLst>
                <a:path w="344" h="306" extrusionOk="0">
                  <a:moveTo>
                    <a:pt x="174" y="1"/>
                  </a:moveTo>
                  <a:cubicBezTo>
                    <a:pt x="118" y="1"/>
                    <a:pt x="58" y="26"/>
                    <a:pt x="24" y="78"/>
                  </a:cubicBezTo>
                  <a:cubicBezTo>
                    <a:pt x="1" y="169"/>
                    <a:pt x="24" y="260"/>
                    <a:pt x="92" y="283"/>
                  </a:cubicBezTo>
                  <a:cubicBezTo>
                    <a:pt x="123" y="298"/>
                    <a:pt x="153" y="306"/>
                    <a:pt x="181" y="306"/>
                  </a:cubicBezTo>
                  <a:cubicBezTo>
                    <a:pt x="237" y="306"/>
                    <a:pt x="282" y="275"/>
                    <a:pt x="298" y="215"/>
                  </a:cubicBezTo>
                  <a:cubicBezTo>
                    <a:pt x="343" y="146"/>
                    <a:pt x="298" y="55"/>
                    <a:pt x="229" y="9"/>
                  </a:cubicBezTo>
                  <a:cubicBezTo>
                    <a:pt x="212"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
            <p:cNvSpPr/>
            <p:nvPr/>
          </p:nvSpPr>
          <p:spPr>
            <a:xfrm>
              <a:off x="5415475" y="1833850"/>
              <a:ext cx="6850" cy="6425"/>
            </a:xfrm>
            <a:custGeom>
              <a:avLst/>
              <a:gdLst/>
              <a:ahLst/>
              <a:cxnLst/>
              <a:rect l="l" t="t" r="r" b="b"/>
              <a:pathLst>
                <a:path w="274" h="257" extrusionOk="0">
                  <a:moveTo>
                    <a:pt x="142" y="0"/>
                  </a:moveTo>
                  <a:cubicBezTo>
                    <a:pt x="96" y="0"/>
                    <a:pt x="40" y="26"/>
                    <a:pt x="23" y="77"/>
                  </a:cubicBezTo>
                  <a:cubicBezTo>
                    <a:pt x="0" y="146"/>
                    <a:pt x="23" y="214"/>
                    <a:pt x="91" y="237"/>
                  </a:cubicBezTo>
                  <a:cubicBezTo>
                    <a:pt x="105" y="251"/>
                    <a:pt x="122" y="256"/>
                    <a:pt x="140" y="256"/>
                  </a:cubicBezTo>
                  <a:cubicBezTo>
                    <a:pt x="185" y="256"/>
                    <a:pt x="235" y="224"/>
                    <a:pt x="251" y="192"/>
                  </a:cubicBezTo>
                  <a:cubicBezTo>
                    <a:pt x="274" y="123"/>
                    <a:pt x="251" y="55"/>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
            <p:cNvSpPr/>
            <p:nvPr/>
          </p:nvSpPr>
          <p:spPr>
            <a:xfrm>
              <a:off x="5341275" y="1801500"/>
              <a:ext cx="5175" cy="4050"/>
            </a:xfrm>
            <a:custGeom>
              <a:avLst/>
              <a:gdLst/>
              <a:ahLst/>
              <a:cxnLst/>
              <a:rect l="l" t="t" r="r" b="b"/>
              <a:pathLst>
                <a:path w="207" h="162" extrusionOk="0">
                  <a:moveTo>
                    <a:pt x="84" y="1"/>
                  </a:moveTo>
                  <a:cubicBezTo>
                    <a:pt x="49" y="1"/>
                    <a:pt x="15" y="26"/>
                    <a:pt x="1" y="70"/>
                  </a:cubicBezTo>
                  <a:lnTo>
                    <a:pt x="183" y="162"/>
                  </a:lnTo>
                  <a:cubicBezTo>
                    <a:pt x="206" y="93"/>
                    <a:pt x="206" y="48"/>
                    <a:pt x="138" y="25"/>
                  </a:cubicBezTo>
                  <a:cubicBezTo>
                    <a:pt x="121" y="9"/>
                    <a:pt x="102" y="1"/>
                    <a:pt x="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
            <p:cNvSpPr/>
            <p:nvPr/>
          </p:nvSpPr>
          <p:spPr>
            <a:xfrm>
              <a:off x="5377225" y="1368775"/>
              <a:ext cx="8025" cy="7300"/>
            </a:xfrm>
            <a:custGeom>
              <a:avLst/>
              <a:gdLst/>
              <a:ahLst/>
              <a:cxnLst/>
              <a:rect l="l" t="t" r="r" b="b"/>
              <a:pathLst>
                <a:path w="321" h="292" extrusionOk="0">
                  <a:moveTo>
                    <a:pt x="174" y="1"/>
                  </a:moveTo>
                  <a:cubicBezTo>
                    <a:pt x="118" y="1"/>
                    <a:pt x="58" y="26"/>
                    <a:pt x="24" y="78"/>
                  </a:cubicBezTo>
                  <a:cubicBezTo>
                    <a:pt x="1" y="169"/>
                    <a:pt x="24" y="238"/>
                    <a:pt x="92" y="283"/>
                  </a:cubicBezTo>
                  <a:cubicBezTo>
                    <a:pt x="115" y="289"/>
                    <a:pt x="136" y="292"/>
                    <a:pt x="156" y="292"/>
                  </a:cubicBezTo>
                  <a:cubicBezTo>
                    <a:pt x="216" y="292"/>
                    <a:pt x="263" y="266"/>
                    <a:pt x="297" y="215"/>
                  </a:cubicBezTo>
                  <a:cubicBezTo>
                    <a:pt x="320" y="146"/>
                    <a:pt x="297" y="55"/>
                    <a:pt x="229" y="9"/>
                  </a:cubicBezTo>
                  <a:cubicBezTo>
                    <a:pt x="212"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
            <p:cNvSpPr/>
            <p:nvPr/>
          </p:nvSpPr>
          <p:spPr>
            <a:xfrm>
              <a:off x="5240850" y="1570800"/>
              <a:ext cx="10300" cy="9225"/>
            </a:xfrm>
            <a:custGeom>
              <a:avLst/>
              <a:gdLst/>
              <a:ahLst/>
              <a:cxnLst/>
              <a:rect l="l" t="t" r="r" b="b"/>
              <a:pathLst>
                <a:path w="412" h="369" extrusionOk="0">
                  <a:moveTo>
                    <a:pt x="207" y="0"/>
                  </a:moveTo>
                  <a:cubicBezTo>
                    <a:pt x="134" y="0"/>
                    <a:pt x="64" y="30"/>
                    <a:pt x="46" y="100"/>
                  </a:cubicBezTo>
                  <a:cubicBezTo>
                    <a:pt x="0" y="191"/>
                    <a:pt x="23" y="305"/>
                    <a:pt x="115" y="351"/>
                  </a:cubicBezTo>
                  <a:cubicBezTo>
                    <a:pt x="139" y="363"/>
                    <a:pt x="165" y="369"/>
                    <a:pt x="191" y="369"/>
                  </a:cubicBezTo>
                  <a:cubicBezTo>
                    <a:pt x="262" y="369"/>
                    <a:pt x="332" y="326"/>
                    <a:pt x="366" y="260"/>
                  </a:cubicBezTo>
                  <a:cubicBezTo>
                    <a:pt x="411" y="168"/>
                    <a:pt x="366" y="54"/>
                    <a:pt x="274" y="8"/>
                  </a:cubicBezTo>
                  <a:cubicBezTo>
                    <a:pt x="253" y="3"/>
                    <a:pt x="230"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
            <p:cNvSpPr/>
            <p:nvPr/>
          </p:nvSpPr>
          <p:spPr>
            <a:xfrm>
              <a:off x="5700200" y="1861225"/>
              <a:ext cx="8025" cy="7300"/>
            </a:xfrm>
            <a:custGeom>
              <a:avLst/>
              <a:gdLst/>
              <a:ahLst/>
              <a:cxnLst/>
              <a:rect l="l" t="t" r="r" b="b"/>
              <a:pathLst>
                <a:path w="321" h="292" extrusionOk="0">
                  <a:moveTo>
                    <a:pt x="155" y="1"/>
                  </a:moveTo>
                  <a:cubicBezTo>
                    <a:pt x="105" y="1"/>
                    <a:pt x="58" y="27"/>
                    <a:pt x="24" y="78"/>
                  </a:cubicBezTo>
                  <a:cubicBezTo>
                    <a:pt x="1" y="146"/>
                    <a:pt x="24" y="238"/>
                    <a:pt x="92" y="283"/>
                  </a:cubicBezTo>
                  <a:cubicBezTo>
                    <a:pt x="109" y="289"/>
                    <a:pt x="128" y="292"/>
                    <a:pt x="146" y="292"/>
                  </a:cubicBezTo>
                  <a:cubicBezTo>
                    <a:pt x="202" y="292"/>
                    <a:pt x="258" y="266"/>
                    <a:pt x="275" y="215"/>
                  </a:cubicBezTo>
                  <a:cubicBezTo>
                    <a:pt x="320" y="146"/>
                    <a:pt x="275" y="55"/>
                    <a:pt x="206" y="10"/>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
            <p:cNvSpPr/>
            <p:nvPr/>
          </p:nvSpPr>
          <p:spPr>
            <a:xfrm>
              <a:off x="5724750" y="1602375"/>
              <a:ext cx="9725" cy="8600"/>
            </a:xfrm>
            <a:custGeom>
              <a:avLst/>
              <a:gdLst/>
              <a:ahLst/>
              <a:cxnLst/>
              <a:rect l="l" t="t" r="r" b="b"/>
              <a:pathLst>
                <a:path w="389" h="344" extrusionOk="0">
                  <a:moveTo>
                    <a:pt x="179" y="1"/>
                  </a:moveTo>
                  <a:cubicBezTo>
                    <a:pt x="114" y="1"/>
                    <a:pt x="54" y="31"/>
                    <a:pt x="23" y="92"/>
                  </a:cubicBezTo>
                  <a:cubicBezTo>
                    <a:pt x="0" y="183"/>
                    <a:pt x="23" y="275"/>
                    <a:pt x="114" y="320"/>
                  </a:cubicBezTo>
                  <a:cubicBezTo>
                    <a:pt x="145" y="336"/>
                    <a:pt x="175" y="343"/>
                    <a:pt x="204" y="343"/>
                  </a:cubicBezTo>
                  <a:cubicBezTo>
                    <a:pt x="262" y="343"/>
                    <a:pt x="312" y="313"/>
                    <a:pt x="343" y="252"/>
                  </a:cubicBezTo>
                  <a:cubicBezTo>
                    <a:pt x="388" y="161"/>
                    <a:pt x="343" y="46"/>
                    <a:pt x="274" y="24"/>
                  </a:cubicBezTo>
                  <a:cubicBezTo>
                    <a:pt x="244" y="8"/>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
            <p:cNvSpPr/>
            <p:nvPr/>
          </p:nvSpPr>
          <p:spPr>
            <a:xfrm>
              <a:off x="5844575" y="1891825"/>
              <a:ext cx="10875" cy="9575"/>
            </a:xfrm>
            <a:custGeom>
              <a:avLst/>
              <a:gdLst/>
              <a:ahLst/>
              <a:cxnLst/>
              <a:rect l="l" t="t" r="r" b="b"/>
              <a:pathLst>
                <a:path w="435" h="383" extrusionOk="0">
                  <a:moveTo>
                    <a:pt x="221" y="0"/>
                  </a:moveTo>
                  <a:cubicBezTo>
                    <a:pt x="150" y="0"/>
                    <a:pt x="80" y="43"/>
                    <a:pt x="46" y="109"/>
                  </a:cubicBezTo>
                  <a:cubicBezTo>
                    <a:pt x="1" y="201"/>
                    <a:pt x="23" y="315"/>
                    <a:pt x="138" y="360"/>
                  </a:cubicBezTo>
                  <a:cubicBezTo>
                    <a:pt x="166" y="375"/>
                    <a:pt x="198" y="382"/>
                    <a:pt x="228" y="382"/>
                  </a:cubicBezTo>
                  <a:cubicBezTo>
                    <a:pt x="294" y="382"/>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
            <p:cNvSpPr/>
            <p:nvPr/>
          </p:nvSpPr>
          <p:spPr>
            <a:xfrm>
              <a:off x="5359550" y="1650975"/>
              <a:ext cx="7425" cy="6675"/>
            </a:xfrm>
            <a:custGeom>
              <a:avLst/>
              <a:gdLst/>
              <a:ahLst/>
              <a:cxnLst/>
              <a:rect l="l" t="t" r="r" b="b"/>
              <a:pathLst>
                <a:path w="297" h="267" extrusionOk="0">
                  <a:moveTo>
                    <a:pt x="146" y="1"/>
                  </a:moveTo>
                  <a:cubicBezTo>
                    <a:pt x="99" y="1"/>
                    <a:pt x="55" y="33"/>
                    <a:pt x="23" y="65"/>
                  </a:cubicBezTo>
                  <a:cubicBezTo>
                    <a:pt x="0" y="134"/>
                    <a:pt x="23" y="225"/>
                    <a:pt x="91" y="248"/>
                  </a:cubicBezTo>
                  <a:cubicBezTo>
                    <a:pt x="111" y="261"/>
                    <a:pt x="130" y="266"/>
                    <a:pt x="148" y="266"/>
                  </a:cubicBezTo>
                  <a:cubicBezTo>
                    <a:pt x="196" y="266"/>
                    <a:pt x="241" y="229"/>
                    <a:pt x="274" y="180"/>
                  </a:cubicBezTo>
                  <a:cubicBezTo>
                    <a:pt x="297" y="134"/>
                    <a:pt x="274" y="43"/>
                    <a:pt x="206" y="20"/>
                  </a:cubicBezTo>
                  <a:cubicBezTo>
                    <a:pt x="185" y="6"/>
                    <a:pt x="165"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
            <p:cNvSpPr/>
            <p:nvPr/>
          </p:nvSpPr>
          <p:spPr>
            <a:xfrm>
              <a:off x="5780100" y="1671975"/>
              <a:ext cx="6875" cy="6550"/>
            </a:xfrm>
            <a:custGeom>
              <a:avLst/>
              <a:gdLst/>
              <a:ahLst/>
              <a:cxnLst/>
              <a:rect l="l" t="t" r="r" b="b"/>
              <a:pathLst>
                <a:path w="275" h="262" extrusionOk="0">
                  <a:moveTo>
                    <a:pt x="122" y="1"/>
                  </a:moveTo>
                  <a:cubicBezTo>
                    <a:pt x="81" y="1"/>
                    <a:pt x="38" y="26"/>
                    <a:pt x="23" y="70"/>
                  </a:cubicBezTo>
                  <a:cubicBezTo>
                    <a:pt x="0" y="138"/>
                    <a:pt x="23" y="207"/>
                    <a:pt x="69" y="253"/>
                  </a:cubicBezTo>
                  <a:cubicBezTo>
                    <a:pt x="86" y="258"/>
                    <a:pt x="103" y="261"/>
                    <a:pt x="120" y="261"/>
                  </a:cubicBezTo>
                  <a:cubicBezTo>
                    <a:pt x="170" y="261"/>
                    <a:pt x="217" y="235"/>
                    <a:pt x="251" y="184"/>
                  </a:cubicBezTo>
                  <a:cubicBezTo>
                    <a:pt x="274" y="116"/>
                    <a:pt x="251" y="47"/>
                    <a:pt x="183" y="24"/>
                  </a:cubicBezTo>
                  <a:cubicBezTo>
                    <a:pt x="167" y="8"/>
                    <a:pt x="14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
            <p:cNvSpPr/>
            <p:nvPr/>
          </p:nvSpPr>
          <p:spPr>
            <a:xfrm>
              <a:off x="5250550" y="1641875"/>
              <a:ext cx="10300" cy="9475"/>
            </a:xfrm>
            <a:custGeom>
              <a:avLst/>
              <a:gdLst/>
              <a:ahLst/>
              <a:cxnLst/>
              <a:rect l="l" t="t" r="r" b="b"/>
              <a:pathLst>
                <a:path w="412" h="379" extrusionOk="0">
                  <a:moveTo>
                    <a:pt x="221" y="1"/>
                  </a:moveTo>
                  <a:cubicBezTo>
                    <a:pt x="150" y="1"/>
                    <a:pt x="80" y="43"/>
                    <a:pt x="46" y="110"/>
                  </a:cubicBezTo>
                  <a:cubicBezTo>
                    <a:pt x="0" y="201"/>
                    <a:pt x="46" y="315"/>
                    <a:pt x="137" y="361"/>
                  </a:cubicBezTo>
                  <a:cubicBezTo>
                    <a:pt x="162" y="373"/>
                    <a:pt x="186" y="379"/>
                    <a:pt x="210" y="379"/>
                  </a:cubicBezTo>
                  <a:cubicBezTo>
                    <a:pt x="274" y="379"/>
                    <a:pt x="332" y="337"/>
                    <a:pt x="366" y="270"/>
                  </a:cubicBezTo>
                  <a:cubicBezTo>
                    <a:pt x="411" y="178"/>
                    <a:pt x="389" y="64"/>
                    <a:pt x="297"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
            <p:cNvSpPr/>
            <p:nvPr/>
          </p:nvSpPr>
          <p:spPr>
            <a:xfrm>
              <a:off x="6109350" y="1285775"/>
              <a:ext cx="7450" cy="6675"/>
            </a:xfrm>
            <a:custGeom>
              <a:avLst/>
              <a:gdLst/>
              <a:ahLst/>
              <a:cxnLst/>
              <a:rect l="l" t="t" r="r" b="b"/>
              <a:pathLst>
                <a:path w="298" h="267" extrusionOk="0">
                  <a:moveTo>
                    <a:pt x="157" y="1"/>
                  </a:moveTo>
                  <a:cubicBezTo>
                    <a:pt x="113" y="1"/>
                    <a:pt x="62" y="33"/>
                    <a:pt x="46" y="65"/>
                  </a:cubicBezTo>
                  <a:cubicBezTo>
                    <a:pt x="1" y="134"/>
                    <a:pt x="46" y="225"/>
                    <a:pt x="92" y="248"/>
                  </a:cubicBezTo>
                  <a:cubicBezTo>
                    <a:pt x="111" y="261"/>
                    <a:pt x="132" y="266"/>
                    <a:pt x="153" y="266"/>
                  </a:cubicBezTo>
                  <a:cubicBezTo>
                    <a:pt x="206" y="266"/>
                    <a:pt x="258" y="229"/>
                    <a:pt x="274" y="179"/>
                  </a:cubicBezTo>
                  <a:cubicBezTo>
                    <a:pt x="297" y="134"/>
                    <a:pt x="274" y="42"/>
                    <a:pt x="206" y="20"/>
                  </a:cubicBezTo>
                  <a:cubicBezTo>
                    <a:pt x="193" y="6"/>
                    <a:pt x="175" y="1"/>
                    <a:pt x="15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
            <p:cNvSpPr/>
            <p:nvPr/>
          </p:nvSpPr>
          <p:spPr>
            <a:xfrm>
              <a:off x="5862850" y="1991900"/>
              <a:ext cx="6300" cy="5600"/>
            </a:xfrm>
            <a:custGeom>
              <a:avLst/>
              <a:gdLst/>
              <a:ahLst/>
              <a:cxnLst/>
              <a:rect l="l" t="t" r="r" b="b"/>
              <a:pathLst>
                <a:path w="252" h="224" extrusionOk="0">
                  <a:moveTo>
                    <a:pt x="128" y="1"/>
                  </a:moveTo>
                  <a:cubicBezTo>
                    <a:pt x="81" y="1"/>
                    <a:pt x="40" y="22"/>
                    <a:pt x="23" y="55"/>
                  </a:cubicBezTo>
                  <a:cubicBezTo>
                    <a:pt x="0" y="124"/>
                    <a:pt x="23" y="169"/>
                    <a:pt x="91" y="215"/>
                  </a:cubicBezTo>
                  <a:cubicBezTo>
                    <a:pt x="103" y="221"/>
                    <a:pt x="116" y="223"/>
                    <a:pt x="129" y="223"/>
                  </a:cubicBezTo>
                  <a:cubicBezTo>
                    <a:pt x="168" y="223"/>
                    <a:pt x="211" y="198"/>
                    <a:pt x="228" y="146"/>
                  </a:cubicBezTo>
                  <a:cubicBezTo>
                    <a:pt x="251" y="101"/>
                    <a:pt x="228" y="32"/>
                    <a:pt x="183" y="9"/>
                  </a:cubicBezTo>
                  <a:cubicBezTo>
                    <a:pt x="164" y="3"/>
                    <a:pt x="146" y="1"/>
                    <a:pt x="1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
            <p:cNvSpPr/>
            <p:nvPr/>
          </p:nvSpPr>
          <p:spPr>
            <a:xfrm>
              <a:off x="6311925" y="1955575"/>
              <a:ext cx="6300" cy="5975"/>
            </a:xfrm>
            <a:custGeom>
              <a:avLst/>
              <a:gdLst/>
              <a:ahLst/>
              <a:cxnLst/>
              <a:rect l="l" t="t" r="r" b="b"/>
              <a:pathLst>
                <a:path w="252" h="239" extrusionOk="0">
                  <a:moveTo>
                    <a:pt x="112" y="1"/>
                  </a:moveTo>
                  <a:cubicBezTo>
                    <a:pt x="72" y="1"/>
                    <a:pt x="38" y="26"/>
                    <a:pt x="23" y="70"/>
                  </a:cubicBezTo>
                  <a:cubicBezTo>
                    <a:pt x="1" y="116"/>
                    <a:pt x="23" y="184"/>
                    <a:pt x="69" y="230"/>
                  </a:cubicBezTo>
                  <a:cubicBezTo>
                    <a:pt x="86" y="236"/>
                    <a:pt x="103" y="238"/>
                    <a:pt x="120" y="238"/>
                  </a:cubicBezTo>
                  <a:cubicBezTo>
                    <a:pt x="169" y="238"/>
                    <a:pt x="212" y="213"/>
                    <a:pt x="229" y="161"/>
                  </a:cubicBezTo>
                  <a:cubicBezTo>
                    <a:pt x="252" y="116"/>
                    <a:pt x="229" y="47"/>
                    <a:pt x="183" y="25"/>
                  </a:cubicBezTo>
                  <a:cubicBezTo>
                    <a:pt x="159" y="8"/>
                    <a:pt x="135"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
            <p:cNvSpPr/>
            <p:nvPr/>
          </p:nvSpPr>
          <p:spPr>
            <a:xfrm>
              <a:off x="6074550" y="2145400"/>
              <a:ext cx="8000" cy="7300"/>
            </a:xfrm>
            <a:custGeom>
              <a:avLst/>
              <a:gdLst/>
              <a:ahLst/>
              <a:cxnLst/>
              <a:rect l="l" t="t" r="r" b="b"/>
              <a:pathLst>
                <a:path w="320" h="292" extrusionOk="0">
                  <a:moveTo>
                    <a:pt x="174" y="1"/>
                  </a:moveTo>
                  <a:cubicBezTo>
                    <a:pt x="117" y="1"/>
                    <a:pt x="57" y="27"/>
                    <a:pt x="23" y="78"/>
                  </a:cubicBezTo>
                  <a:cubicBezTo>
                    <a:pt x="0" y="146"/>
                    <a:pt x="23" y="238"/>
                    <a:pt x="92" y="283"/>
                  </a:cubicBezTo>
                  <a:cubicBezTo>
                    <a:pt x="109" y="289"/>
                    <a:pt x="127" y="292"/>
                    <a:pt x="146" y="292"/>
                  </a:cubicBezTo>
                  <a:cubicBezTo>
                    <a:pt x="203" y="292"/>
                    <a:pt x="263" y="266"/>
                    <a:pt x="297" y="215"/>
                  </a:cubicBezTo>
                  <a:cubicBezTo>
                    <a:pt x="320" y="146"/>
                    <a:pt x="297" y="55"/>
                    <a:pt x="228"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
            <p:cNvSpPr/>
            <p:nvPr/>
          </p:nvSpPr>
          <p:spPr>
            <a:xfrm>
              <a:off x="6133325" y="2189350"/>
              <a:ext cx="6875" cy="5600"/>
            </a:xfrm>
            <a:custGeom>
              <a:avLst/>
              <a:gdLst/>
              <a:ahLst/>
              <a:cxnLst/>
              <a:rect l="l" t="t" r="r" b="b"/>
              <a:pathLst>
                <a:path w="275" h="224" extrusionOk="0">
                  <a:moveTo>
                    <a:pt x="142" y="0"/>
                  </a:moveTo>
                  <a:cubicBezTo>
                    <a:pt x="102" y="0"/>
                    <a:pt x="56" y="21"/>
                    <a:pt x="23" y="55"/>
                  </a:cubicBezTo>
                  <a:cubicBezTo>
                    <a:pt x="0" y="123"/>
                    <a:pt x="23" y="192"/>
                    <a:pt x="92" y="214"/>
                  </a:cubicBezTo>
                  <a:cubicBezTo>
                    <a:pt x="104" y="221"/>
                    <a:pt x="118" y="223"/>
                    <a:pt x="132" y="223"/>
                  </a:cubicBezTo>
                  <a:cubicBezTo>
                    <a:pt x="172" y="223"/>
                    <a:pt x="218" y="202"/>
                    <a:pt x="251" y="169"/>
                  </a:cubicBezTo>
                  <a:cubicBezTo>
                    <a:pt x="274" y="100"/>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
            <p:cNvSpPr/>
            <p:nvPr/>
          </p:nvSpPr>
          <p:spPr>
            <a:xfrm>
              <a:off x="6122475" y="2098375"/>
              <a:ext cx="9725" cy="8475"/>
            </a:xfrm>
            <a:custGeom>
              <a:avLst/>
              <a:gdLst/>
              <a:ahLst/>
              <a:cxnLst/>
              <a:rect l="l" t="t" r="r" b="b"/>
              <a:pathLst>
                <a:path w="389" h="339" extrusionOk="0">
                  <a:moveTo>
                    <a:pt x="199" y="0"/>
                  </a:moveTo>
                  <a:cubicBezTo>
                    <a:pt x="136" y="0"/>
                    <a:pt x="79" y="38"/>
                    <a:pt x="46" y="87"/>
                  </a:cubicBezTo>
                  <a:cubicBezTo>
                    <a:pt x="1" y="179"/>
                    <a:pt x="23" y="270"/>
                    <a:pt x="115" y="316"/>
                  </a:cubicBezTo>
                  <a:cubicBezTo>
                    <a:pt x="145" y="331"/>
                    <a:pt x="176" y="338"/>
                    <a:pt x="204" y="338"/>
                  </a:cubicBezTo>
                  <a:cubicBezTo>
                    <a:pt x="262" y="338"/>
                    <a:pt x="313" y="308"/>
                    <a:pt x="343" y="247"/>
                  </a:cubicBezTo>
                  <a:cubicBezTo>
                    <a:pt x="389" y="156"/>
                    <a:pt x="343" y="64"/>
                    <a:pt x="274" y="19"/>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
            <p:cNvSpPr/>
            <p:nvPr/>
          </p:nvSpPr>
          <p:spPr>
            <a:xfrm>
              <a:off x="6488250" y="2186500"/>
              <a:ext cx="6875" cy="6150"/>
            </a:xfrm>
            <a:custGeom>
              <a:avLst/>
              <a:gdLst/>
              <a:ahLst/>
              <a:cxnLst/>
              <a:rect l="l" t="t" r="r" b="b"/>
              <a:pathLst>
                <a:path w="275" h="246" extrusionOk="0">
                  <a:moveTo>
                    <a:pt x="142" y="0"/>
                  </a:moveTo>
                  <a:cubicBezTo>
                    <a:pt x="96" y="0"/>
                    <a:pt x="41" y="26"/>
                    <a:pt x="23" y="77"/>
                  </a:cubicBezTo>
                  <a:cubicBezTo>
                    <a:pt x="1" y="123"/>
                    <a:pt x="23" y="214"/>
                    <a:pt x="92" y="237"/>
                  </a:cubicBezTo>
                  <a:cubicBezTo>
                    <a:pt x="103" y="243"/>
                    <a:pt x="116" y="246"/>
                    <a:pt x="130" y="246"/>
                  </a:cubicBezTo>
                  <a:cubicBezTo>
                    <a:pt x="170" y="246"/>
                    <a:pt x="217" y="220"/>
                    <a:pt x="252" y="169"/>
                  </a:cubicBezTo>
                  <a:cubicBezTo>
                    <a:pt x="274" y="123"/>
                    <a:pt x="252" y="55"/>
                    <a:pt x="183" y="9"/>
                  </a:cubicBezTo>
                  <a:cubicBezTo>
                    <a:pt x="172" y="3"/>
                    <a:pt x="158"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
            <p:cNvSpPr/>
            <p:nvPr/>
          </p:nvSpPr>
          <p:spPr>
            <a:xfrm>
              <a:off x="6179550" y="2178825"/>
              <a:ext cx="10275" cy="8925"/>
            </a:xfrm>
            <a:custGeom>
              <a:avLst/>
              <a:gdLst/>
              <a:ahLst/>
              <a:cxnLst/>
              <a:rect l="l" t="t" r="r" b="b"/>
              <a:pathLst>
                <a:path w="411" h="357" extrusionOk="0">
                  <a:moveTo>
                    <a:pt x="199" y="1"/>
                  </a:moveTo>
                  <a:cubicBezTo>
                    <a:pt x="135" y="1"/>
                    <a:pt x="79" y="38"/>
                    <a:pt x="46" y="88"/>
                  </a:cubicBezTo>
                  <a:cubicBezTo>
                    <a:pt x="0" y="179"/>
                    <a:pt x="23" y="293"/>
                    <a:pt x="114" y="339"/>
                  </a:cubicBezTo>
                  <a:cubicBezTo>
                    <a:pt x="139" y="351"/>
                    <a:pt x="165" y="357"/>
                    <a:pt x="191" y="357"/>
                  </a:cubicBezTo>
                  <a:cubicBezTo>
                    <a:pt x="262" y="357"/>
                    <a:pt x="332" y="314"/>
                    <a:pt x="365" y="247"/>
                  </a:cubicBezTo>
                  <a:cubicBezTo>
                    <a:pt x="411" y="156"/>
                    <a:pt x="365" y="65"/>
                    <a:pt x="274" y="19"/>
                  </a:cubicBezTo>
                  <a:cubicBezTo>
                    <a:pt x="248"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
            <p:cNvSpPr/>
            <p:nvPr/>
          </p:nvSpPr>
          <p:spPr>
            <a:xfrm>
              <a:off x="5923325" y="2101675"/>
              <a:ext cx="8025" cy="5750"/>
            </a:xfrm>
            <a:custGeom>
              <a:avLst/>
              <a:gdLst/>
              <a:ahLst/>
              <a:cxnLst/>
              <a:rect l="l" t="t" r="r" b="b"/>
              <a:pathLst>
                <a:path w="321" h="230" extrusionOk="0">
                  <a:moveTo>
                    <a:pt x="117" y="1"/>
                  </a:moveTo>
                  <a:cubicBezTo>
                    <a:pt x="61" y="1"/>
                    <a:pt x="16" y="31"/>
                    <a:pt x="1" y="92"/>
                  </a:cubicBezTo>
                  <a:lnTo>
                    <a:pt x="274" y="229"/>
                  </a:lnTo>
                  <a:cubicBezTo>
                    <a:pt x="320" y="161"/>
                    <a:pt x="274" y="47"/>
                    <a:pt x="206" y="24"/>
                  </a:cubicBezTo>
                  <a:cubicBezTo>
                    <a:pt x="176" y="9"/>
                    <a:pt x="145" y="1"/>
                    <a:pt x="1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
            <p:cNvSpPr/>
            <p:nvPr/>
          </p:nvSpPr>
          <p:spPr>
            <a:xfrm>
              <a:off x="6234900" y="2023875"/>
              <a:ext cx="6875" cy="5950"/>
            </a:xfrm>
            <a:custGeom>
              <a:avLst/>
              <a:gdLst/>
              <a:ahLst/>
              <a:cxnLst/>
              <a:rect l="l" t="t" r="r" b="b"/>
              <a:pathLst>
                <a:path w="275" h="238" extrusionOk="0">
                  <a:moveTo>
                    <a:pt x="145" y="0"/>
                  </a:moveTo>
                  <a:cubicBezTo>
                    <a:pt x="104" y="0"/>
                    <a:pt x="57" y="26"/>
                    <a:pt x="23" y="77"/>
                  </a:cubicBezTo>
                  <a:cubicBezTo>
                    <a:pt x="0" y="123"/>
                    <a:pt x="23" y="191"/>
                    <a:pt x="91" y="214"/>
                  </a:cubicBezTo>
                  <a:cubicBezTo>
                    <a:pt x="108" y="230"/>
                    <a:pt x="127" y="238"/>
                    <a:pt x="146" y="238"/>
                  </a:cubicBezTo>
                  <a:cubicBezTo>
                    <a:pt x="180" y="238"/>
                    <a:pt x="214" y="213"/>
                    <a:pt x="228" y="168"/>
                  </a:cubicBezTo>
                  <a:cubicBezTo>
                    <a:pt x="274" y="100"/>
                    <a:pt x="251" y="32"/>
                    <a:pt x="183" y="9"/>
                  </a:cubicBezTo>
                  <a:cubicBezTo>
                    <a:pt x="171" y="3"/>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
            <p:cNvSpPr/>
            <p:nvPr/>
          </p:nvSpPr>
          <p:spPr>
            <a:xfrm>
              <a:off x="6446600" y="2141750"/>
              <a:ext cx="8575" cy="7525"/>
            </a:xfrm>
            <a:custGeom>
              <a:avLst/>
              <a:gdLst/>
              <a:ahLst/>
              <a:cxnLst/>
              <a:rect l="l" t="t" r="r" b="b"/>
              <a:pathLst>
                <a:path w="343" h="301" extrusionOk="0">
                  <a:moveTo>
                    <a:pt x="176" y="0"/>
                  </a:moveTo>
                  <a:cubicBezTo>
                    <a:pt x="114" y="0"/>
                    <a:pt x="62" y="38"/>
                    <a:pt x="46" y="87"/>
                  </a:cubicBezTo>
                  <a:cubicBezTo>
                    <a:pt x="0" y="155"/>
                    <a:pt x="46" y="247"/>
                    <a:pt x="114" y="292"/>
                  </a:cubicBezTo>
                  <a:cubicBezTo>
                    <a:pt x="132" y="298"/>
                    <a:pt x="150" y="301"/>
                    <a:pt x="169" y="301"/>
                  </a:cubicBezTo>
                  <a:cubicBezTo>
                    <a:pt x="226" y="301"/>
                    <a:pt x="286" y="275"/>
                    <a:pt x="320" y="224"/>
                  </a:cubicBezTo>
                  <a:cubicBezTo>
                    <a:pt x="343" y="133"/>
                    <a:pt x="320" y="64"/>
                    <a:pt x="251" y="19"/>
                  </a:cubicBezTo>
                  <a:cubicBezTo>
                    <a:pt x="226" y="6"/>
                    <a:pt x="200" y="0"/>
                    <a:pt x="17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
            <p:cNvSpPr/>
            <p:nvPr/>
          </p:nvSpPr>
          <p:spPr>
            <a:xfrm>
              <a:off x="6334175" y="2114225"/>
              <a:ext cx="6875" cy="5975"/>
            </a:xfrm>
            <a:custGeom>
              <a:avLst/>
              <a:gdLst/>
              <a:ahLst/>
              <a:cxnLst/>
              <a:rect l="l" t="t" r="r" b="b"/>
              <a:pathLst>
                <a:path w="275" h="239" extrusionOk="0">
                  <a:moveTo>
                    <a:pt x="123" y="0"/>
                  </a:moveTo>
                  <a:cubicBezTo>
                    <a:pt x="82" y="0"/>
                    <a:pt x="38" y="25"/>
                    <a:pt x="24" y="70"/>
                  </a:cubicBezTo>
                  <a:cubicBezTo>
                    <a:pt x="1" y="138"/>
                    <a:pt x="24" y="207"/>
                    <a:pt x="92" y="229"/>
                  </a:cubicBezTo>
                  <a:cubicBezTo>
                    <a:pt x="104" y="235"/>
                    <a:pt x="118" y="238"/>
                    <a:pt x="133" y="238"/>
                  </a:cubicBezTo>
                  <a:cubicBezTo>
                    <a:pt x="173" y="238"/>
                    <a:pt x="218" y="217"/>
                    <a:pt x="252" y="184"/>
                  </a:cubicBezTo>
                  <a:cubicBezTo>
                    <a:pt x="275" y="115"/>
                    <a:pt x="252" y="47"/>
                    <a:pt x="183" y="24"/>
                  </a:cubicBezTo>
                  <a:cubicBezTo>
                    <a:pt x="167" y="8"/>
                    <a:pt x="145" y="0"/>
                    <a:pt x="12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
            <p:cNvSpPr/>
            <p:nvPr/>
          </p:nvSpPr>
          <p:spPr>
            <a:xfrm>
              <a:off x="6487100" y="2171275"/>
              <a:ext cx="7450" cy="6800"/>
            </a:xfrm>
            <a:custGeom>
              <a:avLst/>
              <a:gdLst/>
              <a:ahLst/>
              <a:cxnLst/>
              <a:rect l="l" t="t" r="r" b="b"/>
              <a:pathLst>
                <a:path w="298" h="272" extrusionOk="0">
                  <a:moveTo>
                    <a:pt x="129" y="1"/>
                  </a:moveTo>
                  <a:cubicBezTo>
                    <a:pt x="82" y="1"/>
                    <a:pt x="38" y="26"/>
                    <a:pt x="24" y="70"/>
                  </a:cubicBezTo>
                  <a:cubicBezTo>
                    <a:pt x="1" y="139"/>
                    <a:pt x="24" y="230"/>
                    <a:pt x="92" y="253"/>
                  </a:cubicBezTo>
                  <a:cubicBezTo>
                    <a:pt x="111" y="265"/>
                    <a:pt x="130" y="271"/>
                    <a:pt x="149" y="271"/>
                  </a:cubicBezTo>
                  <a:cubicBezTo>
                    <a:pt x="197" y="271"/>
                    <a:pt x="242" y="234"/>
                    <a:pt x="275" y="184"/>
                  </a:cubicBezTo>
                  <a:cubicBezTo>
                    <a:pt x="298" y="139"/>
                    <a:pt x="275" y="47"/>
                    <a:pt x="206" y="24"/>
                  </a:cubicBezTo>
                  <a:cubicBezTo>
                    <a:pt x="182" y="8"/>
                    <a:pt x="155"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
            <p:cNvSpPr/>
            <p:nvPr/>
          </p:nvSpPr>
          <p:spPr>
            <a:xfrm>
              <a:off x="5616325" y="1456100"/>
              <a:ext cx="9150" cy="7850"/>
            </a:xfrm>
            <a:custGeom>
              <a:avLst/>
              <a:gdLst/>
              <a:ahLst/>
              <a:cxnLst/>
              <a:rect l="l" t="t" r="r" b="b"/>
              <a:pathLst>
                <a:path w="366" h="314" extrusionOk="0">
                  <a:moveTo>
                    <a:pt x="197" y="0"/>
                  </a:moveTo>
                  <a:cubicBezTo>
                    <a:pt x="134" y="0"/>
                    <a:pt x="64" y="30"/>
                    <a:pt x="46" y="100"/>
                  </a:cubicBezTo>
                  <a:cubicBezTo>
                    <a:pt x="1" y="168"/>
                    <a:pt x="23" y="260"/>
                    <a:pt x="115" y="305"/>
                  </a:cubicBezTo>
                  <a:cubicBezTo>
                    <a:pt x="132" y="311"/>
                    <a:pt x="152" y="314"/>
                    <a:pt x="172" y="314"/>
                  </a:cubicBezTo>
                  <a:cubicBezTo>
                    <a:pt x="234" y="314"/>
                    <a:pt x="303" y="288"/>
                    <a:pt x="320" y="237"/>
                  </a:cubicBezTo>
                  <a:cubicBezTo>
                    <a:pt x="366" y="146"/>
                    <a:pt x="320" y="54"/>
                    <a:pt x="252" y="9"/>
                  </a:cubicBezTo>
                  <a:cubicBezTo>
                    <a:pt x="235" y="3"/>
                    <a:pt x="217"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
            <p:cNvSpPr/>
            <p:nvPr/>
          </p:nvSpPr>
          <p:spPr>
            <a:xfrm>
              <a:off x="6119625" y="1335100"/>
              <a:ext cx="6875" cy="5600"/>
            </a:xfrm>
            <a:custGeom>
              <a:avLst/>
              <a:gdLst/>
              <a:ahLst/>
              <a:cxnLst/>
              <a:rect l="l" t="t" r="r" b="b"/>
              <a:pathLst>
                <a:path w="275" h="224" extrusionOk="0">
                  <a:moveTo>
                    <a:pt x="129" y="1"/>
                  </a:moveTo>
                  <a:cubicBezTo>
                    <a:pt x="81" y="1"/>
                    <a:pt x="40" y="22"/>
                    <a:pt x="23" y="55"/>
                  </a:cubicBezTo>
                  <a:cubicBezTo>
                    <a:pt x="0" y="124"/>
                    <a:pt x="23" y="192"/>
                    <a:pt x="69" y="215"/>
                  </a:cubicBezTo>
                  <a:cubicBezTo>
                    <a:pt x="87" y="221"/>
                    <a:pt x="106" y="224"/>
                    <a:pt x="123" y="224"/>
                  </a:cubicBezTo>
                  <a:cubicBezTo>
                    <a:pt x="171" y="224"/>
                    <a:pt x="212" y="203"/>
                    <a:pt x="229" y="169"/>
                  </a:cubicBezTo>
                  <a:cubicBezTo>
                    <a:pt x="274" y="101"/>
                    <a:pt x="252" y="32"/>
                    <a:pt x="183" y="10"/>
                  </a:cubicBezTo>
                  <a:cubicBezTo>
                    <a:pt x="165" y="4"/>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
            <p:cNvSpPr/>
            <p:nvPr/>
          </p:nvSpPr>
          <p:spPr>
            <a:xfrm>
              <a:off x="6379250" y="2269800"/>
              <a:ext cx="7450" cy="6550"/>
            </a:xfrm>
            <a:custGeom>
              <a:avLst/>
              <a:gdLst/>
              <a:ahLst/>
              <a:cxnLst/>
              <a:rect l="l" t="t" r="r" b="b"/>
              <a:pathLst>
                <a:path w="298" h="262" extrusionOk="0">
                  <a:moveTo>
                    <a:pt x="156" y="1"/>
                  </a:moveTo>
                  <a:cubicBezTo>
                    <a:pt x="107" y="1"/>
                    <a:pt x="64" y="27"/>
                    <a:pt x="47" y="78"/>
                  </a:cubicBezTo>
                  <a:cubicBezTo>
                    <a:pt x="1" y="146"/>
                    <a:pt x="47" y="215"/>
                    <a:pt x="92" y="238"/>
                  </a:cubicBezTo>
                  <a:cubicBezTo>
                    <a:pt x="117" y="254"/>
                    <a:pt x="141" y="261"/>
                    <a:pt x="164" y="261"/>
                  </a:cubicBezTo>
                  <a:cubicBezTo>
                    <a:pt x="206" y="261"/>
                    <a:pt x="245" y="236"/>
                    <a:pt x="275" y="192"/>
                  </a:cubicBezTo>
                  <a:cubicBezTo>
                    <a:pt x="298" y="124"/>
                    <a:pt x="275" y="55"/>
                    <a:pt x="206" y="9"/>
                  </a:cubicBezTo>
                  <a:cubicBezTo>
                    <a:pt x="189" y="4"/>
                    <a:pt x="172"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
            <p:cNvSpPr/>
            <p:nvPr/>
          </p:nvSpPr>
          <p:spPr>
            <a:xfrm>
              <a:off x="5894225" y="1387375"/>
              <a:ext cx="7450" cy="6775"/>
            </a:xfrm>
            <a:custGeom>
              <a:avLst/>
              <a:gdLst/>
              <a:ahLst/>
              <a:cxnLst/>
              <a:rect l="l" t="t" r="r" b="b"/>
              <a:pathLst>
                <a:path w="298" h="271" extrusionOk="0">
                  <a:moveTo>
                    <a:pt x="159" y="0"/>
                  </a:moveTo>
                  <a:cubicBezTo>
                    <a:pt x="115" y="0"/>
                    <a:pt x="63" y="38"/>
                    <a:pt x="46" y="87"/>
                  </a:cubicBezTo>
                  <a:cubicBezTo>
                    <a:pt x="0" y="133"/>
                    <a:pt x="23" y="224"/>
                    <a:pt x="92" y="247"/>
                  </a:cubicBezTo>
                  <a:cubicBezTo>
                    <a:pt x="116" y="263"/>
                    <a:pt x="143" y="271"/>
                    <a:pt x="169" y="271"/>
                  </a:cubicBezTo>
                  <a:cubicBezTo>
                    <a:pt x="216" y="271"/>
                    <a:pt x="260" y="245"/>
                    <a:pt x="274" y="201"/>
                  </a:cubicBezTo>
                  <a:cubicBezTo>
                    <a:pt x="297" y="133"/>
                    <a:pt x="274" y="41"/>
                    <a:pt x="206" y="19"/>
                  </a:cubicBezTo>
                  <a:cubicBezTo>
                    <a:pt x="193" y="6"/>
                    <a:pt x="177" y="0"/>
                    <a:pt x="15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
            <p:cNvSpPr/>
            <p:nvPr/>
          </p:nvSpPr>
          <p:spPr>
            <a:xfrm>
              <a:off x="6001500" y="1393650"/>
              <a:ext cx="11450" cy="10050"/>
            </a:xfrm>
            <a:custGeom>
              <a:avLst/>
              <a:gdLst/>
              <a:ahLst/>
              <a:cxnLst/>
              <a:rect l="l" t="t" r="r" b="b"/>
              <a:pathLst>
                <a:path w="458" h="402" extrusionOk="0">
                  <a:moveTo>
                    <a:pt x="230" y="1"/>
                  </a:moveTo>
                  <a:cubicBezTo>
                    <a:pt x="150" y="1"/>
                    <a:pt x="80" y="43"/>
                    <a:pt x="46" y="110"/>
                  </a:cubicBezTo>
                  <a:cubicBezTo>
                    <a:pt x="1" y="201"/>
                    <a:pt x="46" y="338"/>
                    <a:pt x="138" y="384"/>
                  </a:cubicBezTo>
                  <a:cubicBezTo>
                    <a:pt x="162" y="396"/>
                    <a:pt x="190" y="402"/>
                    <a:pt x="218" y="402"/>
                  </a:cubicBezTo>
                  <a:cubicBezTo>
                    <a:pt x="296" y="402"/>
                    <a:pt x="378" y="359"/>
                    <a:pt x="411" y="293"/>
                  </a:cubicBezTo>
                  <a:cubicBezTo>
                    <a:pt x="457" y="178"/>
                    <a:pt x="411" y="64"/>
                    <a:pt x="320" y="19"/>
                  </a:cubicBezTo>
                  <a:cubicBezTo>
                    <a:pt x="290"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
            <p:cNvSpPr/>
            <p:nvPr/>
          </p:nvSpPr>
          <p:spPr>
            <a:xfrm>
              <a:off x="6008350" y="1367625"/>
              <a:ext cx="6875" cy="5625"/>
            </a:xfrm>
            <a:custGeom>
              <a:avLst/>
              <a:gdLst/>
              <a:ahLst/>
              <a:cxnLst/>
              <a:rect l="l" t="t" r="r" b="b"/>
              <a:pathLst>
                <a:path w="275" h="225" extrusionOk="0">
                  <a:moveTo>
                    <a:pt x="143" y="1"/>
                  </a:moveTo>
                  <a:cubicBezTo>
                    <a:pt x="104" y="1"/>
                    <a:pt x="63" y="22"/>
                    <a:pt x="46" y="55"/>
                  </a:cubicBezTo>
                  <a:cubicBezTo>
                    <a:pt x="0" y="124"/>
                    <a:pt x="46" y="192"/>
                    <a:pt x="92" y="215"/>
                  </a:cubicBezTo>
                  <a:cubicBezTo>
                    <a:pt x="104" y="221"/>
                    <a:pt x="118" y="224"/>
                    <a:pt x="133" y="224"/>
                  </a:cubicBezTo>
                  <a:cubicBezTo>
                    <a:pt x="173" y="224"/>
                    <a:pt x="218" y="203"/>
                    <a:pt x="252" y="169"/>
                  </a:cubicBezTo>
                  <a:cubicBezTo>
                    <a:pt x="274" y="101"/>
                    <a:pt x="252" y="32"/>
                    <a:pt x="183" y="10"/>
                  </a:cubicBezTo>
                  <a:cubicBezTo>
                    <a:pt x="171" y="4"/>
                    <a:pt x="157"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
            <p:cNvSpPr/>
            <p:nvPr/>
          </p:nvSpPr>
          <p:spPr>
            <a:xfrm>
              <a:off x="5362975" y="1316625"/>
              <a:ext cx="10850" cy="10050"/>
            </a:xfrm>
            <a:custGeom>
              <a:avLst/>
              <a:gdLst/>
              <a:ahLst/>
              <a:cxnLst/>
              <a:rect l="l" t="t" r="r" b="b"/>
              <a:pathLst>
                <a:path w="434" h="402" extrusionOk="0">
                  <a:moveTo>
                    <a:pt x="220" y="0"/>
                  </a:moveTo>
                  <a:cubicBezTo>
                    <a:pt x="149" y="0"/>
                    <a:pt x="79" y="43"/>
                    <a:pt x="46" y="110"/>
                  </a:cubicBezTo>
                  <a:cubicBezTo>
                    <a:pt x="0" y="224"/>
                    <a:pt x="23" y="338"/>
                    <a:pt x="137" y="383"/>
                  </a:cubicBezTo>
                  <a:cubicBezTo>
                    <a:pt x="161" y="396"/>
                    <a:pt x="188" y="401"/>
                    <a:pt x="214" y="401"/>
                  </a:cubicBezTo>
                  <a:cubicBezTo>
                    <a:pt x="285" y="401"/>
                    <a:pt x="355" y="359"/>
                    <a:pt x="388" y="292"/>
                  </a:cubicBezTo>
                  <a:cubicBezTo>
                    <a:pt x="434" y="201"/>
                    <a:pt x="411"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
            <p:cNvSpPr/>
            <p:nvPr/>
          </p:nvSpPr>
          <p:spPr>
            <a:xfrm>
              <a:off x="5700775" y="1946600"/>
              <a:ext cx="10875" cy="9575"/>
            </a:xfrm>
            <a:custGeom>
              <a:avLst/>
              <a:gdLst/>
              <a:ahLst/>
              <a:cxnLst/>
              <a:rect l="l" t="t" r="r" b="b"/>
              <a:pathLst>
                <a:path w="435" h="383" extrusionOk="0">
                  <a:moveTo>
                    <a:pt x="221" y="0"/>
                  </a:moveTo>
                  <a:cubicBezTo>
                    <a:pt x="150" y="0"/>
                    <a:pt x="80" y="43"/>
                    <a:pt x="46" y="110"/>
                  </a:cubicBezTo>
                  <a:cubicBezTo>
                    <a:pt x="1" y="201"/>
                    <a:pt x="46" y="315"/>
                    <a:pt x="138" y="361"/>
                  </a:cubicBezTo>
                  <a:cubicBezTo>
                    <a:pt x="167" y="375"/>
                    <a:pt x="198" y="383"/>
                    <a:pt x="228" y="383"/>
                  </a:cubicBezTo>
                  <a:cubicBezTo>
                    <a:pt x="294" y="383"/>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
            <p:cNvSpPr/>
            <p:nvPr/>
          </p:nvSpPr>
          <p:spPr>
            <a:xfrm>
              <a:off x="5855425" y="1750525"/>
              <a:ext cx="6300" cy="5850"/>
            </a:xfrm>
            <a:custGeom>
              <a:avLst/>
              <a:gdLst/>
              <a:ahLst/>
              <a:cxnLst/>
              <a:rect l="l" t="t" r="r" b="b"/>
              <a:pathLst>
                <a:path w="252" h="234" extrusionOk="0">
                  <a:moveTo>
                    <a:pt x="132" y="1"/>
                  </a:moveTo>
                  <a:cubicBezTo>
                    <a:pt x="83" y="1"/>
                    <a:pt x="40" y="27"/>
                    <a:pt x="23" y="78"/>
                  </a:cubicBezTo>
                  <a:cubicBezTo>
                    <a:pt x="0" y="124"/>
                    <a:pt x="23" y="192"/>
                    <a:pt x="69" y="215"/>
                  </a:cubicBezTo>
                  <a:cubicBezTo>
                    <a:pt x="89" y="228"/>
                    <a:pt x="109" y="234"/>
                    <a:pt x="128" y="234"/>
                  </a:cubicBezTo>
                  <a:cubicBezTo>
                    <a:pt x="173" y="234"/>
                    <a:pt x="212" y="201"/>
                    <a:pt x="229" y="169"/>
                  </a:cubicBezTo>
                  <a:cubicBezTo>
                    <a:pt x="251" y="101"/>
                    <a:pt x="229" y="32"/>
                    <a:pt x="183" y="9"/>
                  </a:cubicBezTo>
                  <a:cubicBezTo>
                    <a:pt x="166" y="4"/>
                    <a:pt x="149" y="1"/>
                    <a:pt x="1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
            <p:cNvSpPr/>
            <p:nvPr/>
          </p:nvSpPr>
          <p:spPr>
            <a:xfrm>
              <a:off x="6088250" y="2038450"/>
              <a:ext cx="9725" cy="8675"/>
            </a:xfrm>
            <a:custGeom>
              <a:avLst/>
              <a:gdLst/>
              <a:ahLst/>
              <a:cxnLst/>
              <a:rect l="l" t="t" r="r" b="b"/>
              <a:pathLst>
                <a:path w="389" h="347" extrusionOk="0">
                  <a:moveTo>
                    <a:pt x="194" y="1"/>
                  </a:moveTo>
                  <a:cubicBezTo>
                    <a:pt x="124" y="1"/>
                    <a:pt x="56" y="38"/>
                    <a:pt x="23" y="88"/>
                  </a:cubicBezTo>
                  <a:cubicBezTo>
                    <a:pt x="0" y="179"/>
                    <a:pt x="23" y="293"/>
                    <a:pt x="114" y="339"/>
                  </a:cubicBezTo>
                  <a:cubicBezTo>
                    <a:pt x="136" y="344"/>
                    <a:pt x="157" y="347"/>
                    <a:pt x="178" y="347"/>
                  </a:cubicBezTo>
                  <a:cubicBezTo>
                    <a:pt x="246" y="347"/>
                    <a:pt x="308" y="317"/>
                    <a:pt x="342" y="247"/>
                  </a:cubicBezTo>
                  <a:cubicBezTo>
                    <a:pt x="388" y="156"/>
                    <a:pt x="342" y="65"/>
                    <a:pt x="274" y="19"/>
                  </a:cubicBezTo>
                  <a:cubicBezTo>
                    <a:pt x="248" y="6"/>
                    <a:pt x="221" y="1"/>
                    <a:pt x="19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
            <p:cNvSpPr/>
            <p:nvPr/>
          </p:nvSpPr>
          <p:spPr>
            <a:xfrm>
              <a:off x="6130475" y="2013600"/>
              <a:ext cx="6300" cy="5600"/>
            </a:xfrm>
            <a:custGeom>
              <a:avLst/>
              <a:gdLst/>
              <a:ahLst/>
              <a:cxnLst/>
              <a:rect l="l" t="t" r="r" b="b"/>
              <a:pathLst>
                <a:path w="252" h="224" extrusionOk="0">
                  <a:moveTo>
                    <a:pt x="136" y="0"/>
                  </a:moveTo>
                  <a:cubicBezTo>
                    <a:pt x="93" y="0"/>
                    <a:pt x="63" y="26"/>
                    <a:pt x="46" y="77"/>
                  </a:cubicBezTo>
                  <a:cubicBezTo>
                    <a:pt x="0" y="123"/>
                    <a:pt x="23" y="191"/>
                    <a:pt x="91" y="214"/>
                  </a:cubicBezTo>
                  <a:cubicBezTo>
                    <a:pt x="104" y="220"/>
                    <a:pt x="118" y="223"/>
                    <a:pt x="132" y="223"/>
                  </a:cubicBezTo>
                  <a:cubicBezTo>
                    <a:pt x="170" y="223"/>
                    <a:pt x="212" y="202"/>
                    <a:pt x="228" y="169"/>
                  </a:cubicBezTo>
                  <a:cubicBezTo>
                    <a:pt x="251" y="100"/>
                    <a:pt x="228" y="55"/>
                    <a:pt x="183" y="9"/>
                  </a:cubicBezTo>
                  <a:cubicBezTo>
                    <a:pt x="166" y="3"/>
                    <a:pt x="150" y="0"/>
                    <a:pt x="13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
            <p:cNvSpPr/>
            <p:nvPr/>
          </p:nvSpPr>
          <p:spPr>
            <a:xfrm>
              <a:off x="6356425" y="1213000"/>
              <a:ext cx="8025" cy="6975"/>
            </a:xfrm>
            <a:custGeom>
              <a:avLst/>
              <a:gdLst/>
              <a:ahLst/>
              <a:cxnLst/>
              <a:rect l="l" t="t" r="r" b="b"/>
              <a:pathLst>
                <a:path w="321" h="279" extrusionOk="0">
                  <a:moveTo>
                    <a:pt x="175" y="0"/>
                  </a:moveTo>
                  <a:cubicBezTo>
                    <a:pt x="119" y="0"/>
                    <a:pt x="64" y="26"/>
                    <a:pt x="47" y="77"/>
                  </a:cubicBezTo>
                  <a:cubicBezTo>
                    <a:pt x="1" y="146"/>
                    <a:pt x="47" y="237"/>
                    <a:pt x="115" y="260"/>
                  </a:cubicBezTo>
                  <a:cubicBezTo>
                    <a:pt x="134" y="273"/>
                    <a:pt x="153" y="278"/>
                    <a:pt x="172" y="278"/>
                  </a:cubicBezTo>
                  <a:cubicBezTo>
                    <a:pt x="220" y="278"/>
                    <a:pt x="265" y="241"/>
                    <a:pt x="298" y="192"/>
                  </a:cubicBezTo>
                  <a:cubicBezTo>
                    <a:pt x="320" y="123"/>
                    <a:pt x="298" y="55"/>
                    <a:pt x="229" y="9"/>
                  </a:cubicBezTo>
                  <a:cubicBezTo>
                    <a:pt x="212" y="3"/>
                    <a:pt x="194"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
            <p:cNvSpPr/>
            <p:nvPr/>
          </p:nvSpPr>
          <p:spPr>
            <a:xfrm>
              <a:off x="6440325" y="1140150"/>
              <a:ext cx="6875" cy="5975"/>
            </a:xfrm>
            <a:custGeom>
              <a:avLst/>
              <a:gdLst/>
              <a:ahLst/>
              <a:cxnLst/>
              <a:rect l="l" t="t" r="r" b="b"/>
              <a:pathLst>
                <a:path w="275" h="239" extrusionOk="0">
                  <a:moveTo>
                    <a:pt x="112" y="0"/>
                  </a:moveTo>
                  <a:cubicBezTo>
                    <a:pt x="72" y="0"/>
                    <a:pt x="38" y="26"/>
                    <a:pt x="23" y="70"/>
                  </a:cubicBezTo>
                  <a:cubicBezTo>
                    <a:pt x="0" y="138"/>
                    <a:pt x="23" y="207"/>
                    <a:pt x="92" y="230"/>
                  </a:cubicBezTo>
                  <a:cubicBezTo>
                    <a:pt x="103" y="235"/>
                    <a:pt x="116" y="238"/>
                    <a:pt x="129" y="238"/>
                  </a:cubicBezTo>
                  <a:cubicBezTo>
                    <a:pt x="169" y="238"/>
                    <a:pt x="211" y="213"/>
                    <a:pt x="229" y="161"/>
                  </a:cubicBezTo>
                  <a:cubicBezTo>
                    <a:pt x="274" y="116"/>
                    <a:pt x="251" y="47"/>
                    <a:pt x="183" y="24"/>
                  </a:cubicBezTo>
                  <a:cubicBezTo>
                    <a:pt x="159" y="8"/>
                    <a:pt x="134" y="0"/>
                    <a:pt x="11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
            <p:cNvSpPr/>
            <p:nvPr/>
          </p:nvSpPr>
          <p:spPr>
            <a:xfrm>
              <a:off x="5971250" y="1554575"/>
              <a:ext cx="9725" cy="8675"/>
            </a:xfrm>
            <a:custGeom>
              <a:avLst/>
              <a:gdLst/>
              <a:ahLst/>
              <a:cxnLst/>
              <a:rect l="l" t="t" r="r" b="b"/>
              <a:pathLst>
                <a:path w="389" h="347" extrusionOk="0">
                  <a:moveTo>
                    <a:pt x="189" y="0"/>
                  </a:moveTo>
                  <a:cubicBezTo>
                    <a:pt x="127" y="0"/>
                    <a:pt x="57" y="43"/>
                    <a:pt x="24" y="110"/>
                  </a:cubicBezTo>
                  <a:cubicBezTo>
                    <a:pt x="1" y="178"/>
                    <a:pt x="24" y="292"/>
                    <a:pt x="115" y="338"/>
                  </a:cubicBezTo>
                  <a:cubicBezTo>
                    <a:pt x="137" y="343"/>
                    <a:pt x="158" y="346"/>
                    <a:pt x="179" y="346"/>
                  </a:cubicBezTo>
                  <a:cubicBezTo>
                    <a:pt x="247" y="346"/>
                    <a:pt x="308" y="316"/>
                    <a:pt x="343" y="247"/>
                  </a:cubicBezTo>
                  <a:cubicBezTo>
                    <a:pt x="389" y="178"/>
                    <a:pt x="343" y="64"/>
                    <a:pt x="252" y="18"/>
                  </a:cubicBezTo>
                  <a:cubicBezTo>
                    <a:pt x="234" y="6"/>
                    <a:pt x="212"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
            <p:cNvSpPr/>
            <p:nvPr/>
          </p:nvSpPr>
          <p:spPr>
            <a:xfrm>
              <a:off x="5831450" y="1597350"/>
              <a:ext cx="6875" cy="6225"/>
            </a:xfrm>
            <a:custGeom>
              <a:avLst/>
              <a:gdLst/>
              <a:ahLst/>
              <a:cxnLst/>
              <a:rect l="l" t="t" r="r" b="b"/>
              <a:pathLst>
                <a:path w="275" h="249" extrusionOk="0">
                  <a:moveTo>
                    <a:pt x="138" y="0"/>
                  </a:moveTo>
                  <a:cubicBezTo>
                    <a:pt x="99" y="0"/>
                    <a:pt x="56" y="33"/>
                    <a:pt x="23" y="65"/>
                  </a:cubicBezTo>
                  <a:cubicBezTo>
                    <a:pt x="1" y="133"/>
                    <a:pt x="23" y="202"/>
                    <a:pt x="92" y="225"/>
                  </a:cubicBezTo>
                  <a:cubicBezTo>
                    <a:pt x="108" y="241"/>
                    <a:pt x="130" y="248"/>
                    <a:pt x="153" y="248"/>
                  </a:cubicBezTo>
                  <a:cubicBezTo>
                    <a:pt x="194" y="248"/>
                    <a:pt x="237" y="223"/>
                    <a:pt x="252" y="179"/>
                  </a:cubicBezTo>
                  <a:cubicBezTo>
                    <a:pt x="275" y="111"/>
                    <a:pt x="252" y="42"/>
                    <a:pt x="183" y="19"/>
                  </a:cubicBezTo>
                  <a:cubicBezTo>
                    <a:pt x="170" y="6"/>
                    <a:pt x="155" y="0"/>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
            <p:cNvSpPr/>
            <p:nvPr/>
          </p:nvSpPr>
          <p:spPr>
            <a:xfrm>
              <a:off x="6038600" y="1537125"/>
              <a:ext cx="7425" cy="6725"/>
            </a:xfrm>
            <a:custGeom>
              <a:avLst/>
              <a:gdLst/>
              <a:ahLst/>
              <a:cxnLst/>
              <a:rect l="l" t="t" r="r" b="b"/>
              <a:pathLst>
                <a:path w="297" h="269" extrusionOk="0">
                  <a:moveTo>
                    <a:pt x="155" y="0"/>
                  </a:moveTo>
                  <a:cubicBezTo>
                    <a:pt x="104" y="0"/>
                    <a:pt x="57" y="26"/>
                    <a:pt x="23" y="77"/>
                  </a:cubicBezTo>
                  <a:cubicBezTo>
                    <a:pt x="0" y="146"/>
                    <a:pt x="23" y="214"/>
                    <a:pt x="92" y="260"/>
                  </a:cubicBezTo>
                  <a:cubicBezTo>
                    <a:pt x="109" y="266"/>
                    <a:pt x="126" y="268"/>
                    <a:pt x="142" y="268"/>
                  </a:cubicBezTo>
                  <a:cubicBezTo>
                    <a:pt x="191" y="268"/>
                    <a:pt x="234" y="243"/>
                    <a:pt x="251" y="191"/>
                  </a:cubicBezTo>
                  <a:cubicBezTo>
                    <a:pt x="297" y="123"/>
                    <a:pt x="274" y="54"/>
                    <a:pt x="206" y="9"/>
                  </a:cubicBezTo>
                  <a:cubicBezTo>
                    <a:pt x="189" y="3"/>
                    <a:pt x="171"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
            <p:cNvSpPr/>
            <p:nvPr/>
          </p:nvSpPr>
          <p:spPr>
            <a:xfrm>
              <a:off x="5843425" y="1571125"/>
              <a:ext cx="10875" cy="9475"/>
            </a:xfrm>
            <a:custGeom>
              <a:avLst/>
              <a:gdLst/>
              <a:ahLst/>
              <a:cxnLst/>
              <a:rect l="l" t="t" r="r" b="b"/>
              <a:pathLst>
                <a:path w="435" h="379" extrusionOk="0">
                  <a:moveTo>
                    <a:pt x="221" y="0"/>
                  </a:moveTo>
                  <a:cubicBezTo>
                    <a:pt x="150" y="0"/>
                    <a:pt x="80" y="43"/>
                    <a:pt x="47" y="110"/>
                  </a:cubicBezTo>
                  <a:cubicBezTo>
                    <a:pt x="1" y="201"/>
                    <a:pt x="47" y="315"/>
                    <a:pt x="138" y="361"/>
                  </a:cubicBezTo>
                  <a:cubicBezTo>
                    <a:pt x="162" y="373"/>
                    <a:pt x="189" y="379"/>
                    <a:pt x="214" y="379"/>
                  </a:cubicBezTo>
                  <a:cubicBezTo>
                    <a:pt x="285" y="379"/>
                    <a:pt x="356" y="336"/>
                    <a:pt x="389" y="269"/>
                  </a:cubicBezTo>
                  <a:cubicBezTo>
                    <a:pt x="435" y="178"/>
                    <a:pt x="389" y="64"/>
                    <a:pt x="298"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
            <p:cNvSpPr/>
            <p:nvPr/>
          </p:nvSpPr>
          <p:spPr>
            <a:xfrm>
              <a:off x="5876525" y="1557650"/>
              <a:ext cx="8025" cy="6750"/>
            </a:xfrm>
            <a:custGeom>
              <a:avLst/>
              <a:gdLst/>
              <a:ahLst/>
              <a:cxnLst/>
              <a:rect l="l" t="t" r="r" b="b"/>
              <a:pathLst>
                <a:path w="321" h="270" extrusionOk="0">
                  <a:moveTo>
                    <a:pt x="175" y="1"/>
                  </a:moveTo>
                  <a:cubicBezTo>
                    <a:pt x="119" y="1"/>
                    <a:pt x="64" y="27"/>
                    <a:pt x="47" y="78"/>
                  </a:cubicBezTo>
                  <a:cubicBezTo>
                    <a:pt x="1" y="146"/>
                    <a:pt x="24" y="215"/>
                    <a:pt x="92" y="261"/>
                  </a:cubicBezTo>
                  <a:cubicBezTo>
                    <a:pt x="109" y="266"/>
                    <a:pt x="128" y="269"/>
                    <a:pt x="146" y="269"/>
                  </a:cubicBezTo>
                  <a:cubicBezTo>
                    <a:pt x="202" y="269"/>
                    <a:pt x="258" y="243"/>
                    <a:pt x="275" y="192"/>
                  </a:cubicBezTo>
                  <a:cubicBezTo>
                    <a:pt x="320" y="124"/>
                    <a:pt x="298" y="32"/>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
            <p:cNvSpPr/>
            <p:nvPr/>
          </p:nvSpPr>
          <p:spPr>
            <a:xfrm>
              <a:off x="5967825" y="1547400"/>
              <a:ext cx="9175" cy="7650"/>
            </a:xfrm>
            <a:custGeom>
              <a:avLst/>
              <a:gdLst/>
              <a:ahLst/>
              <a:cxnLst/>
              <a:rect l="l" t="t" r="r" b="b"/>
              <a:pathLst>
                <a:path w="367" h="306" extrusionOk="0">
                  <a:moveTo>
                    <a:pt x="197" y="0"/>
                  </a:moveTo>
                  <a:cubicBezTo>
                    <a:pt x="141" y="0"/>
                    <a:pt x="81" y="26"/>
                    <a:pt x="47" y="77"/>
                  </a:cubicBezTo>
                  <a:cubicBezTo>
                    <a:pt x="1" y="168"/>
                    <a:pt x="47" y="260"/>
                    <a:pt x="115" y="283"/>
                  </a:cubicBezTo>
                  <a:cubicBezTo>
                    <a:pt x="145" y="298"/>
                    <a:pt x="176" y="305"/>
                    <a:pt x="204" y="305"/>
                  </a:cubicBezTo>
                  <a:cubicBezTo>
                    <a:pt x="260" y="305"/>
                    <a:pt x="305" y="275"/>
                    <a:pt x="320" y="214"/>
                  </a:cubicBezTo>
                  <a:cubicBezTo>
                    <a:pt x="366" y="146"/>
                    <a:pt x="320" y="54"/>
                    <a:pt x="252" y="9"/>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
            <p:cNvSpPr/>
            <p:nvPr/>
          </p:nvSpPr>
          <p:spPr>
            <a:xfrm>
              <a:off x="6727925" y="1650100"/>
              <a:ext cx="8575" cy="7100"/>
            </a:xfrm>
            <a:custGeom>
              <a:avLst/>
              <a:gdLst/>
              <a:ahLst/>
              <a:cxnLst/>
              <a:rect l="l" t="t" r="r" b="b"/>
              <a:pathLst>
                <a:path w="343" h="284" extrusionOk="0">
                  <a:moveTo>
                    <a:pt x="174" y="1"/>
                  </a:moveTo>
                  <a:cubicBezTo>
                    <a:pt x="119" y="1"/>
                    <a:pt x="63" y="26"/>
                    <a:pt x="46" y="78"/>
                  </a:cubicBezTo>
                  <a:cubicBezTo>
                    <a:pt x="0" y="146"/>
                    <a:pt x="46" y="237"/>
                    <a:pt x="114" y="260"/>
                  </a:cubicBezTo>
                  <a:cubicBezTo>
                    <a:pt x="137" y="275"/>
                    <a:pt x="163" y="283"/>
                    <a:pt x="187" y="283"/>
                  </a:cubicBezTo>
                  <a:cubicBezTo>
                    <a:pt x="236" y="283"/>
                    <a:pt x="282" y="253"/>
                    <a:pt x="297" y="192"/>
                  </a:cubicBezTo>
                  <a:cubicBezTo>
                    <a:pt x="343" y="123"/>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
            <p:cNvSpPr/>
            <p:nvPr/>
          </p:nvSpPr>
          <p:spPr>
            <a:xfrm>
              <a:off x="6325050" y="2057525"/>
              <a:ext cx="11450" cy="10400"/>
            </a:xfrm>
            <a:custGeom>
              <a:avLst/>
              <a:gdLst/>
              <a:ahLst/>
              <a:cxnLst/>
              <a:rect l="l" t="t" r="r" b="b"/>
              <a:pathLst>
                <a:path w="458" h="416" extrusionOk="0">
                  <a:moveTo>
                    <a:pt x="213" y="0"/>
                  </a:moveTo>
                  <a:cubicBezTo>
                    <a:pt x="140" y="0"/>
                    <a:pt x="77" y="46"/>
                    <a:pt x="46" y="124"/>
                  </a:cubicBezTo>
                  <a:cubicBezTo>
                    <a:pt x="1" y="215"/>
                    <a:pt x="23" y="352"/>
                    <a:pt x="137" y="397"/>
                  </a:cubicBezTo>
                  <a:cubicBezTo>
                    <a:pt x="162" y="410"/>
                    <a:pt x="190" y="415"/>
                    <a:pt x="218" y="415"/>
                  </a:cubicBezTo>
                  <a:cubicBezTo>
                    <a:pt x="296" y="415"/>
                    <a:pt x="378" y="373"/>
                    <a:pt x="411" y="306"/>
                  </a:cubicBezTo>
                  <a:cubicBezTo>
                    <a:pt x="457" y="192"/>
                    <a:pt x="411"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
            <p:cNvSpPr/>
            <p:nvPr/>
          </p:nvSpPr>
          <p:spPr>
            <a:xfrm>
              <a:off x="6331900" y="2044725"/>
              <a:ext cx="9725" cy="8475"/>
            </a:xfrm>
            <a:custGeom>
              <a:avLst/>
              <a:gdLst/>
              <a:ahLst/>
              <a:cxnLst/>
              <a:rect l="l" t="t" r="r" b="b"/>
              <a:pathLst>
                <a:path w="389" h="339" extrusionOk="0">
                  <a:moveTo>
                    <a:pt x="199" y="1"/>
                  </a:moveTo>
                  <a:cubicBezTo>
                    <a:pt x="136" y="1"/>
                    <a:pt x="79" y="38"/>
                    <a:pt x="46" y="88"/>
                  </a:cubicBezTo>
                  <a:cubicBezTo>
                    <a:pt x="0" y="179"/>
                    <a:pt x="46" y="293"/>
                    <a:pt x="115" y="316"/>
                  </a:cubicBezTo>
                  <a:cubicBezTo>
                    <a:pt x="145" y="331"/>
                    <a:pt x="178" y="339"/>
                    <a:pt x="209" y="339"/>
                  </a:cubicBezTo>
                  <a:cubicBezTo>
                    <a:pt x="272" y="339"/>
                    <a:pt x="328" y="308"/>
                    <a:pt x="343" y="247"/>
                  </a:cubicBezTo>
                  <a:cubicBezTo>
                    <a:pt x="388" y="156"/>
                    <a:pt x="366" y="65"/>
                    <a:pt x="274" y="19"/>
                  </a:cubicBezTo>
                  <a:cubicBezTo>
                    <a:pt x="249"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
            <p:cNvSpPr/>
            <p:nvPr/>
          </p:nvSpPr>
          <p:spPr>
            <a:xfrm>
              <a:off x="6327900" y="2032050"/>
              <a:ext cx="8600" cy="7100"/>
            </a:xfrm>
            <a:custGeom>
              <a:avLst/>
              <a:gdLst/>
              <a:ahLst/>
              <a:cxnLst/>
              <a:rect l="l" t="t" r="r" b="b"/>
              <a:pathLst>
                <a:path w="344" h="284" extrusionOk="0">
                  <a:moveTo>
                    <a:pt x="152" y="0"/>
                  </a:moveTo>
                  <a:cubicBezTo>
                    <a:pt x="104" y="0"/>
                    <a:pt x="61" y="26"/>
                    <a:pt x="46" y="70"/>
                  </a:cubicBezTo>
                  <a:cubicBezTo>
                    <a:pt x="1" y="161"/>
                    <a:pt x="46" y="230"/>
                    <a:pt x="115" y="275"/>
                  </a:cubicBezTo>
                  <a:cubicBezTo>
                    <a:pt x="132" y="281"/>
                    <a:pt x="150" y="284"/>
                    <a:pt x="169" y="284"/>
                  </a:cubicBezTo>
                  <a:cubicBezTo>
                    <a:pt x="225" y="284"/>
                    <a:pt x="280" y="258"/>
                    <a:pt x="297" y="207"/>
                  </a:cubicBezTo>
                  <a:cubicBezTo>
                    <a:pt x="343" y="138"/>
                    <a:pt x="297"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
            <p:cNvSpPr/>
            <p:nvPr/>
          </p:nvSpPr>
          <p:spPr>
            <a:xfrm>
              <a:off x="6327900" y="2017025"/>
              <a:ext cx="8025" cy="7100"/>
            </a:xfrm>
            <a:custGeom>
              <a:avLst/>
              <a:gdLst/>
              <a:ahLst/>
              <a:cxnLst/>
              <a:rect l="l" t="t" r="r" b="b"/>
              <a:pathLst>
                <a:path w="321" h="284" extrusionOk="0">
                  <a:moveTo>
                    <a:pt x="175" y="0"/>
                  </a:moveTo>
                  <a:cubicBezTo>
                    <a:pt x="119" y="0"/>
                    <a:pt x="63" y="26"/>
                    <a:pt x="46" y="77"/>
                  </a:cubicBezTo>
                  <a:cubicBezTo>
                    <a:pt x="1" y="146"/>
                    <a:pt x="23" y="237"/>
                    <a:pt x="92" y="260"/>
                  </a:cubicBezTo>
                  <a:cubicBezTo>
                    <a:pt x="124" y="276"/>
                    <a:pt x="154" y="284"/>
                    <a:pt x="180" y="284"/>
                  </a:cubicBezTo>
                  <a:cubicBezTo>
                    <a:pt x="229" y="284"/>
                    <a:pt x="268" y="258"/>
                    <a:pt x="297" y="214"/>
                  </a:cubicBezTo>
                  <a:cubicBezTo>
                    <a:pt x="320" y="123"/>
                    <a:pt x="297" y="54"/>
                    <a:pt x="229" y="9"/>
                  </a:cubicBezTo>
                  <a:cubicBezTo>
                    <a:pt x="212" y="3"/>
                    <a:pt x="193"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
            <p:cNvSpPr/>
            <p:nvPr/>
          </p:nvSpPr>
          <p:spPr>
            <a:xfrm>
              <a:off x="6072825" y="2014725"/>
              <a:ext cx="6300" cy="5050"/>
            </a:xfrm>
            <a:custGeom>
              <a:avLst/>
              <a:gdLst/>
              <a:ahLst/>
              <a:cxnLst/>
              <a:rect l="l" t="t" r="r" b="b"/>
              <a:pathLst>
                <a:path w="252" h="202" extrusionOk="0">
                  <a:moveTo>
                    <a:pt x="133" y="1"/>
                  </a:moveTo>
                  <a:cubicBezTo>
                    <a:pt x="90" y="1"/>
                    <a:pt x="57" y="22"/>
                    <a:pt x="24" y="55"/>
                  </a:cubicBezTo>
                  <a:cubicBezTo>
                    <a:pt x="1" y="101"/>
                    <a:pt x="24" y="169"/>
                    <a:pt x="92" y="192"/>
                  </a:cubicBezTo>
                  <a:cubicBezTo>
                    <a:pt x="104" y="198"/>
                    <a:pt x="118" y="201"/>
                    <a:pt x="132" y="201"/>
                  </a:cubicBezTo>
                  <a:cubicBezTo>
                    <a:pt x="171" y="201"/>
                    <a:pt x="212" y="180"/>
                    <a:pt x="229" y="146"/>
                  </a:cubicBezTo>
                  <a:cubicBezTo>
                    <a:pt x="252" y="101"/>
                    <a:pt x="229" y="32"/>
                    <a:pt x="183" y="10"/>
                  </a:cubicBezTo>
                  <a:cubicBezTo>
                    <a:pt x="165" y="3"/>
                    <a:pt x="148" y="1"/>
                    <a:pt x="13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
            <p:cNvSpPr/>
            <p:nvPr/>
          </p:nvSpPr>
          <p:spPr>
            <a:xfrm>
              <a:off x="6262275" y="1454600"/>
              <a:ext cx="9150" cy="7900"/>
            </a:xfrm>
            <a:custGeom>
              <a:avLst/>
              <a:gdLst/>
              <a:ahLst/>
              <a:cxnLst/>
              <a:rect l="l" t="t" r="r" b="b"/>
              <a:pathLst>
                <a:path w="366" h="316" extrusionOk="0">
                  <a:moveTo>
                    <a:pt x="163" y="0"/>
                  </a:moveTo>
                  <a:cubicBezTo>
                    <a:pt x="107" y="0"/>
                    <a:pt x="62" y="31"/>
                    <a:pt x="46" y="91"/>
                  </a:cubicBezTo>
                  <a:cubicBezTo>
                    <a:pt x="1" y="160"/>
                    <a:pt x="24" y="251"/>
                    <a:pt x="115" y="297"/>
                  </a:cubicBezTo>
                  <a:cubicBezTo>
                    <a:pt x="134" y="310"/>
                    <a:pt x="155" y="315"/>
                    <a:pt x="176" y="315"/>
                  </a:cubicBezTo>
                  <a:cubicBezTo>
                    <a:pt x="231" y="315"/>
                    <a:pt x="287" y="278"/>
                    <a:pt x="320" y="228"/>
                  </a:cubicBezTo>
                  <a:cubicBezTo>
                    <a:pt x="366" y="137"/>
                    <a:pt x="320" y="46"/>
                    <a:pt x="252" y="23"/>
                  </a:cubicBezTo>
                  <a:cubicBezTo>
                    <a:pt x="221" y="8"/>
                    <a:pt x="191" y="0"/>
                    <a:pt x="16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
            <p:cNvSpPr/>
            <p:nvPr/>
          </p:nvSpPr>
          <p:spPr>
            <a:xfrm>
              <a:off x="6254300" y="1462350"/>
              <a:ext cx="6875" cy="5975"/>
            </a:xfrm>
            <a:custGeom>
              <a:avLst/>
              <a:gdLst/>
              <a:ahLst/>
              <a:cxnLst/>
              <a:rect l="l" t="t" r="r" b="b"/>
              <a:pathLst>
                <a:path w="275" h="239" extrusionOk="0">
                  <a:moveTo>
                    <a:pt x="138" y="1"/>
                  </a:moveTo>
                  <a:cubicBezTo>
                    <a:pt x="93" y="1"/>
                    <a:pt x="40" y="22"/>
                    <a:pt x="23" y="55"/>
                  </a:cubicBezTo>
                  <a:cubicBezTo>
                    <a:pt x="0" y="124"/>
                    <a:pt x="23" y="192"/>
                    <a:pt x="92" y="215"/>
                  </a:cubicBezTo>
                  <a:cubicBezTo>
                    <a:pt x="108" y="231"/>
                    <a:pt x="127" y="239"/>
                    <a:pt x="147" y="239"/>
                  </a:cubicBezTo>
                  <a:cubicBezTo>
                    <a:pt x="183" y="239"/>
                    <a:pt x="222" y="214"/>
                    <a:pt x="251" y="169"/>
                  </a:cubicBezTo>
                  <a:cubicBezTo>
                    <a:pt x="274" y="101"/>
                    <a:pt x="251" y="32"/>
                    <a:pt x="183" y="10"/>
                  </a:cubicBezTo>
                  <a:cubicBezTo>
                    <a:pt x="171" y="4"/>
                    <a:pt x="155" y="1"/>
                    <a:pt x="1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
            <p:cNvSpPr/>
            <p:nvPr/>
          </p:nvSpPr>
          <p:spPr>
            <a:xfrm>
              <a:off x="6276550" y="1513125"/>
              <a:ext cx="11425" cy="10425"/>
            </a:xfrm>
            <a:custGeom>
              <a:avLst/>
              <a:gdLst/>
              <a:ahLst/>
              <a:cxnLst/>
              <a:rect l="l" t="t" r="r" b="b"/>
              <a:pathLst>
                <a:path w="457" h="417" extrusionOk="0">
                  <a:moveTo>
                    <a:pt x="223" y="1"/>
                  </a:moveTo>
                  <a:cubicBezTo>
                    <a:pt x="150" y="1"/>
                    <a:pt x="77" y="47"/>
                    <a:pt x="46" y="124"/>
                  </a:cubicBezTo>
                  <a:cubicBezTo>
                    <a:pt x="0" y="216"/>
                    <a:pt x="46" y="352"/>
                    <a:pt x="137" y="398"/>
                  </a:cubicBezTo>
                  <a:cubicBezTo>
                    <a:pt x="168" y="410"/>
                    <a:pt x="199" y="416"/>
                    <a:pt x="228" y="416"/>
                  </a:cubicBezTo>
                  <a:cubicBezTo>
                    <a:pt x="308" y="416"/>
                    <a:pt x="378" y="374"/>
                    <a:pt x="411" y="307"/>
                  </a:cubicBezTo>
                  <a:cubicBezTo>
                    <a:pt x="457" y="193"/>
                    <a:pt x="411" y="79"/>
                    <a:pt x="320" y="33"/>
                  </a:cubicBezTo>
                  <a:cubicBezTo>
                    <a:pt x="291" y="11"/>
                    <a:pt x="257" y="1"/>
                    <a:pt x="2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
            <p:cNvSpPr/>
            <p:nvPr/>
          </p:nvSpPr>
          <p:spPr>
            <a:xfrm>
              <a:off x="6273700" y="1481950"/>
              <a:ext cx="6300" cy="5425"/>
            </a:xfrm>
            <a:custGeom>
              <a:avLst/>
              <a:gdLst/>
              <a:ahLst/>
              <a:cxnLst/>
              <a:rect l="l" t="t" r="r" b="b"/>
              <a:pathLst>
                <a:path w="252" h="217" extrusionOk="0">
                  <a:moveTo>
                    <a:pt x="106" y="1"/>
                  </a:moveTo>
                  <a:cubicBezTo>
                    <a:pt x="72" y="1"/>
                    <a:pt x="38" y="26"/>
                    <a:pt x="23" y="70"/>
                  </a:cubicBezTo>
                  <a:cubicBezTo>
                    <a:pt x="0" y="116"/>
                    <a:pt x="23" y="184"/>
                    <a:pt x="69" y="207"/>
                  </a:cubicBezTo>
                  <a:cubicBezTo>
                    <a:pt x="81" y="213"/>
                    <a:pt x="95" y="216"/>
                    <a:pt x="109" y="216"/>
                  </a:cubicBezTo>
                  <a:cubicBezTo>
                    <a:pt x="148" y="216"/>
                    <a:pt x="189" y="195"/>
                    <a:pt x="206" y="161"/>
                  </a:cubicBezTo>
                  <a:cubicBezTo>
                    <a:pt x="251" y="116"/>
                    <a:pt x="229" y="47"/>
                    <a:pt x="160" y="25"/>
                  </a:cubicBezTo>
                  <a:cubicBezTo>
                    <a:pt x="144" y="8"/>
                    <a:pt x="125" y="1"/>
                    <a:pt x="1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
            <p:cNvSpPr/>
            <p:nvPr/>
          </p:nvSpPr>
          <p:spPr>
            <a:xfrm>
              <a:off x="5680800" y="1186375"/>
              <a:ext cx="8025" cy="7100"/>
            </a:xfrm>
            <a:custGeom>
              <a:avLst/>
              <a:gdLst/>
              <a:ahLst/>
              <a:cxnLst/>
              <a:rect l="l" t="t" r="r" b="b"/>
              <a:pathLst>
                <a:path w="321" h="284" extrusionOk="0">
                  <a:moveTo>
                    <a:pt x="152" y="0"/>
                  </a:moveTo>
                  <a:cubicBezTo>
                    <a:pt x="104" y="0"/>
                    <a:pt x="61" y="25"/>
                    <a:pt x="46" y="70"/>
                  </a:cubicBezTo>
                  <a:cubicBezTo>
                    <a:pt x="1" y="138"/>
                    <a:pt x="24" y="229"/>
                    <a:pt x="92" y="275"/>
                  </a:cubicBezTo>
                  <a:cubicBezTo>
                    <a:pt x="109" y="281"/>
                    <a:pt x="128" y="284"/>
                    <a:pt x="146" y="284"/>
                  </a:cubicBezTo>
                  <a:cubicBezTo>
                    <a:pt x="202" y="284"/>
                    <a:pt x="258" y="258"/>
                    <a:pt x="275" y="207"/>
                  </a:cubicBezTo>
                  <a:cubicBezTo>
                    <a:pt x="320" y="138"/>
                    <a:pt x="298"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
            <p:cNvSpPr/>
            <p:nvPr/>
          </p:nvSpPr>
          <p:spPr>
            <a:xfrm>
              <a:off x="5685950" y="1147950"/>
              <a:ext cx="6875" cy="6150"/>
            </a:xfrm>
            <a:custGeom>
              <a:avLst/>
              <a:gdLst/>
              <a:ahLst/>
              <a:cxnLst/>
              <a:rect l="l" t="t" r="r" b="b"/>
              <a:pathLst>
                <a:path w="275" h="246" extrusionOk="0">
                  <a:moveTo>
                    <a:pt x="132" y="0"/>
                  </a:moveTo>
                  <a:cubicBezTo>
                    <a:pt x="83" y="0"/>
                    <a:pt x="40" y="26"/>
                    <a:pt x="23" y="77"/>
                  </a:cubicBezTo>
                  <a:cubicBezTo>
                    <a:pt x="0" y="123"/>
                    <a:pt x="23" y="192"/>
                    <a:pt x="69" y="237"/>
                  </a:cubicBezTo>
                  <a:cubicBezTo>
                    <a:pt x="86" y="243"/>
                    <a:pt x="103" y="246"/>
                    <a:pt x="119" y="246"/>
                  </a:cubicBezTo>
                  <a:cubicBezTo>
                    <a:pt x="169" y="246"/>
                    <a:pt x="211" y="220"/>
                    <a:pt x="228" y="169"/>
                  </a:cubicBezTo>
                  <a:cubicBezTo>
                    <a:pt x="274" y="123"/>
                    <a:pt x="228" y="55"/>
                    <a:pt x="183" y="9"/>
                  </a:cubicBezTo>
                  <a:cubicBezTo>
                    <a:pt x="166" y="3"/>
                    <a:pt x="149" y="0"/>
                    <a:pt x="13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4" name="Google Shape;794;p3"/>
          <p:cNvGrpSpPr/>
          <p:nvPr/>
        </p:nvGrpSpPr>
        <p:grpSpPr>
          <a:xfrm>
            <a:off x="3476442" y="-948130"/>
            <a:ext cx="2352860" cy="2352860"/>
            <a:chOff x="3413675" y="1416350"/>
            <a:chExt cx="685925" cy="685925"/>
          </a:xfrm>
        </p:grpSpPr>
        <p:sp>
          <p:nvSpPr>
            <p:cNvPr id="795" name="Google Shape;795;p3"/>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1" name="Google Shape;801;p3"/>
          <p:cNvSpPr txBox="1">
            <a:spLocks noGrp="1"/>
          </p:cNvSpPr>
          <p:nvPr>
            <p:ph type="title"/>
          </p:nvPr>
        </p:nvSpPr>
        <p:spPr>
          <a:xfrm>
            <a:off x="1106900" y="1868900"/>
            <a:ext cx="3852000" cy="1862400"/>
          </a:xfrm>
          <a:prstGeom prst="rect">
            <a:avLst/>
          </a:prstGeom>
        </p:spPr>
        <p:txBody>
          <a:bodyPr spcFirstLastPara="1" wrap="square" lIns="91425" tIns="91425" rIns="91425" bIns="91425" anchor="ctr" anchorCtr="0">
            <a:noAutofit/>
          </a:bodyPr>
          <a:lstStyle>
            <a:lvl1pPr lvl="0" algn="l">
              <a:spcBef>
                <a:spcPts val="0"/>
              </a:spcBef>
              <a:spcAft>
                <a:spcPts val="0"/>
              </a:spcAft>
              <a:buClr>
                <a:schemeClr val="lt2"/>
              </a:buClr>
              <a:buSzPts val="3600"/>
              <a:buNone/>
              <a:defRPr sz="5500">
                <a:solidFill>
                  <a:schemeClr val="lt2"/>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802" name="Google Shape;802;p3"/>
          <p:cNvSpPr txBox="1">
            <a:spLocks noGrp="1"/>
          </p:cNvSpPr>
          <p:nvPr>
            <p:ph type="title" idx="2" hasCustomPrompt="1"/>
          </p:nvPr>
        </p:nvSpPr>
        <p:spPr>
          <a:xfrm>
            <a:off x="1106900" y="896600"/>
            <a:ext cx="1251900" cy="9723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803" name="Google Shape;803;p3"/>
          <p:cNvSpPr txBox="1">
            <a:spLocks noGrp="1"/>
          </p:cNvSpPr>
          <p:nvPr>
            <p:ph type="subTitle" idx="1"/>
          </p:nvPr>
        </p:nvSpPr>
        <p:spPr>
          <a:xfrm>
            <a:off x="1106900" y="3731500"/>
            <a:ext cx="3852000" cy="515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04"/>
        <p:cNvGrpSpPr/>
        <p:nvPr/>
      </p:nvGrpSpPr>
      <p:grpSpPr>
        <a:xfrm>
          <a:off x="0" y="0"/>
          <a:ext cx="0" cy="0"/>
          <a:chOff x="0" y="0"/>
          <a:chExt cx="0" cy="0"/>
        </a:xfrm>
      </p:grpSpPr>
      <p:grpSp>
        <p:nvGrpSpPr>
          <p:cNvPr id="805" name="Google Shape;805;p4"/>
          <p:cNvGrpSpPr/>
          <p:nvPr/>
        </p:nvGrpSpPr>
        <p:grpSpPr>
          <a:xfrm>
            <a:off x="74" y="63"/>
            <a:ext cx="9144153" cy="5143512"/>
            <a:chOff x="4263926" y="3811300"/>
            <a:chExt cx="2189272" cy="1231448"/>
          </a:xfrm>
        </p:grpSpPr>
        <p:sp>
          <p:nvSpPr>
            <p:cNvPr id="806" name="Google Shape;806;p4"/>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4"/>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4"/>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4"/>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4"/>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4"/>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4"/>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4"/>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4"/>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4"/>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9" name="Google Shape;859;p4"/>
          <p:cNvGrpSpPr/>
          <p:nvPr/>
        </p:nvGrpSpPr>
        <p:grpSpPr>
          <a:xfrm>
            <a:off x="-707639" y="-2431780"/>
            <a:ext cx="11567753" cy="7972096"/>
            <a:chOff x="5457700" y="3883200"/>
            <a:chExt cx="1633725" cy="1125875"/>
          </a:xfrm>
        </p:grpSpPr>
        <p:sp>
          <p:nvSpPr>
            <p:cNvPr id="860" name="Google Shape;860;p4"/>
            <p:cNvSpPr/>
            <p:nvPr/>
          </p:nvSpPr>
          <p:spPr>
            <a:xfrm>
              <a:off x="5457700" y="3883200"/>
              <a:ext cx="1427175" cy="1125875"/>
            </a:xfrm>
            <a:custGeom>
              <a:avLst/>
              <a:gdLst/>
              <a:ahLst/>
              <a:cxnLst/>
              <a:rect l="l" t="t" r="r" b="b"/>
              <a:pathLst>
                <a:path w="57087" h="45035" extrusionOk="0">
                  <a:moveTo>
                    <a:pt x="24811" y="0"/>
                  </a:moveTo>
                  <a:lnTo>
                    <a:pt x="15247" y="14540"/>
                  </a:lnTo>
                  <a:lnTo>
                    <a:pt x="15225" y="14563"/>
                  </a:lnTo>
                  <a:lnTo>
                    <a:pt x="18831" y="27048"/>
                  </a:lnTo>
                  <a:lnTo>
                    <a:pt x="91" y="43003"/>
                  </a:lnTo>
                  <a:lnTo>
                    <a:pt x="0" y="43095"/>
                  </a:lnTo>
                  <a:lnTo>
                    <a:pt x="18785" y="45035"/>
                  </a:lnTo>
                  <a:lnTo>
                    <a:pt x="18808" y="45035"/>
                  </a:lnTo>
                  <a:lnTo>
                    <a:pt x="29513" y="39579"/>
                  </a:lnTo>
                  <a:lnTo>
                    <a:pt x="40743" y="43848"/>
                  </a:lnTo>
                  <a:lnTo>
                    <a:pt x="40766" y="43871"/>
                  </a:lnTo>
                  <a:lnTo>
                    <a:pt x="57086" y="31819"/>
                  </a:lnTo>
                  <a:lnTo>
                    <a:pt x="57041" y="31750"/>
                  </a:lnTo>
                  <a:lnTo>
                    <a:pt x="40743" y="43734"/>
                  </a:lnTo>
                  <a:lnTo>
                    <a:pt x="29536" y="39465"/>
                  </a:lnTo>
                  <a:lnTo>
                    <a:pt x="29513" y="39465"/>
                  </a:lnTo>
                  <a:lnTo>
                    <a:pt x="18785" y="44921"/>
                  </a:lnTo>
                  <a:lnTo>
                    <a:pt x="251" y="43003"/>
                  </a:lnTo>
                  <a:lnTo>
                    <a:pt x="18922" y="27117"/>
                  </a:lnTo>
                  <a:lnTo>
                    <a:pt x="18945" y="27094"/>
                  </a:lnTo>
                  <a:lnTo>
                    <a:pt x="15339" y="14586"/>
                  </a:lnTo>
                  <a:lnTo>
                    <a:pt x="24902" y="46"/>
                  </a:lnTo>
                  <a:lnTo>
                    <a:pt x="24811"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4"/>
            <p:cNvSpPr/>
            <p:nvPr/>
          </p:nvSpPr>
          <p:spPr>
            <a:xfrm>
              <a:off x="6149875" y="4418450"/>
              <a:ext cx="480500" cy="558675"/>
            </a:xfrm>
            <a:custGeom>
              <a:avLst/>
              <a:gdLst/>
              <a:ahLst/>
              <a:cxnLst/>
              <a:rect l="l" t="t" r="r" b="b"/>
              <a:pathLst>
                <a:path w="19220" h="22347" extrusionOk="0">
                  <a:moveTo>
                    <a:pt x="13490" y="1"/>
                  </a:moveTo>
                  <a:lnTo>
                    <a:pt x="12942" y="22073"/>
                  </a:lnTo>
                  <a:lnTo>
                    <a:pt x="137" y="5547"/>
                  </a:lnTo>
                  <a:lnTo>
                    <a:pt x="0" y="5387"/>
                  </a:lnTo>
                  <a:lnTo>
                    <a:pt x="1781" y="18124"/>
                  </a:lnTo>
                  <a:lnTo>
                    <a:pt x="1895" y="18101"/>
                  </a:lnTo>
                  <a:lnTo>
                    <a:pt x="160" y="5752"/>
                  </a:lnTo>
                  <a:lnTo>
                    <a:pt x="13033" y="22346"/>
                  </a:lnTo>
                  <a:lnTo>
                    <a:pt x="13581" y="617"/>
                  </a:lnTo>
                  <a:lnTo>
                    <a:pt x="19128" y="17896"/>
                  </a:lnTo>
                  <a:lnTo>
                    <a:pt x="19219" y="17873"/>
                  </a:lnTo>
                  <a:lnTo>
                    <a:pt x="13490"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4"/>
            <p:cNvSpPr/>
            <p:nvPr/>
          </p:nvSpPr>
          <p:spPr>
            <a:xfrm>
              <a:off x="6610950" y="4416175"/>
              <a:ext cx="480475" cy="559225"/>
            </a:xfrm>
            <a:custGeom>
              <a:avLst/>
              <a:gdLst/>
              <a:ahLst/>
              <a:cxnLst/>
              <a:rect l="l" t="t" r="r" b="b"/>
              <a:pathLst>
                <a:path w="19219" h="22369" extrusionOk="0">
                  <a:moveTo>
                    <a:pt x="13467" y="0"/>
                  </a:moveTo>
                  <a:lnTo>
                    <a:pt x="12919" y="22072"/>
                  </a:lnTo>
                  <a:lnTo>
                    <a:pt x="114" y="5547"/>
                  </a:lnTo>
                  <a:lnTo>
                    <a:pt x="0" y="5387"/>
                  </a:lnTo>
                  <a:lnTo>
                    <a:pt x="1758" y="18123"/>
                  </a:lnTo>
                  <a:lnTo>
                    <a:pt x="1872" y="18101"/>
                  </a:lnTo>
                  <a:lnTo>
                    <a:pt x="160" y="5752"/>
                  </a:lnTo>
                  <a:lnTo>
                    <a:pt x="13010" y="22369"/>
                  </a:lnTo>
                  <a:lnTo>
                    <a:pt x="13558" y="616"/>
                  </a:lnTo>
                  <a:lnTo>
                    <a:pt x="19105" y="17895"/>
                  </a:lnTo>
                  <a:lnTo>
                    <a:pt x="19219" y="17872"/>
                  </a:lnTo>
                  <a:lnTo>
                    <a:pt x="13467"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4"/>
            <p:cNvSpPr/>
            <p:nvPr/>
          </p:nvSpPr>
          <p:spPr>
            <a:xfrm>
              <a:off x="5541000" y="4301475"/>
              <a:ext cx="737275" cy="704175"/>
            </a:xfrm>
            <a:custGeom>
              <a:avLst/>
              <a:gdLst/>
              <a:ahLst/>
              <a:cxnLst/>
              <a:rect l="l" t="t" r="r" b="b"/>
              <a:pathLst>
                <a:path w="29491" h="28167" extrusionOk="0">
                  <a:moveTo>
                    <a:pt x="29194" y="343"/>
                  </a:moveTo>
                  <a:lnTo>
                    <a:pt x="15430" y="27847"/>
                  </a:lnTo>
                  <a:lnTo>
                    <a:pt x="15430" y="27847"/>
                  </a:lnTo>
                  <a:lnTo>
                    <a:pt x="15613" y="10363"/>
                  </a:lnTo>
                  <a:lnTo>
                    <a:pt x="29194" y="343"/>
                  </a:lnTo>
                  <a:close/>
                  <a:moveTo>
                    <a:pt x="160" y="3424"/>
                  </a:moveTo>
                  <a:lnTo>
                    <a:pt x="15499" y="10386"/>
                  </a:lnTo>
                  <a:lnTo>
                    <a:pt x="15339" y="27961"/>
                  </a:lnTo>
                  <a:lnTo>
                    <a:pt x="4566" y="19721"/>
                  </a:lnTo>
                  <a:lnTo>
                    <a:pt x="160" y="3424"/>
                  </a:lnTo>
                  <a:close/>
                  <a:moveTo>
                    <a:pt x="29491" y="0"/>
                  </a:moveTo>
                  <a:lnTo>
                    <a:pt x="15545" y="10272"/>
                  </a:lnTo>
                  <a:lnTo>
                    <a:pt x="92" y="3287"/>
                  </a:lnTo>
                  <a:lnTo>
                    <a:pt x="1" y="3242"/>
                  </a:lnTo>
                  <a:lnTo>
                    <a:pt x="4474" y="19767"/>
                  </a:lnTo>
                  <a:lnTo>
                    <a:pt x="15362" y="28121"/>
                  </a:lnTo>
                  <a:lnTo>
                    <a:pt x="15430" y="28167"/>
                  </a:lnTo>
                  <a:lnTo>
                    <a:pt x="15430" y="28075"/>
                  </a:lnTo>
                  <a:lnTo>
                    <a:pt x="29491"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4"/>
            <p:cNvSpPr/>
            <p:nvPr/>
          </p:nvSpPr>
          <p:spPr>
            <a:xfrm>
              <a:off x="6152150" y="4526300"/>
              <a:ext cx="333275" cy="32550"/>
            </a:xfrm>
            <a:custGeom>
              <a:avLst/>
              <a:gdLst/>
              <a:ahLst/>
              <a:cxnLst/>
              <a:rect l="l" t="t" r="r" b="b"/>
              <a:pathLst>
                <a:path w="13331" h="1302" extrusionOk="0">
                  <a:moveTo>
                    <a:pt x="13330" y="0"/>
                  </a:moveTo>
                  <a:lnTo>
                    <a:pt x="0" y="1210"/>
                  </a:lnTo>
                  <a:lnTo>
                    <a:pt x="0" y="1302"/>
                  </a:lnTo>
                  <a:lnTo>
                    <a:pt x="13330" y="115"/>
                  </a:lnTo>
                  <a:lnTo>
                    <a:pt x="13330"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5" name="Google Shape;865;p4"/>
          <p:cNvGrpSpPr/>
          <p:nvPr/>
        </p:nvGrpSpPr>
        <p:grpSpPr>
          <a:xfrm>
            <a:off x="189005" y="4741743"/>
            <a:ext cx="1048180" cy="245101"/>
            <a:chOff x="3504975" y="1233750"/>
            <a:chExt cx="324725" cy="75925"/>
          </a:xfrm>
        </p:grpSpPr>
        <p:sp>
          <p:nvSpPr>
            <p:cNvPr id="866" name="Google Shape;866;p4"/>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4"/>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9" name="Google Shape;869;p4"/>
          <p:cNvGrpSpPr/>
          <p:nvPr/>
        </p:nvGrpSpPr>
        <p:grpSpPr>
          <a:xfrm flipH="1">
            <a:off x="6701248" y="-1058891"/>
            <a:ext cx="3459295" cy="3196594"/>
            <a:chOff x="407025" y="3490600"/>
            <a:chExt cx="1442575" cy="1333025"/>
          </a:xfrm>
        </p:grpSpPr>
        <p:sp>
          <p:nvSpPr>
            <p:cNvPr id="870" name="Google Shape;870;p4"/>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4"/>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4"/>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4"/>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6" name="Google Shape;876;p4"/>
          <p:cNvGrpSpPr/>
          <p:nvPr/>
        </p:nvGrpSpPr>
        <p:grpSpPr>
          <a:xfrm>
            <a:off x="7560959" y="3311491"/>
            <a:ext cx="2228776" cy="2228845"/>
            <a:chOff x="3413675" y="1416350"/>
            <a:chExt cx="685925" cy="685925"/>
          </a:xfrm>
        </p:grpSpPr>
        <p:sp>
          <p:nvSpPr>
            <p:cNvPr id="877" name="Google Shape;877;p4"/>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4"/>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4"/>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4"/>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3" name="Google Shape;883;p4"/>
          <p:cNvSpPr txBox="1">
            <a:spLocks noGrp="1"/>
          </p:cNvSpPr>
          <p:nvPr>
            <p:ph type="title"/>
          </p:nvPr>
        </p:nvSpPr>
        <p:spPr>
          <a:xfrm>
            <a:off x="720000" y="1069688"/>
            <a:ext cx="50316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84" name="Google Shape;884;p4"/>
          <p:cNvSpPr txBox="1">
            <a:spLocks noGrp="1"/>
          </p:cNvSpPr>
          <p:nvPr>
            <p:ph type="body" idx="1"/>
          </p:nvPr>
        </p:nvSpPr>
        <p:spPr>
          <a:xfrm>
            <a:off x="720000" y="1840423"/>
            <a:ext cx="4501800" cy="2321400"/>
          </a:xfrm>
          <a:prstGeom prst="rect">
            <a:avLst/>
          </a:prstGeom>
        </p:spPr>
        <p:txBody>
          <a:bodyPr spcFirstLastPara="1" wrap="square" lIns="91425" tIns="91425" rIns="91425" bIns="91425" anchor="ctr" anchorCtr="0">
            <a:noAutofit/>
          </a:bodyPr>
          <a:lstStyle>
            <a:lvl1pPr marL="457200" lvl="0" indent="-330200" rtl="0">
              <a:lnSpc>
                <a:spcPct val="100000"/>
              </a:lnSpc>
              <a:spcBef>
                <a:spcPts val="0"/>
              </a:spcBef>
              <a:spcAft>
                <a:spcPts val="0"/>
              </a:spcAft>
              <a:buClr>
                <a:schemeClr val="lt2"/>
              </a:buClr>
              <a:buSzPts val="1600"/>
              <a:buFont typeface="Nunito Light"/>
              <a:buChar char="●"/>
              <a:defRPr/>
            </a:lvl1pPr>
            <a:lvl2pPr marL="914400" lvl="1" indent="-330200" rtl="0">
              <a:lnSpc>
                <a:spcPct val="115000"/>
              </a:lnSpc>
              <a:spcBef>
                <a:spcPts val="0"/>
              </a:spcBef>
              <a:spcAft>
                <a:spcPts val="0"/>
              </a:spcAft>
              <a:buClr>
                <a:schemeClr val="lt2"/>
              </a:buClr>
              <a:buSzPts val="1600"/>
              <a:buFont typeface="Nunito Light"/>
              <a:buChar char="○"/>
              <a:defRPr/>
            </a:lvl2pPr>
            <a:lvl3pPr marL="1371600" lvl="2" indent="-323850" rtl="0">
              <a:lnSpc>
                <a:spcPct val="115000"/>
              </a:lnSpc>
              <a:spcBef>
                <a:spcPts val="1600"/>
              </a:spcBef>
              <a:spcAft>
                <a:spcPts val="0"/>
              </a:spcAft>
              <a:buClr>
                <a:schemeClr val="lt2"/>
              </a:buClr>
              <a:buSzPts val="1500"/>
              <a:buFont typeface="Nunito Light"/>
              <a:buChar char="■"/>
              <a:defRPr/>
            </a:lvl3pPr>
            <a:lvl4pPr marL="1828800" lvl="3" indent="-323850" rtl="0">
              <a:lnSpc>
                <a:spcPct val="115000"/>
              </a:lnSpc>
              <a:spcBef>
                <a:spcPts val="1600"/>
              </a:spcBef>
              <a:spcAft>
                <a:spcPts val="0"/>
              </a:spcAft>
              <a:buClr>
                <a:srgbClr val="E76A28"/>
              </a:buClr>
              <a:buSzPts val="1500"/>
              <a:buFont typeface="Nunito Light"/>
              <a:buChar char="●"/>
              <a:defRPr/>
            </a:lvl4pPr>
            <a:lvl5pPr marL="2286000" lvl="4" indent="-317500" rtl="0">
              <a:lnSpc>
                <a:spcPct val="115000"/>
              </a:lnSpc>
              <a:spcBef>
                <a:spcPts val="1600"/>
              </a:spcBef>
              <a:spcAft>
                <a:spcPts val="0"/>
              </a:spcAft>
              <a:buClr>
                <a:srgbClr val="E76A28"/>
              </a:buClr>
              <a:buSzPts val="1400"/>
              <a:buFont typeface="Nunito Light"/>
              <a:buChar char="○"/>
              <a:defRPr/>
            </a:lvl5pPr>
            <a:lvl6pPr marL="2743200" lvl="5" indent="-317500" rtl="0">
              <a:lnSpc>
                <a:spcPct val="115000"/>
              </a:lnSpc>
              <a:spcBef>
                <a:spcPts val="1600"/>
              </a:spcBef>
              <a:spcAft>
                <a:spcPts val="0"/>
              </a:spcAft>
              <a:buClr>
                <a:srgbClr val="999999"/>
              </a:buClr>
              <a:buSzPts val="1400"/>
              <a:buFont typeface="Nunito Light"/>
              <a:buChar char="■"/>
              <a:defRPr/>
            </a:lvl6pPr>
            <a:lvl7pPr marL="3200400" lvl="6" indent="-311150" rtl="0">
              <a:lnSpc>
                <a:spcPct val="115000"/>
              </a:lnSpc>
              <a:spcBef>
                <a:spcPts val="1600"/>
              </a:spcBef>
              <a:spcAft>
                <a:spcPts val="0"/>
              </a:spcAft>
              <a:buClr>
                <a:srgbClr val="999999"/>
              </a:buClr>
              <a:buSzPts val="1300"/>
              <a:buFont typeface="Nunito Light"/>
              <a:buChar char="●"/>
              <a:defRPr/>
            </a:lvl7pPr>
            <a:lvl8pPr marL="3657600" lvl="7" indent="-311150" rtl="0">
              <a:lnSpc>
                <a:spcPct val="115000"/>
              </a:lnSpc>
              <a:spcBef>
                <a:spcPts val="1600"/>
              </a:spcBef>
              <a:spcAft>
                <a:spcPts val="0"/>
              </a:spcAft>
              <a:buClr>
                <a:srgbClr val="999999"/>
              </a:buClr>
              <a:buSzPts val="1300"/>
              <a:buFont typeface="Nunito Light"/>
              <a:buChar char="○"/>
              <a:defRPr/>
            </a:lvl8pPr>
            <a:lvl9pPr marL="4114800" lvl="8" indent="-317500" rtl="0">
              <a:lnSpc>
                <a:spcPct val="115000"/>
              </a:lnSpc>
              <a:spcBef>
                <a:spcPts val="1600"/>
              </a:spcBef>
              <a:spcAft>
                <a:spcPts val="1600"/>
              </a:spcAft>
              <a:buClr>
                <a:srgbClr val="999999"/>
              </a:buClr>
              <a:buSzPts val="1400"/>
              <a:buFont typeface="Nunito Light"/>
              <a:buChar char="■"/>
              <a:defRPr/>
            </a:lvl9pPr>
          </a:lstStyle>
          <a:p>
            <a:endParaRPr/>
          </a:p>
        </p:txBody>
      </p:sp>
      <p:sp>
        <p:nvSpPr>
          <p:cNvPr id="885" name="Google Shape;885;p4"/>
          <p:cNvSpPr>
            <a:spLocks noGrp="1"/>
          </p:cNvSpPr>
          <p:nvPr>
            <p:ph type="pic" idx="2"/>
          </p:nvPr>
        </p:nvSpPr>
        <p:spPr>
          <a:xfrm>
            <a:off x="5884175" y="1081425"/>
            <a:ext cx="2546700" cy="2980800"/>
          </a:xfrm>
          <a:prstGeom prst="rect">
            <a:avLst/>
          </a:prstGeom>
          <a:noFill/>
          <a:ln w="9525" cap="flat" cmpd="sng">
            <a:solidFill>
              <a:schemeClr val="dk1"/>
            </a:solidFill>
            <a:prstDash val="solid"/>
            <a:round/>
            <a:headEnd type="none" w="sm" len="sm"/>
            <a:tailEnd type="none" w="sm" len="sm"/>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37"/>
        <p:cNvGrpSpPr/>
        <p:nvPr/>
      </p:nvGrpSpPr>
      <p:grpSpPr>
        <a:xfrm>
          <a:off x="0" y="0"/>
          <a:ext cx="0" cy="0"/>
          <a:chOff x="0" y="0"/>
          <a:chExt cx="0" cy="0"/>
        </a:xfrm>
      </p:grpSpPr>
      <p:grpSp>
        <p:nvGrpSpPr>
          <p:cNvPr id="1538" name="Google Shape;1538;p9"/>
          <p:cNvGrpSpPr/>
          <p:nvPr/>
        </p:nvGrpSpPr>
        <p:grpSpPr>
          <a:xfrm>
            <a:off x="74" y="63"/>
            <a:ext cx="9144153" cy="5143512"/>
            <a:chOff x="4263926" y="3811300"/>
            <a:chExt cx="2189272" cy="1231448"/>
          </a:xfrm>
        </p:grpSpPr>
        <p:sp>
          <p:nvSpPr>
            <p:cNvPr id="1539" name="Google Shape;1539;p9"/>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9"/>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9"/>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9"/>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9"/>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9"/>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9"/>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9"/>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9"/>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9"/>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9"/>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9"/>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9"/>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9"/>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9"/>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9"/>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9"/>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9"/>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9"/>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9"/>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9"/>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9"/>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9"/>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9"/>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9"/>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9"/>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9"/>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9"/>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9"/>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9"/>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9"/>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9"/>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9"/>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9"/>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9"/>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9"/>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9"/>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9"/>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9"/>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9"/>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9"/>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9"/>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9"/>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9"/>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9"/>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9"/>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9"/>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9"/>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9"/>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9"/>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9"/>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9"/>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9"/>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2" name="Google Shape;1592;p9"/>
          <p:cNvGrpSpPr/>
          <p:nvPr/>
        </p:nvGrpSpPr>
        <p:grpSpPr>
          <a:xfrm>
            <a:off x="-1008242" y="784055"/>
            <a:ext cx="9834790" cy="6880156"/>
            <a:chOff x="2056725" y="3456925"/>
            <a:chExt cx="1804350" cy="1262275"/>
          </a:xfrm>
        </p:grpSpPr>
        <p:sp>
          <p:nvSpPr>
            <p:cNvPr id="1593" name="Google Shape;1593;p9"/>
            <p:cNvSpPr/>
            <p:nvPr/>
          </p:nvSpPr>
          <p:spPr>
            <a:xfrm>
              <a:off x="2056725" y="3456925"/>
              <a:ext cx="1559550" cy="1262275"/>
            </a:xfrm>
            <a:custGeom>
              <a:avLst/>
              <a:gdLst/>
              <a:ahLst/>
              <a:cxnLst/>
              <a:rect l="l" t="t" r="r" b="b"/>
              <a:pathLst>
                <a:path w="62382" h="50491" extrusionOk="0">
                  <a:moveTo>
                    <a:pt x="23853" y="1"/>
                  </a:moveTo>
                  <a:lnTo>
                    <a:pt x="14471" y="16960"/>
                  </a:lnTo>
                  <a:lnTo>
                    <a:pt x="14449" y="16983"/>
                  </a:lnTo>
                  <a:lnTo>
                    <a:pt x="19516" y="30541"/>
                  </a:lnTo>
                  <a:lnTo>
                    <a:pt x="0" y="49943"/>
                  </a:lnTo>
                  <a:lnTo>
                    <a:pt x="21022" y="50490"/>
                  </a:lnTo>
                  <a:lnTo>
                    <a:pt x="32458" y="43529"/>
                  </a:lnTo>
                  <a:lnTo>
                    <a:pt x="45263" y="47318"/>
                  </a:lnTo>
                  <a:lnTo>
                    <a:pt x="45286" y="47318"/>
                  </a:lnTo>
                  <a:lnTo>
                    <a:pt x="62382" y="32573"/>
                  </a:lnTo>
                  <a:lnTo>
                    <a:pt x="62313" y="32481"/>
                  </a:lnTo>
                  <a:lnTo>
                    <a:pt x="45263" y="47204"/>
                  </a:lnTo>
                  <a:lnTo>
                    <a:pt x="32458" y="43415"/>
                  </a:lnTo>
                  <a:lnTo>
                    <a:pt x="32435" y="43392"/>
                  </a:lnTo>
                  <a:lnTo>
                    <a:pt x="21000" y="50376"/>
                  </a:lnTo>
                  <a:lnTo>
                    <a:pt x="274" y="49828"/>
                  </a:lnTo>
                  <a:lnTo>
                    <a:pt x="19630" y="30610"/>
                  </a:lnTo>
                  <a:lnTo>
                    <a:pt x="19653" y="30564"/>
                  </a:lnTo>
                  <a:lnTo>
                    <a:pt x="14586" y="16983"/>
                  </a:lnTo>
                  <a:lnTo>
                    <a:pt x="23944" y="69"/>
                  </a:lnTo>
                  <a:lnTo>
                    <a:pt x="23853"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9"/>
            <p:cNvSpPr/>
            <p:nvPr/>
          </p:nvSpPr>
          <p:spPr>
            <a:xfrm>
              <a:off x="2789975" y="4016150"/>
              <a:ext cx="559825" cy="621450"/>
            </a:xfrm>
            <a:custGeom>
              <a:avLst/>
              <a:gdLst/>
              <a:ahLst/>
              <a:cxnLst/>
              <a:rect l="l" t="t" r="r" b="b"/>
              <a:pathLst>
                <a:path w="22393" h="24858" extrusionOk="0">
                  <a:moveTo>
                    <a:pt x="14495" y="1"/>
                  </a:moveTo>
                  <a:lnTo>
                    <a:pt x="15773" y="24538"/>
                  </a:lnTo>
                  <a:lnTo>
                    <a:pt x="15773" y="24538"/>
                  </a:lnTo>
                  <a:lnTo>
                    <a:pt x="1" y="7122"/>
                  </a:lnTo>
                  <a:lnTo>
                    <a:pt x="3059" y="21114"/>
                  </a:lnTo>
                  <a:lnTo>
                    <a:pt x="3173" y="21068"/>
                  </a:lnTo>
                  <a:lnTo>
                    <a:pt x="206" y="7533"/>
                  </a:lnTo>
                  <a:lnTo>
                    <a:pt x="15796" y="24743"/>
                  </a:lnTo>
                  <a:lnTo>
                    <a:pt x="15910" y="24857"/>
                  </a:lnTo>
                  <a:lnTo>
                    <a:pt x="15910" y="24857"/>
                  </a:lnTo>
                  <a:lnTo>
                    <a:pt x="14655" y="685"/>
                  </a:lnTo>
                  <a:lnTo>
                    <a:pt x="14655" y="685"/>
                  </a:lnTo>
                  <a:lnTo>
                    <a:pt x="22301" y="19402"/>
                  </a:lnTo>
                  <a:lnTo>
                    <a:pt x="22392" y="19357"/>
                  </a:lnTo>
                  <a:lnTo>
                    <a:pt x="14495"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9"/>
            <p:cNvSpPr/>
            <p:nvPr/>
          </p:nvSpPr>
          <p:spPr>
            <a:xfrm>
              <a:off x="3301275" y="3974500"/>
              <a:ext cx="559800" cy="621450"/>
            </a:xfrm>
            <a:custGeom>
              <a:avLst/>
              <a:gdLst/>
              <a:ahLst/>
              <a:cxnLst/>
              <a:rect l="l" t="t" r="r" b="b"/>
              <a:pathLst>
                <a:path w="22392" h="24858" extrusionOk="0">
                  <a:moveTo>
                    <a:pt x="14494" y="0"/>
                  </a:moveTo>
                  <a:lnTo>
                    <a:pt x="15750" y="24538"/>
                  </a:lnTo>
                  <a:lnTo>
                    <a:pt x="137" y="7282"/>
                  </a:lnTo>
                  <a:lnTo>
                    <a:pt x="0" y="7122"/>
                  </a:lnTo>
                  <a:lnTo>
                    <a:pt x="0" y="7122"/>
                  </a:lnTo>
                  <a:lnTo>
                    <a:pt x="3036" y="21114"/>
                  </a:lnTo>
                  <a:lnTo>
                    <a:pt x="3150" y="21068"/>
                  </a:lnTo>
                  <a:lnTo>
                    <a:pt x="206" y="7533"/>
                  </a:lnTo>
                  <a:lnTo>
                    <a:pt x="15773" y="24743"/>
                  </a:lnTo>
                  <a:lnTo>
                    <a:pt x="15887" y="24857"/>
                  </a:lnTo>
                  <a:lnTo>
                    <a:pt x="14631" y="685"/>
                  </a:lnTo>
                  <a:lnTo>
                    <a:pt x="22278" y="19402"/>
                  </a:lnTo>
                  <a:lnTo>
                    <a:pt x="22392" y="19356"/>
                  </a:lnTo>
                  <a:lnTo>
                    <a:pt x="14494"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9"/>
            <p:cNvSpPr/>
            <p:nvPr/>
          </p:nvSpPr>
          <p:spPr>
            <a:xfrm>
              <a:off x="2099525" y="3904300"/>
              <a:ext cx="811450" cy="811475"/>
            </a:xfrm>
            <a:custGeom>
              <a:avLst/>
              <a:gdLst/>
              <a:ahLst/>
              <a:cxnLst/>
              <a:rect l="l" t="t" r="r" b="b"/>
              <a:pathLst>
                <a:path w="32458" h="32459" extrusionOk="0">
                  <a:moveTo>
                    <a:pt x="32161" y="412"/>
                  </a:moveTo>
                  <a:lnTo>
                    <a:pt x="19242" y="32093"/>
                  </a:lnTo>
                  <a:lnTo>
                    <a:pt x="17941" y="12692"/>
                  </a:lnTo>
                  <a:lnTo>
                    <a:pt x="32161" y="412"/>
                  </a:lnTo>
                  <a:close/>
                  <a:moveTo>
                    <a:pt x="206" y="6301"/>
                  </a:moveTo>
                  <a:lnTo>
                    <a:pt x="17827" y="12715"/>
                  </a:lnTo>
                  <a:lnTo>
                    <a:pt x="19128" y="32230"/>
                  </a:lnTo>
                  <a:lnTo>
                    <a:pt x="6483" y="23990"/>
                  </a:lnTo>
                  <a:lnTo>
                    <a:pt x="206" y="6301"/>
                  </a:lnTo>
                  <a:close/>
                  <a:moveTo>
                    <a:pt x="32458" y="1"/>
                  </a:moveTo>
                  <a:lnTo>
                    <a:pt x="17872" y="12600"/>
                  </a:lnTo>
                  <a:lnTo>
                    <a:pt x="0" y="6095"/>
                  </a:lnTo>
                  <a:lnTo>
                    <a:pt x="6368" y="24059"/>
                  </a:lnTo>
                  <a:lnTo>
                    <a:pt x="6368" y="24082"/>
                  </a:lnTo>
                  <a:lnTo>
                    <a:pt x="19265" y="32458"/>
                  </a:lnTo>
                  <a:lnTo>
                    <a:pt x="19265" y="32367"/>
                  </a:lnTo>
                  <a:lnTo>
                    <a:pt x="32458"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9"/>
            <p:cNvSpPr/>
            <p:nvPr/>
          </p:nvSpPr>
          <p:spPr>
            <a:xfrm>
              <a:off x="2792275" y="4136550"/>
              <a:ext cx="368075" cy="63950"/>
            </a:xfrm>
            <a:custGeom>
              <a:avLst/>
              <a:gdLst/>
              <a:ahLst/>
              <a:cxnLst/>
              <a:rect l="l" t="t" r="r" b="b"/>
              <a:pathLst>
                <a:path w="14723" h="2558" extrusionOk="0">
                  <a:moveTo>
                    <a:pt x="14722" y="1"/>
                  </a:moveTo>
                  <a:lnTo>
                    <a:pt x="0" y="2443"/>
                  </a:lnTo>
                  <a:lnTo>
                    <a:pt x="23" y="2557"/>
                  </a:lnTo>
                  <a:lnTo>
                    <a:pt x="14722" y="115"/>
                  </a:lnTo>
                  <a:lnTo>
                    <a:pt x="14722"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8" name="Google Shape;1598;p9"/>
          <p:cNvGrpSpPr/>
          <p:nvPr/>
        </p:nvGrpSpPr>
        <p:grpSpPr>
          <a:xfrm rot="10800000">
            <a:off x="-345392" y="-1273170"/>
            <a:ext cx="9834790" cy="6880156"/>
            <a:chOff x="2056725" y="3456925"/>
            <a:chExt cx="1804350" cy="1262275"/>
          </a:xfrm>
        </p:grpSpPr>
        <p:sp>
          <p:nvSpPr>
            <p:cNvPr id="1599" name="Google Shape;1599;p9"/>
            <p:cNvSpPr/>
            <p:nvPr/>
          </p:nvSpPr>
          <p:spPr>
            <a:xfrm>
              <a:off x="2056725" y="3456925"/>
              <a:ext cx="1559550" cy="1262275"/>
            </a:xfrm>
            <a:custGeom>
              <a:avLst/>
              <a:gdLst/>
              <a:ahLst/>
              <a:cxnLst/>
              <a:rect l="l" t="t" r="r" b="b"/>
              <a:pathLst>
                <a:path w="62382" h="50491" extrusionOk="0">
                  <a:moveTo>
                    <a:pt x="23853" y="1"/>
                  </a:moveTo>
                  <a:lnTo>
                    <a:pt x="14471" y="16960"/>
                  </a:lnTo>
                  <a:lnTo>
                    <a:pt x="14449" y="16983"/>
                  </a:lnTo>
                  <a:lnTo>
                    <a:pt x="19516" y="30541"/>
                  </a:lnTo>
                  <a:lnTo>
                    <a:pt x="0" y="49943"/>
                  </a:lnTo>
                  <a:lnTo>
                    <a:pt x="21022" y="50490"/>
                  </a:lnTo>
                  <a:lnTo>
                    <a:pt x="32458" y="43529"/>
                  </a:lnTo>
                  <a:lnTo>
                    <a:pt x="45263" y="47318"/>
                  </a:lnTo>
                  <a:lnTo>
                    <a:pt x="45286" y="47318"/>
                  </a:lnTo>
                  <a:lnTo>
                    <a:pt x="62382" y="32573"/>
                  </a:lnTo>
                  <a:lnTo>
                    <a:pt x="62313" y="32481"/>
                  </a:lnTo>
                  <a:lnTo>
                    <a:pt x="45263" y="47204"/>
                  </a:lnTo>
                  <a:lnTo>
                    <a:pt x="32458" y="43415"/>
                  </a:lnTo>
                  <a:lnTo>
                    <a:pt x="32435" y="43392"/>
                  </a:lnTo>
                  <a:lnTo>
                    <a:pt x="21000" y="50376"/>
                  </a:lnTo>
                  <a:lnTo>
                    <a:pt x="274" y="49828"/>
                  </a:lnTo>
                  <a:lnTo>
                    <a:pt x="19630" y="30610"/>
                  </a:lnTo>
                  <a:lnTo>
                    <a:pt x="19653" y="30564"/>
                  </a:lnTo>
                  <a:lnTo>
                    <a:pt x="14586" y="16983"/>
                  </a:lnTo>
                  <a:lnTo>
                    <a:pt x="23944" y="69"/>
                  </a:lnTo>
                  <a:lnTo>
                    <a:pt x="23853"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9"/>
            <p:cNvSpPr/>
            <p:nvPr/>
          </p:nvSpPr>
          <p:spPr>
            <a:xfrm>
              <a:off x="2789975" y="4016150"/>
              <a:ext cx="559825" cy="621450"/>
            </a:xfrm>
            <a:custGeom>
              <a:avLst/>
              <a:gdLst/>
              <a:ahLst/>
              <a:cxnLst/>
              <a:rect l="l" t="t" r="r" b="b"/>
              <a:pathLst>
                <a:path w="22393" h="24858" extrusionOk="0">
                  <a:moveTo>
                    <a:pt x="14495" y="1"/>
                  </a:moveTo>
                  <a:lnTo>
                    <a:pt x="15773" y="24538"/>
                  </a:lnTo>
                  <a:lnTo>
                    <a:pt x="15773" y="24538"/>
                  </a:lnTo>
                  <a:lnTo>
                    <a:pt x="1" y="7122"/>
                  </a:lnTo>
                  <a:lnTo>
                    <a:pt x="3059" y="21114"/>
                  </a:lnTo>
                  <a:lnTo>
                    <a:pt x="3173" y="21068"/>
                  </a:lnTo>
                  <a:lnTo>
                    <a:pt x="206" y="7533"/>
                  </a:lnTo>
                  <a:lnTo>
                    <a:pt x="15796" y="24743"/>
                  </a:lnTo>
                  <a:lnTo>
                    <a:pt x="15910" y="24857"/>
                  </a:lnTo>
                  <a:lnTo>
                    <a:pt x="15910" y="24857"/>
                  </a:lnTo>
                  <a:lnTo>
                    <a:pt x="14655" y="685"/>
                  </a:lnTo>
                  <a:lnTo>
                    <a:pt x="14655" y="685"/>
                  </a:lnTo>
                  <a:lnTo>
                    <a:pt x="22301" y="19402"/>
                  </a:lnTo>
                  <a:lnTo>
                    <a:pt x="22392" y="19357"/>
                  </a:lnTo>
                  <a:lnTo>
                    <a:pt x="14495"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9"/>
            <p:cNvSpPr/>
            <p:nvPr/>
          </p:nvSpPr>
          <p:spPr>
            <a:xfrm>
              <a:off x="3301275" y="3974500"/>
              <a:ext cx="559800" cy="621450"/>
            </a:xfrm>
            <a:custGeom>
              <a:avLst/>
              <a:gdLst/>
              <a:ahLst/>
              <a:cxnLst/>
              <a:rect l="l" t="t" r="r" b="b"/>
              <a:pathLst>
                <a:path w="22392" h="24858" extrusionOk="0">
                  <a:moveTo>
                    <a:pt x="14494" y="0"/>
                  </a:moveTo>
                  <a:lnTo>
                    <a:pt x="15750" y="24538"/>
                  </a:lnTo>
                  <a:lnTo>
                    <a:pt x="137" y="7282"/>
                  </a:lnTo>
                  <a:lnTo>
                    <a:pt x="0" y="7122"/>
                  </a:lnTo>
                  <a:lnTo>
                    <a:pt x="0" y="7122"/>
                  </a:lnTo>
                  <a:lnTo>
                    <a:pt x="3036" y="21114"/>
                  </a:lnTo>
                  <a:lnTo>
                    <a:pt x="3150" y="21068"/>
                  </a:lnTo>
                  <a:lnTo>
                    <a:pt x="206" y="7533"/>
                  </a:lnTo>
                  <a:lnTo>
                    <a:pt x="15773" y="24743"/>
                  </a:lnTo>
                  <a:lnTo>
                    <a:pt x="15887" y="24857"/>
                  </a:lnTo>
                  <a:lnTo>
                    <a:pt x="14631" y="685"/>
                  </a:lnTo>
                  <a:lnTo>
                    <a:pt x="22278" y="19402"/>
                  </a:lnTo>
                  <a:lnTo>
                    <a:pt x="22392" y="19356"/>
                  </a:lnTo>
                  <a:lnTo>
                    <a:pt x="14494"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9"/>
            <p:cNvSpPr/>
            <p:nvPr/>
          </p:nvSpPr>
          <p:spPr>
            <a:xfrm>
              <a:off x="2099525" y="3904300"/>
              <a:ext cx="811450" cy="811475"/>
            </a:xfrm>
            <a:custGeom>
              <a:avLst/>
              <a:gdLst/>
              <a:ahLst/>
              <a:cxnLst/>
              <a:rect l="l" t="t" r="r" b="b"/>
              <a:pathLst>
                <a:path w="32458" h="32459" extrusionOk="0">
                  <a:moveTo>
                    <a:pt x="32161" y="412"/>
                  </a:moveTo>
                  <a:lnTo>
                    <a:pt x="19242" y="32093"/>
                  </a:lnTo>
                  <a:lnTo>
                    <a:pt x="17941" y="12692"/>
                  </a:lnTo>
                  <a:lnTo>
                    <a:pt x="32161" y="412"/>
                  </a:lnTo>
                  <a:close/>
                  <a:moveTo>
                    <a:pt x="206" y="6301"/>
                  </a:moveTo>
                  <a:lnTo>
                    <a:pt x="17827" y="12715"/>
                  </a:lnTo>
                  <a:lnTo>
                    <a:pt x="19128" y="32230"/>
                  </a:lnTo>
                  <a:lnTo>
                    <a:pt x="6483" y="23990"/>
                  </a:lnTo>
                  <a:lnTo>
                    <a:pt x="206" y="6301"/>
                  </a:lnTo>
                  <a:close/>
                  <a:moveTo>
                    <a:pt x="32458" y="1"/>
                  </a:moveTo>
                  <a:lnTo>
                    <a:pt x="17872" y="12600"/>
                  </a:lnTo>
                  <a:lnTo>
                    <a:pt x="0" y="6095"/>
                  </a:lnTo>
                  <a:lnTo>
                    <a:pt x="6368" y="24059"/>
                  </a:lnTo>
                  <a:lnTo>
                    <a:pt x="6368" y="24082"/>
                  </a:lnTo>
                  <a:lnTo>
                    <a:pt x="19265" y="32458"/>
                  </a:lnTo>
                  <a:lnTo>
                    <a:pt x="19265" y="32367"/>
                  </a:lnTo>
                  <a:lnTo>
                    <a:pt x="32458"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9"/>
            <p:cNvSpPr/>
            <p:nvPr/>
          </p:nvSpPr>
          <p:spPr>
            <a:xfrm>
              <a:off x="2792275" y="4136550"/>
              <a:ext cx="368075" cy="63950"/>
            </a:xfrm>
            <a:custGeom>
              <a:avLst/>
              <a:gdLst/>
              <a:ahLst/>
              <a:cxnLst/>
              <a:rect l="l" t="t" r="r" b="b"/>
              <a:pathLst>
                <a:path w="14723" h="2558" extrusionOk="0">
                  <a:moveTo>
                    <a:pt x="14722" y="1"/>
                  </a:moveTo>
                  <a:lnTo>
                    <a:pt x="0" y="2443"/>
                  </a:lnTo>
                  <a:lnTo>
                    <a:pt x="23" y="2557"/>
                  </a:lnTo>
                  <a:lnTo>
                    <a:pt x="14722" y="115"/>
                  </a:lnTo>
                  <a:lnTo>
                    <a:pt x="14722"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4" name="Google Shape;1604;p9"/>
          <p:cNvGrpSpPr/>
          <p:nvPr/>
        </p:nvGrpSpPr>
        <p:grpSpPr>
          <a:xfrm>
            <a:off x="-666383" y="-922630"/>
            <a:ext cx="2352860" cy="2352860"/>
            <a:chOff x="3413675" y="1416350"/>
            <a:chExt cx="685925" cy="685925"/>
          </a:xfrm>
        </p:grpSpPr>
        <p:sp>
          <p:nvSpPr>
            <p:cNvPr id="1605" name="Google Shape;1605;p9"/>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9"/>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9"/>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9"/>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9"/>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9"/>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1" name="Google Shape;1611;p9"/>
          <p:cNvGrpSpPr/>
          <p:nvPr/>
        </p:nvGrpSpPr>
        <p:grpSpPr>
          <a:xfrm>
            <a:off x="5266517" y="1245621"/>
            <a:ext cx="5958123" cy="5505660"/>
            <a:chOff x="407025" y="3490600"/>
            <a:chExt cx="1442575" cy="1333025"/>
          </a:xfrm>
        </p:grpSpPr>
        <p:sp>
          <p:nvSpPr>
            <p:cNvPr id="1612" name="Google Shape;1612;p9"/>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9"/>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9"/>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9"/>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9"/>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9"/>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18" name="Google Shape;1618;p9"/>
          <p:cNvSpPr/>
          <p:nvPr/>
        </p:nvSpPr>
        <p:spPr>
          <a:xfrm>
            <a:off x="3321525" y="4402875"/>
            <a:ext cx="1674650" cy="1474220"/>
          </a:xfrm>
          <a:custGeom>
            <a:avLst/>
            <a:gdLst/>
            <a:ahLst/>
            <a:cxnLst/>
            <a:rect l="l" t="t" r="r" b="b"/>
            <a:pathLst>
              <a:path w="31842" h="28031" extrusionOk="0">
                <a:moveTo>
                  <a:pt x="31842" y="1"/>
                </a:moveTo>
                <a:lnTo>
                  <a:pt x="29491" y="28030"/>
                </a:lnTo>
                <a:lnTo>
                  <a:pt x="0" y="23716"/>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9"/>
          <p:cNvSpPr/>
          <p:nvPr/>
        </p:nvSpPr>
        <p:spPr>
          <a:xfrm>
            <a:off x="7534050" y="108450"/>
            <a:ext cx="1537719" cy="1230629"/>
          </a:xfrm>
          <a:custGeom>
            <a:avLst/>
            <a:gdLst/>
            <a:ahLst/>
            <a:cxnLst/>
            <a:rect l="l" t="t" r="r" b="b"/>
            <a:pathLst>
              <a:path w="29834" h="23876" extrusionOk="0">
                <a:moveTo>
                  <a:pt x="21959" y="1"/>
                </a:moveTo>
                <a:lnTo>
                  <a:pt x="1" y="23876"/>
                </a:lnTo>
                <a:lnTo>
                  <a:pt x="1" y="23876"/>
                </a:lnTo>
                <a:lnTo>
                  <a:pt x="29833" y="14175"/>
                </a:lnTo>
                <a:lnTo>
                  <a:pt x="21959"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9"/>
          <p:cNvSpPr/>
          <p:nvPr/>
        </p:nvSpPr>
        <p:spPr>
          <a:xfrm rot="5400000">
            <a:off x="-105263" y="1677700"/>
            <a:ext cx="1230619" cy="2301192"/>
          </a:xfrm>
          <a:custGeom>
            <a:avLst/>
            <a:gdLst/>
            <a:ahLst/>
            <a:cxnLst/>
            <a:rect l="l" t="t" r="r" b="b"/>
            <a:pathLst>
              <a:path w="25451" h="47592" extrusionOk="0">
                <a:moveTo>
                  <a:pt x="25450" y="0"/>
                </a:moveTo>
                <a:lnTo>
                  <a:pt x="0" y="25062"/>
                </a:lnTo>
                <a:lnTo>
                  <a:pt x="25062" y="47591"/>
                </a:lnTo>
                <a:lnTo>
                  <a:pt x="25450"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21" name="Google Shape;1621;p9"/>
          <p:cNvGrpSpPr/>
          <p:nvPr/>
        </p:nvGrpSpPr>
        <p:grpSpPr>
          <a:xfrm>
            <a:off x="638292" y="4481543"/>
            <a:ext cx="1048180" cy="245101"/>
            <a:chOff x="3504975" y="1233750"/>
            <a:chExt cx="324725" cy="75925"/>
          </a:xfrm>
        </p:grpSpPr>
        <p:sp>
          <p:nvSpPr>
            <p:cNvPr id="1622" name="Google Shape;1622;p9"/>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9"/>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9"/>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5" name="Google Shape;1625;p9"/>
          <p:cNvGrpSpPr/>
          <p:nvPr/>
        </p:nvGrpSpPr>
        <p:grpSpPr>
          <a:xfrm>
            <a:off x="2394248" y="-2774155"/>
            <a:ext cx="6432293" cy="6055903"/>
            <a:chOff x="5187775" y="635000"/>
            <a:chExt cx="1791825" cy="1686975"/>
          </a:xfrm>
        </p:grpSpPr>
        <p:sp>
          <p:nvSpPr>
            <p:cNvPr id="1626" name="Google Shape;1626;p9"/>
            <p:cNvSpPr/>
            <p:nvPr/>
          </p:nvSpPr>
          <p:spPr>
            <a:xfrm>
              <a:off x="6404950" y="1750600"/>
              <a:ext cx="8000" cy="7025"/>
            </a:xfrm>
            <a:custGeom>
              <a:avLst/>
              <a:gdLst/>
              <a:ahLst/>
              <a:cxnLst/>
              <a:rect l="l" t="t" r="r" b="b"/>
              <a:pathLst>
                <a:path w="320" h="281" extrusionOk="0">
                  <a:moveTo>
                    <a:pt x="147" y="0"/>
                  </a:moveTo>
                  <a:cubicBezTo>
                    <a:pt x="91" y="0"/>
                    <a:pt x="42" y="41"/>
                    <a:pt x="23" y="98"/>
                  </a:cubicBezTo>
                  <a:cubicBezTo>
                    <a:pt x="0" y="166"/>
                    <a:pt x="46" y="257"/>
                    <a:pt x="114" y="280"/>
                  </a:cubicBezTo>
                  <a:cubicBezTo>
                    <a:pt x="206" y="280"/>
                    <a:pt x="274" y="235"/>
                    <a:pt x="297" y="166"/>
                  </a:cubicBezTo>
                  <a:cubicBezTo>
                    <a:pt x="320" y="98"/>
                    <a:pt x="274" y="29"/>
                    <a:pt x="183" y="6"/>
                  </a:cubicBezTo>
                  <a:cubicBezTo>
                    <a:pt x="171" y="2"/>
                    <a:pt x="158"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9"/>
            <p:cNvSpPr/>
            <p:nvPr/>
          </p:nvSpPr>
          <p:spPr>
            <a:xfrm>
              <a:off x="6253150" y="1585725"/>
              <a:ext cx="11450" cy="10525"/>
            </a:xfrm>
            <a:custGeom>
              <a:avLst/>
              <a:gdLst/>
              <a:ahLst/>
              <a:cxnLst/>
              <a:rect l="l" t="t" r="r" b="b"/>
              <a:pathLst>
                <a:path w="458" h="421" extrusionOk="0">
                  <a:moveTo>
                    <a:pt x="238" y="1"/>
                  </a:moveTo>
                  <a:cubicBezTo>
                    <a:pt x="155" y="1"/>
                    <a:pt x="63" y="65"/>
                    <a:pt x="23" y="165"/>
                  </a:cubicBezTo>
                  <a:cubicBezTo>
                    <a:pt x="1" y="279"/>
                    <a:pt x="69" y="393"/>
                    <a:pt x="183" y="416"/>
                  </a:cubicBezTo>
                  <a:cubicBezTo>
                    <a:pt x="198" y="419"/>
                    <a:pt x="213" y="420"/>
                    <a:pt x="227" y="420"/>
                  </a:cubicBezTo>
                  <a:cubicBezTo>
                    <a:pt x="325" y="420"/>
                    <a:pt x="414" y="355"/>
                    <a:pt x="434" y="256"/>
                  </a:cubicBezTo>
                  <a:cubicBezTo>
                    <a:pt x="457" y="165"/>
                    <a:pt x="389" y="51"/>
                    <a:pt x="274" y="5"/>
                  </a:cubicBezTo>
                  <a:cubicBezTo>
                    <a:pt x="263"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9"/>
            <p:cNvSpPr/>
            <p:nvPr/>
          </p:nvSpPr>
          <p:spPr>
            <a:xfrm>
              <a:off x="6085375" y="1643350"/>
              <a:ext cx="9725" cy="8850"/>
            </a:xfrm>
            <a:custGeom>
              <a:avLst/>
              <a:gdLst/>
              <a:ahLst/>
              <a:cxnLst/>
              <a:rect l="l" t="t" r="r" b="b"/>
              <a:pathLst>
                <a:path w="389" h="354" extrusionOk="0">
                  <a:moveTo>
                    <a:pt x="193" y="1"/>
                  </a:moveTo>
                  <a:cubicBezTo>
                    <a:pt x="115" y="1"/>
                    <a:pt x="44" y="63"/>
                    <a:pt x="24" y="142"/>
                  </a:cubicBezTo>
                  <a:cubicBezTo>
                    <a:pt x="1" y="234"/>
                    <a:pt x="69" y="325"/>
                    <a:pt x="161" y="348"/>
                  </a:cubicBezTo>
                  <a:cubicBezTo>
                    <a:pt x="176" y="352"/>
                    <a:pt x="192" y="353"/>
                    <a:pt x="207" y="353"/>
                  </a:cubicBezTo>
                  <a:cubicBezTo>
                    <a:pt x="281" y="353"/>
                    <a:pt x="347" y="309"/>
                    <a:pt x="366" y="234"/>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9"/>
            <p:cNvSpPr/>
            <p:nvPr/>
          </p:nvSpPr>
          <p:spPr>
            <a:xfrm>
              <a:off x="6088800" y="1627950"/>
              <a:ext cx="10300" cy="9950"/>
            </a:xfrm>
            <a:custGeom>
              <a:avLst/>
              <a:gdLst/>
              <a:ahLst/>
              <a:cxnLst/>
              <a:rect l="l" t="t" r="r" b="b"/>
              <a:pathLst>
                <a:path w="412" h="398" extrusionOk="0">
                  <a:moveTo>
                    <a:pt x="209" y="1"/>
                  </a:moveTo>
                  <a:cubicBezTo>
                    <a:pt x="115" y="1"/>
                    <a:pt x="44" y="65"/>
                    <a:pt x="24" y="165"/>
                  </a:cubicBezTo>
                  <a:cubicBezTo>
                    <a:pt x="1" y="256"/>
                    <a:pt x="47" y="370"/>
                    <a:pt x="161" y="393"/>
                  </a:cubicBezTo>
                  <a:cubicBezTo>
                    <a:pt x="173" y="396"/>
                    <a:pt x="185" y="397"/>
                    <a:pt x="198" y="397"/>
                  </a:cubicBezTo>
                  <a:cubicBezTo>
                    <a:pt x="280" y="397"/>
                    <a:pt x="369" y="335"/>
                    <a:pt x="389" y="256"/>
                  </a:cubicBezTo>
                  <a:cubicBezTo>
                    <a:pt x="412" y="142"/>
                    <a:pt x="343" y="51"/>
                    <a:pt x="252" y="5"/>
                  </a:cubicBezTo>
                  <a:cubicBezTo>
                    <a:pt x="237" y="2"/>
                    <a:pt x="223" y="1"/>
                    <a:pt x="20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9"/>
            <p:cNvSpPr/>
            <p:nvPr/>
          </p:nvSpPr>
          <p:spPr>
            <a:xfrm>
              <a:off x="6072825" y="1627375"/>
              <a:ext cx="9150" cy="8275"/>
            </a:xfrm>
            <a:custGeom>
              <a:avLst/>
              <a:gdLst/>
              <a:ahLst/>
              <a:cxnLst/>
              <a:rect l="l" t="t" r="r" b="b"/>
              <a:pathLst>
                <a:path w="366" h="331" extrusionOk="0">
                  <a:moveTo>
                    <a:pt x="192" y="1"/>
                  </a:moveTo>
                  <a:cubicBezTo>
                    <a:pt x="114" y="1"/>
                    <a:pt x="43" y="60"/>
                    <a:pt x="24" y="119"/>
                  </a:cubicBezTo>
                  <a:cubicBezTo>
                    <a:pt x="1" y="211"/>
                    <a:pt x="69" y="302"/>
                    <a:pt x="138" y="325"/>
                  </a:cubicBezTo>
                  <a:cubicBezTo>
                    <a:pt x="153" y="329"/>
                    <a:pt x="169" y="331"/>
                    <a:pt x="184" y="331"/>
                  </a:cubicBezTo>
                  <a:cubicBezTo>
                    <a:pt x="258" y="331"/>
                    <a:pt x="324" y="286"/>
                    <a:pt x="343" y="211"/>
                  </a:cubicBezTo>
                  <a:cubicBezTo>
                    <a:pt x="366" y="119"/>
                    <a:pt x="320" y="28"/>
                    <a:pt x="229" y="5"/>
                  </a:cubicBezTo>
                  <a:cubicBezTo>
                    <a:pt x="217" y="2"/>
                    <a:pt x="205" y="1"/>
                    <a:pt x="19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9"/>
            <p:cNvSpPr/>
            <p:nvPr/>
          </p:nvSpPr>
          <p:spPr>
            <a:xfrm>
              <a:off x="5702500" y="1262700"/>
              <a:ext cx="9725" cy="8325"/>
            </a:xfrm>
            <a:custGeom>
              <a:avLst/>
              <a:gdLst/>
              <a:ahLst/>
              <a:cxnLst/>
              <a:rect l="l" t="t" r="r" b="b"/>
              <a:pathLst>
                <a:path w="389" h="333" extrusionOk="0">
                  <a:moveTo>
                    <a:pt x="182" y="1"/>
                  </a:moveTo>
                  <a:cubicBezTo>
                    <a:pt x="108" y="1"/>
                    <a:pt x="42" y="45"/>
                    <a:pt x="23" y="121"/>
                  </a:cubicBezTo>
                  <a:cubicBezTo>
                    <a:pt x="0" y="212"/>
                    <a:pt x="69" y="304"/>
                    <a:pt x="160" y="326"/>
                  </a:cubicBezTo>
                  <a:cubicBezTo>
                    <a:pt x="176" y="330"/>
                    <a:pt x="191" y="332"/>
                    <a:pt x="207" y="332"/>
                  </a:cubicBezTo>
                  <a:cubicBezTo>
                    <a:pt x="281" y="332"/>
                    <a:pt x="346" y="288"/>
                    <a:pt x="365" y="212"/>
                  </a:cubicBezTo>
                  <a:cubicBezTo>
                    <a:pt x="388" y="121"/>
                    <a:pt x="320" y="30"/>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9"/>
            <p:cNvSpPr/>
            <p:nvPr/>
          </p:nvSpPr>
          <p:spPr>
            <a:xfrm>
              <a:off x="6409500" y="1544750"/>
              <a:ext cx="6875" cy="6300"/>
            </a:xfrm>
            <a:custGeom>
              <a:avLst/>
              <a:gdLst/>
              <a:ahLst/>
              <a:cxnLst/>
              <a:rect l="l" t="t" r="r" b="b"/>
              <a:pathLst>
                <a:path w="275" h="252" extrusionOk="0">
                  <a:moveTo>
                    <a:pt x="160" y="0"/>
                  </a:moveTo>
                  <a:cubicBezTo>
                    <a:pt x="92" y="0"/>
                    <a:pt x="24" y="23"/>
                    <a:pt x="24" y="92"/>
                  </a:cubicBezTo>
                  <a:cubicBezTo>
                    <a:pt x="1" y="160"/>
                    <a:pt x="46" y="229"/>
                    <a:pt x="115" y="252"/>
                  </a:cubicBezTo>
                  <a:cubicBezTo>
                    <a:pt x="160" y="252"/>
                    <a:pt x="229" y="229"/>
                    <a:pt x="252" y="160"/>
                  </a:cubicBezTo>
                  <a:cubicBezTo>
                    <a:pt x="275" y="92"/>
                    <a:pt x="229"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9"/>
            <p:cNvSpPr/>
            <p:nvPr/>
          </p:nvSpPr>
          <p:spPr>
            <a:xfrm>
              <a:off x="6525350" y="1792825"/>
              <a:ext cx="7425" cy="7175"/>
            </a:xfrm>
            <a:custGeom>
              <a:avLst/>
              <a:gdLst/>
              <a:ahLst/>
              <a:cxnLst/>
              <a:rect l="l" t="t" r="r" b="b"/>
              <a:pathLst>
                <a:path w="297" h="287" extrusionOk="0">
                  <a:moveTo>
                    <a:pt x="137" y="1"/>
                  </a:moveTo>
                  <a:cubicBezTo>
                    <a:pt x="69" y="1"/>
                    <a:pt x="19" y="41"/>
                    <a:pt x="0" y="98"/>
                  </a:cubicBezTo>
                  <a:cubicBezTo>
                    <a:pt x="0" y="189"/>
                    <a:pt x="46" y="258"/>
                    <a:pt x="114" y="280"/>
                  </a:cubicBezTo>
                  <a:cubicBezTo>
                    <a:pt x="126" y="284"/>
                    <a:pt x="138" y="286"/>
                    <a:pt x="149" y="286"/>
                  </a:cubicBezTo>
                  <a:cubicBezTo>
                    <a:pt x="205" y="286"/>
                    <a:pt x="255" y="242"/>
                    <a:pt x="274" y="166"/>
                  </a:cubicBezTo>
                  <a:cubicBezTo>
                    <a:pt x="297" y="98"/>
                    <a:pt x="251" y="29"/>
                    <a:pt x="183" y="6"/>
                  </a:cubicBezTo>
                  <a:cubicBezTo>
                    <a:pt x="167" y="2"/>
                    <a:pt x="151" y="1"/>
                    <a:pt x="13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9"/>
            <p:cNvSpPr/>
            <p:nvPr/>
          </p:nvSpPr>
          <p:spPr>
            <a:xfrm>
              <a:off x="6545325" y="1590850"/>
              <a:ext cx="11425" cy="10000"/>
            </a:xfrm>
            <a:custGeom>
              <a:avLst/>
              <a:gdLst/>
              <a:ahLst/>
              <a:cxnLst/>
              <a:rect l="l" t="t" r="r" b="b"/>
              <a:pathLst>
                <a:path w="457" h="400" extrusionOk="0">
                  <a:moveTo>
                    <a:pt x="238" y="1"/>
                  </a:moveTo>
                  <a:cubicBezTo>
                    <a:pt x="155" y="1"/>
                    <a:pt x="66" y="66"/>
                    <a:pt x="46" y="165"/>
                  </a:cubicBezTo>
                  <a:cubicBezTo>
                    <a:pt x="0" y="256"/>
                    <a:pt x="69" y="371"/>
                    <a:pt x="183" y="393"/>
                  </a:cubicBezTo>
                  <a:cubicBezTo>
                    <a:pt x="202" y="397"/>
                    <a:pt x="220" y="399"/>
                    <a:pt x="238" y="399"/>
                  </a:cubicBezTo>
                  <a:cubicBezTo>
                    <a:pt x="326" y="399"/>
                    <a:pt x="396" y="352"/>
                    <a:pt x="434" y="256"/>
                  </a:cubicBezTo>
                  <a:cubicBezTo>
                    <a:pt x="457" y="142"/>
                    <a:pt x="388" y="28"/>
                    <a:pt x="274" y="5"/>
                  </a:cubicBezTo>
                  <a:cubicBezTo>
                    <a:pt x="262"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9"/>
            <p:cNvSpPr/>
            <p:nvPr/>
          </p:nvSpPr>
          <p:spPr>
            <a:xfrm>
              <a:off x="6443750" y="1815075"/>
              <a:ext cx="9725" cy="8850"/>
            </a:xfrm>
            <a:custGeom>
              <a:avLst/>
              <a:gdLst/>
              <a:ahLst/>
              <a:cxnLst/>
              <a:rect l="l" t="t" r="r" b="b"/>
              <a:pathLst>
                <a:path w="389" h="354" extrusionOk="0">
                  <a:moveTo>
                    <a:pt x="182" y="1"/>
                  </a:moveTo>
                  <a:cubicBezTo>
                    <a:pt x="108" y="1"/>
                    <a:pt x="42" y="45"/>
                    <a:pt x="23" y="121"/>
                  </a:cubicBezTo>
                  <a:cubicBezTo>
                    <a:pt x="0" y="235"/>
                    <a:pt x="46" y="326"/>
                    <a:pt x="160" y="349"/>
                  </a:cubicBezTo>
                  <a:cubicBezTo>
                    <a:pt x="172" y="352"/>
                    <a:pt x="184" y="353"/>
                    <a:pt x="196" y="353"/>
                  </a:cubicBezTo>
                  <a:cubicBezTo>
                    <a:pt x="274" y="353"/>
                    <a:pt x="346" y="291"/>
                    <a:pt x="365" y="212"/>
                  </a:cubicBezTo>
                  <a:cubicBezTo>
                    <a:pt x="388" y="121"/>
                    <a:pt x="343" y="29"/>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9"/>
            <p:cNvSpPr/>
            <p:nvPr/>
          </p:nvSpPr>
          <p:spPr>
            <a:xfrm>
              <a:off x="6470000" y="1775750"/>
              <a:ext cx="11425" cy="10500"/>
            </a:xfrm>
            <a:custGeom>
              <a:avLst/>
              <a:gdLst/>
              <a:ahLst/>
              <a:cxnLst/>
              <a:rect l="l" t="t" r="r" b="b"/>
              <a:pathLst>
                <a:path w="457" h="420" extrusionOk="0">
                  <a:moveTo>
                    <a:pt x="230" y="0"/>
                  </a:moveTo>
                  <a:cubicBezTo>
                    <a:pt x="132" y="0"/>
                    <a:pt x="43" y="65"/>
                    <a:pt x="23" y="165"/>
                  </a:cubicBezTo>
                  <a:cubicBezTo>
                    <a:pt x="0" y="256"/>
                    <a:pt x="69" y="370"/>
                    <a:pt x="183" y="416"/>
                  </a:cubicBezTo>
                  <a:cubicBezTo>
                    <a:pt x="195" y="419"/>
                    <a:pt x="207" y="420"/>
                    <a:pt x="219" y="420"/>
                  </a:cubicBezTo>
                  <a:cubicBezTo>
                    <a:pt x="302" y="420"/>
                    <a:pt x="391" y="355"/>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9"/>
            <p:cNvSpPr/>
            <p:nvPr/>
          </p:nvSpPr>
          <p:spPr>
            <a:xfrm>
              <a:off x="6440325" y="1675275"/>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6" y="291"/>
                    <a:pt x="365" y="212"/>
                  </a:cubicBezTo>
                  <a:cubicBezTo>
                    <a:pt x="388"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9"/>
            <p:cNvSpPr/>
            <p:nvPr/>
          </p:nvSpPr>
          <p:spPr>
            <a:xfrm>
              <a:off x="6555025" y="1619400"/>
              <a:ext cx="9150" cy="8800"/>
            </a:xfrm>
            <a:custGeom>
              <a:avLst/>
              <a:gdLst/>
              <a:ahLst/>
              <a:cxnLst/>
              <a:rect l="l" t="t" r="r" b="b"/>
              <a:pathLst>
                <a:path w="366" h="352" extrusionOk="0">
                  <a:moveTo>
                    <a:pt x="193" y="0"/>
                  </a:moveTo>
                  <a:cubicBezTo>
                    <a:pt x="114" y="0"/>
                    <a:pt x="43" y="62"/>
                    <a:pt x="23" y="142"/>
                  </a:cubicBezTo>
                  <a:cubicBezTo>
                    <a:pt x="0" y="233"/>
                    <a:pt x="46" y="324"/>
                    <a:pt x="137" y="347"/>
                  </a:cubicBezTo>
                  <a:cubicBezTo>
                    <a:pt x="149" y="350"/>
                    <a:pt x="161" y="351"/>
                    <a:pt x="173" y="351"/>
                  </a:cubicBezTo>
                  <a:cubicBezTo>
                    <a:pt x="251" y="351"/>
                    <a:pt x="323" y="289"/>
                    <a:pt x="343" y="210"/>
                  </a:cubicBezTo>
                  <a:cubicBezTo>
                    <a:pt x="365" y="119"/>
                    <a:pt x="320" y="27"/>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9"/>
            <p:cNvSpPr/>
            <p:nvPr/>
          </p:nvSpPr>
          <p:spPr>
            <a:xfrm>
              <a:off x="6411775" y="1487550"/>
              <a:ext cx="7450" cy="6575"/>
            </a:xfrm>
            <a:custGeom>
              <a:avLst/>
              <a:gdLst/>
              <a:ahLst/>
              <a:cxnLst/>
              <a:rect l="l" t="t" r="r" b="b"/>
              <a:pathLst>
                <a:path w="298" h="263" extrusionOk="0">
                  <a:moveTo>
                    <a:pt x="147" y="0"/>
                  </a:moveTo>
                  <a:cubicBezTo>
                    <a:pt x="92" y="0"/>
                    <a:pt x="43" y="41"/>
                    <a:pt x="24" y="97"/>
                  </a:cubicBezTo>
                  <a:cubicBezTo>
                    <a:pt x="1" y="166"/>
                    <a:pt x="47" y="234"/>
                    <a:pt x="115" y="257"/>
                  </a:cubicBezTo>
                  <a:cubicBezTo>
                    <a:pt x="127" y="261"/>
                    <a:pt x="139" y="263"/>
                    <a:pt x="151" y="263"/>
                  </a:cubicBezTo>
                  <a:cubicBezTo>
                    <a:pt x="206" y="263"/>
                    <a:pt x="256" y="22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9"/>
            <p:cNvSpPr/>
            <p:nvPr/>
          </p:nvSpPr>
          <p:spPr>
            <a:xfrm>
              <a:off x="6552175" y="1694725"/>
              <a:ext cx="10850" cy="9925"/>
            </a:xfrm>
            <a:custGeom>
              <a:avLst/>
              <a:gdLst/>
              <a:ahLst/>
              <a:cxnLst/>
              <a:rect l="l" t="t" r="r" b="b"/>
              <a:pathLst>
                <a:path w="434" h="397" extrusionOk="0">
                  <a:moveTo>
                    <a:pt x="231" y="0"/>
                  </a:moveTo>
                  <a:cubicBezTo>
                    <a:pt x="137" y="0"/>
                    <a:pt x="63" y="65"/>
                    <a:pt x="23" y="164"/>
                  </a:cubicBezTo>
                  <a:cubicBezTo>
                    <a:pt x="0" y="256"/>
                    <a:pt x="68" y="370"/>
                    <a:pt x="183" y="393"/>
                  </a:cubicBezTo>
                  <a:cubicBezTo>
                    <a:pt x="195" y="396"/>
                    <a:pt x="207" y="397"/>
                    <a:pt x="220" y="397"/>
                  </a:cubicBezTo>
                  <a:cubicBezTo>
                    <a:pt x="302" y="397"/>
                    <a:pt x="391" y="335"/>
                    <a:pt x="411" y="256"/>
                  </a:cubicBezTo>
                  <a:cubicBezTo>
                    <a:pt x="434" y="141"/>
                    <a:pt x="365" y="50"/>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9"/>
            <p:cNvSpPr/>
            <p:nvPr/>
          </p:nvSpPr>
          <p:spPr>
            <a:xfrm>
              <a:off x="6418625" y="1541175"/>
              <a:ext cx="7450" cy="7175"/>
            </a:xfrm>
            <a:custGeom>
              <a:avLst/>
              <a:gdLst/>
              <a:ahLst/>
              <a:cxnLst/>
              <a:rect l="l" t="t" r="r" b="b"/>
              <a:pathLst>
                <a:path w="298" h="287" extrusionOk="0">
                  <a:moveTo>
                    <a:pt x="147" y="1"/>
                  </a:moveTo>
                  <a:cubicBezTo>
                    <a:pt x="86" y="1"/>
                    <a:pt x="24" y="45"/>
                    <a:pt x="24" y="121"/>
                  </a:cubicBezTo>
                  <a:cubicBezTo>
                    <a:pt x="1" y="189"/>
                    <a:pt x="47" y="258"/>
                    <a:pt x="115" y="280"/>
                  </a:cubicBezTo>
                  <a:cubicBezTo>
                    <a:pt x="127" y="284"/>
                    <a:pt x="140" y="286"/>
                    <a:pt x="153" y="286"/>
                  </a:cubicBezTo>
                  <a:cubicBezTo>
                    <a:pt x="214" y="286"/>
                    <a:pt x="279" y="245"/>
                    <a:pt x="298" y="189"/>
                  </a:cubicBezTo>
                  <a:cubicBezTo>
                    <a:pt x="298" y="98"/>
                    <a:pt x="252" y="29"/>
                    <a:pt x="183" y="7"/>
                  </a:cubicBezTo>
                  <a:cubicBezTo>
                    <a:pt x="172"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9"/>
            <p:cNvSpPr/>
            <p:nvPr/>
          </p:nvSpPr>
          <p:spPr>
            <a:xfrm>
              <a:off x="5440575" y="1009925"/>
              <a:ext cx="10300" cy="9400"/>
            </a:xfrm>
            <a:custGeom>
              <a:avLst/>
              <a:gdLst/>
              <a:ahLst/>
              <a:cxnLst/>
              <a:rect l="l" t="t" r="r" b="b"/>
              <a:pathLst>
                <a:path w="412" h="376" extrusionOk="0">
                  <a:moveTo>
                    <a:pt x="204" y="1"/>
                  </a:moveTo>
                  <a:cubicBezTo>
                    <a:pt x="125" y="1"/>
                    <a:pt x="42" y="48"/>
                    <a:pt x="23" y="143"/>
                  </a:cubicBezTo>
                  <a:cubicBezTo>
                    <a:pt x="0" y="234"/>
                    <a:pt x="69" y="349"/>
                    <a:pt x="160" y="371"/>
                  </a:cubicBezTo>
                  <a:cubicBezTo>
                    <a:pt x="172" y="374"/>
                    <a:pt x="184" y="376"/>
                    <a:pt x="197" y="376"/>
                  </a:cubicBezTo>
                  <a:cubicBezTo>
                    <a:pt x="280" y="376"/>
                    <a:pt x="369" y="314"/>
                    <a:pt x="388" y="234"/>
                  </a:cubicBezTo>
                  <a:cubicBezTo>
                    <a:pt x="411" y="143"/>
                    <a:pt x="343" y="29"/>
                    <a:pt x="251" y="6"/>
                  </a:cubicBezTo>
                  <a:cubicBezTo>
                    <a:pt x="236" y="2"/>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9"/>
            <p:cNvSpPr/>
            <p:nvPr/>
          </p:nvSpPr>
          <p:spPr>
            <a:xfrm>
              <a:off x="6499100" y="1836225"/>
              <a:ext cx="11425" cy="10525"/>
            </a:xfrm>
            <a:custGeom>
              <a:avLst/>
              <a:gdLst/>
              <a:ahLst/>
              <a:cxnLst/>
              <a:rect l="l" t="t" r="r" b="b"/>
              <a:pathLst>
                <a:path w="457" h="421" extrusionOk="0">
                  <a:moveTo>
                    <a:pt x="230" y="1"/>
                  </a:moveTo>
                  <a:cubicBezTo>
                    <a:pt x="132" y="1"/>
                    <a:pt x="43" y="66"/>
                    <a:pt x="23" y="165"/>
                  </a:cubicBezTo>
                  <a:cubicBezTo>
                    <a:pt x="0" y="279"/>
                    <a:pt x="69" y="370"/>
                    <a:pt x="160" y="416"/>
                  </a:cubicBezTo>
                  <a:cubicBezTo>
                    <a:pt x="175" y="419"/>
                    <a:pt x="190" y="420"/>
                    <a:pt x="204" y="420"/>
                  </a:cubicBezTo>
                  <a:cubicBezTo>
                    <a:pt x="302" y="420"/>
                    <a:pt x="391" y="356"/>
                    <a:pt x="411" y="256"/>
                  </a:cubicBezTo>
                  <a:cubicBezTo>
                    <a:pt x="457"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9"/>
            <p:cNvSpPr/>
            <p:nvPr/>
          </p:nvSpPr>
          <p:spPr>
            <a:xfrm>
              <a:off x="6463725" y="1832800"/>
              <a:ext cx="8575" cy="5275"/>
            </a:xfrm>
            <a:custGeom>
              <a:avLst/>
              <a:gdLst/>
              <a:ahLst/>
              <a:cxnLst/>
              <a:rect l="l" t="t" r="r" b="b"/>
              <a:pathLst>
                <a:path w="343" h="211" extrusionOk="0">
                  <a:moveTo>
                    <a:pt x="154" y="1"/>
                  </a:moveTo>
                  <a:cubicBezTo>
                    <a:pt x="91" y="1"/>
                    <a:pt x="20" y="60"/>
                    <a:pt x="0" y="119"/>
                  </a:cubicBezTo>
                  <a:lnTo>
                    <a:pt x="320" y="211"/>
                  </a:lnTo>
                  <a:cubicBezTo>
                    <a:pt x="342" y="119"/>
                    <a:pt x="274" y="28"/>
                    <a:pt x="183" y="5"/>
                  </a:cubicBezTo>
                  <a:cubicBezTo>
                    <a:pt x="174" y="2"/>
                    <a:pt x="164" y="1"/>
                    <a:pt x="15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9"/>
            <p:cNvSpPr/>
            <p:nvPr/>
          </p:nvSpPr>
          <p:spPr>
            <a:xfrm>
              <a:off x="6851750" y="1438250"/>
              <a:ext cx="9725" cy="9100"/>
            </a:xfrm>
            <a:custGeom>
              <a:avLst/>
              <a:gdLst/>
              <a:ahLst/>
              <a:cxnLst/>
              <a:rect l="l" t="t" r="r" b="b"/>
              <a:pathLst>
                <a:path w="389" h="364" extrusionOk="0">
                  <a:moveTo>
                    <a:pt x="180" y="0"/>
                  </a:moveTo>
                  <a:cubicBezTo>
                    <a:pt x="101" y="0"/>
                    <a:pt x="41" y="58"/>
                    <a:pt x="23" y="129"/>
                  </a:cubicBezTo>
                  <a:cubicBezTo>
                    <a:pt x="0" y="243"/>
                    <a:pt x="46" y="335"/>
                    <a:pt x="160" y="357"/>
                  </a:cubicBezTo>
                  <a:cubicBezTo>
                    <a:pt x="175" y="361"/>
                    <a:pt x="191" y="363"/>
                    <a:pt x="205" y="363"/>
                  </a:cubicBezTo>
                  <a:cubicBezTo>
                    <a:pt x="280" y="363"/>
                    <a:pt x="346" y="316"/>
                    <a:pt x="366" y="220"/>
                  </a:cubicBezTo>
                  <a:cubicBezTo>
                    <a:pt x="388" y="129"/>
                    <a:pt x="343" y="38"/>
                    <a:pt x="251" y="15"/>
                  </a:cubicBezTo>
                  <a:cubicBezTo>
                    <a:pt x="226" y="5"/>
                    <a:pt x="202" y="0"/>
                    <a:pt x="18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9"/>
            <p:cNvSpPr/>
            <p:nvPr/>
          </p:nvSpPr>
          <p:spPr>
            <a:xfrm>
              <a:off x="6845475" y="1415650"/>
              <a:ext cx="9725" cy="9400"/>
            </a:xfrm>
            <a:custGeom>
              <a:avLst/>
              <a:gdLst/>
              <a:ahLst/>
              <a:cxnLst/>
              <a:rect l="l" t="t" r="r" b="b"/>
              <a:pathLst>
                <a:path w="389" h="376" extrusionOk="0">
                  <a:moveTo>
                    <a:pt x="183" y="0"/>
                  </a:moveTo>
                  <a:cubicBezTo>
                    <a:pt x="109" y="0"/>
                    <a:pt x="42" y="48"/>
                    <a:pt x="23" y="143"/>
                  </a:cubicBezTo>
                  <a:cubicBezTo>
                    <a:pt x="0" y="234"/>
                    <a:pt x="46" y="326"/>
                    <a:pt x="137" y="371"/>
                  </a:cubicBezTo>
                  <a:cubicBezTo>
                    <a:pt x="152" y="374"/>
                    <a:pt x="167" y="376"/>
                    <a:pt x="181" y="376"/>
                  </a:cubicBezTo>
                  <a:cubicBezTo>
                    <a:pt x="274" y="376"/>
                    <a:pt x="346" y="314"/>
                    <a:pt x="365" y="234"/>
                  </a:cubicBezTo>
                  <a:cubicBezTo>
                    <a:pt x="388" y="120"/>
                    <a:pt x="343" y="29"/>
                    <a:pt x="228" y="6"/>
                  </a:cubicBezTo>
                  <a:cubicBezTo>
                    <a:pt x="213" y="2"/>
                    <a:pt x="198" y="0"/>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9"/>
            <p:cNvSpPr/>
            <p:nvPr/>
          </p:nvSpPr>
          <p:spPr>
            <a:xfrm>
              <a:off x="6867725" y="1599525"/>
              <a:ext cx="8000" cy="7600"/>
            </a:xfrm>
            <a:custGeom>
              <a:avLst/>
              <a:gdLst/>
              <a:ahLst/>
              <a:cxnLst/>
              <a:rect l="l" t="t" r="r" b="b"/>
              <a:pathLst>
                <a:path w="320" h="304" extrusionOk="0">
                  <a:moveTo>
                    <a:pt x="206" y="1"/>
                  </a:moveTo>
                  <a:cubicBezTo>
                    <a:pt x="115" y="1"/>
                    <a:pt x="46" y="46"/>
                    <a:pt x="23" y="115"/>
                  </a:cubicBezTo>
                  <a:cubicBezTo>
                    <a:pt x="0" y="206"/>
                    <a:pt x="46" y="297"/>
                    <a:pt x="115" y="297"/>
                  </a:cubicBezTo>
                  <a:cubicBezTo>
                    <a:pt x="131" y="301"/>
                    <a:pt x="147" y="303"/>
                    <a:pt x="163" y="303"/>
                  </a:cubicBezTo>
                  <a:cubicBezTo>
                    <a:pt x="236" y="303"/>
                    <a:pt x="301" y="262"/>
                    <a:pt x="320" y="206"/>
                  </a:cubicBezTo>
                  <a:cubicBezTo>
                    <a:pt x="320" y="115"/>
                    <a:pt x="274" y="24"/>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9"/>
            <p:cNvSpPr/>
            <p:nvPr/>
          </p:nvSpPr>
          <p:spPr>
            <a:xfrm>
              <a:off x="6866575" y="1359725"/>
              <a:ext cx="8600" cy="7725"/>
            </a:xfrm>
            <a:custGeom>
              <a:avLst/>
              <a:gdLst/>
              <a:ahLst/>
              <a:cxnLst/>
              <a:rect l="l" t="t" r="r" b="b"/>
              <a:pathLst>
                <a:path w="344" h="309" extrusionOk="0">
                  <a:moveTo>
                    <a:pt x="160" y="0"/>
                  </a:moveTo>
                  <a:cubicBezTo>
                    <a:pt x="86" y="0"/>
                    <a:pt x="20" y="45"/>
                    <a:pt x="1" y="120"/>
                  </a:cubicBezTo>
                  <a:cubicBezTo>
                    <a:pt x="1" y="212"/>
                    <a:pt x="46" y="280"/>
                    <a:pt x="115" y="303"/>
                  </a:cubicBezTo>
                  <a:cubicBezTo>
                    <a:pt x="131" y="307"/>
                    <a:pt x="146" y="309"/>
                    <a:pt x="162" y="309"/>
                  </a:cubicBezTo>
                  <a:cubicBezTo>
                    <a:pt x="236" y="309"/>
                    <a:pt x="301" y="264"/>
                    <a:pt x="320" y="189"/>
                  </a:cubicBezTo>
                  <a:cubicBezTo>
                    <a:pt x="343" y="97"/>
                    <a:pt x="297"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9"/>
            <p:cNvSpPr/>
            <p:nvPr/>
          </p:nvSpPr>
          <p:spPr>
            <a:xfrm>
              <a:off x="6698825" y="1787725"/>
              <a:ext cx="10850" cy="10200"/>
            </a:xfrm>
            <a:custGeom>
              <a:avLst/>
              <a:gdLst/>
              <a:ahLst/>
              <a:cxnLst/>
              <a:rect l="l" t="t" r="r" b="b"/>
              <a:pathLst>
                <a:path w="434" h="408" extrusionOk="0">
                  <a:moveTo>
                    <a:pt x="230" y="1"/>
                  </a:moveTo>
                  <a:cubicBezTo>
                    <a:pt x="132" y="1"/>
                    <a:pt x="43" y="65"/>
                    <a:pt x="23" y="165"/>
                  </a:cubicBezTo>
                  <a:cubicBezTo>
                    <a:pt x="0" y="256"/>
                    <a:pt x="69" y="370"/>
                    <a:pt x="160" y="393"/>
                  </a:cubicBezTo>
                  <a:cubicBezTo>
                    <a:pt x="184" y="403"/>
                    <a:pt x="209" y="407"/>
                    <a:pt x="232" y="407"/>
                  </a:cubicBezTo>
                  <a:cubicBezTo>
                    <a:pt x="319" y="407"/>
                    <a:pt x="393" y="346"/>
                    <a:pt x="411" y="256"/>
                  </a:cubicBezTo>
                  <a:cubicBezTo>
                    <a:pt x="434"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9"/>
            <p:cNvSpPr/>
            <p:nvPr/>
          </p:nvSpPr>
          <p:spPr>
            <a:xfrm>
              <a:off x="6655450" y="1510975"/>
              <a:ext cx="9725" cy="8825"/>
            </a:xfrm>
            <a:custGeom>
              <a:avLst/>
              <a:gdLst/>
              <a:ahLst/>
              <a:cxnLst/>
              <a:rect l="l" t="t" r="r" b="b"/>
              <a:pathLst>
                <a:path w="389" h="353" extrusionOk="0">
                  <a:moveTo>
                    <a:pt x="193" y="0"/>
                  </a:moveTo>
                  <a:cubicBezTo>
                    <a:pt x="115" y="0"/>
                    <a:pt x="43" y="62"/>
                    <a:pt x="23" y="142"/>
                  </a:cubicBezTo>
                  <a:cubicBezTo>
                    <a:pt x="0" y="233"/>
                    <a:pt x="46" y="324"/>
                    <a:pt x="137" y="347"/>
                  </a:cubicBezTo>
                  <a:cubicBezTo>
                    <a:pt x="157" y="351"/>
                    <a:pt x="176" y="353"/>
                    <a:pt x="194" y="353"/>
                  </a:cubicBezTo>
                  <a:cubicBezTo>
                    <a:pt x="281" y="353"/>
                    <a:pt x="347" y="309"/>
                    <a:pt x="366" y="233"/>
                  </a:cubicBezTo>
                  <a:cubicBezTo>
                    <a:pt x="388" y="142"/>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9"/>
            <p:cNvSpPr/>
            <p:nvPr/>
          </p:nvSpPr>
          <p:spPr>
            <a:xfrm>
              <a:off x="6597825" y="1354050"/>
              <a:ext cx="10275" cy="9400"/>
            </a:xfrm>
            <a:custGeom>
              <a:avLst/>
              <a:gdLst/>
              <a:ahLst/>
              <a:cxnLst/>
              <a:rect l="l" t="t" r="r" b="b"/>
              <a:pathLst>
                <a:path w="411" h="376" extrusionOk="0">
                  <a:moveTo>
                    <a:pt x="214" y="0"/>
                  </a:moveTo>
                  <a:cubicBezTo>
                    <a:pt x="131" y="0"/>
                    <a:pt x="43" y="63"/>
                    <a:pt x="23" y="142"/>
                  </a:cubicBezTo>
                  <a:cubicBezTo>
                    <a:pt x="0" y="256"/>
                    <a:pt x="69" y="347"/>
                    <a:pt x="160" y="370"/>
                  </a:cubicBezTo>
                  <a:cubicBezTo>
                    <a:pt x="179" y="374"/>
                    <a:pt x="197" y="376"/>
                    <a:pt x="215" y="376"/>
                  </a:cubicBezTo>
                  <a:cubicBezTo>
                    <a:pt x="302" y="376"/>
                    <a:pt x="369" y="328"/>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9"/>
            <p:cNvSpPr/>
            <p:nvPr/>
          </p:nvSpPr>
          <p:spPr>
            <a:xfrm>
              <a:off x="6548175" y="1227375"/>
              <a:ext cx="9150" cy="8275"/>
            </a:xfrm>
            <a:custGeom>
              <a:avLst/>
              <a:gdLst/>
              <a:ahLst/>
              <a:cxnLst/>
              <a:rect l="l" t="t" r="r" b="b"/>
              <a:pathLst>
                <a:path w="366" h="331" extrusionOk="0">
                  <a:moveTo>
                    <a:pt x="171" y="0"/>
                  </a:moveTo>
                  <a:cubicBezTo>
                    <a:pt x="97" y="0"/>
                    <a:pt x="43" y="62"/>
                    <a:pt x="23" y="142"/>
                  </a:cubicBezTo>
                  <a:cubicBezTo>
                    <a:pt x="0" y="210"/>
                    <a:pt x="46" y="301"/>
                    <a:pt x="137" y="324"/>
                  </a:cubicBezTo>
                  <a:cubicBezTo>
                    <a:pt x="153" y="328"/>
                    <a:pt x="169" y="330"/>
                    <a:pt x="184" y="330"/>
                  </a:cubicBezTo>
                  <a:cubicBezTo>
                    <a:pt x="258" y="330"/>
                    <a:pt x="324" y="286"/>
                    <a:pt x="343" y="210"/>
                  </a:cubicBezTo>
                  <a:cubicBezTo>
                    <a:pt x="365" y="119"/>
                    <a:pt x="297" y="27"/>
                    <a:pt x="206" y="5"/>
                  </a:cubicBezTo>
                  <a:cubicBezTo>
                    <a:pt x="194" y="2"/>
                    <a:pt x="182" y="0"/>
                    <a:pt x="17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9"/>
            <p:cNvSpPr/>
            <p:nvPr/>
          </p:nvSpPr>
          <p:spPr>
            <a:xfrm>
              <a:off x="6559000" y="1255075"/>
              <a:ext cx="11450" cy="10200"/>
            </a:xfrm>
            <a:custGeom>
              <a:avLst/>
              <a:gdLst/>
              <a:ahLst/>
              <a:cxnLst/>
              <a:rect l="l" t="t" r="r" b="b"/>
              <a:pathLst>
                <a:path w="458" h="408" extrusionOk="0">
                  <a:moveTo>
                    <a:pt x="203" y="1"/>
                  </a:moveTo>
                  <a:cubicBezTo>
                    <a:pt x="116" y="1"/>
                    <a:pt x="42" y="62"/>
                    <a:pt x="24" y="152"/>
                  </a:cubicBezTo>
                  <a:cubicBezTo>
                    <a:pt x="1" y="266"/>
                    <a:pt x="69" y="380"/>
                    <a:pt x="161" y="403"/>
                  </a:cubicBezTo>
                  <a:cubicBezTo>
                    <a:pt x="175" y="406"/>
                    <a:pt x="190" y="407"/>
                    <a:pt x="205" y="407"/>
                  </a:cubicBezTo>
                  <a:cubicBezTo>
                    <a:pt x="303" y="407"/>
                    <a:pt x="392" y="343"/>
                    <a:pt x="412" y="243"/>
                  </a:cubicBezTo>
                  <a:cubicBezTo>
                    <a:pt x="457" y="152"/>
                    <a:pt x="389" y="38"/>
                    <a:pt x="275" y="15"/>
                  </a:cubicBezTo>
                  <a:cubicBezTo>
                    <a:pt x="250" y="5"/>
                    <a:pt x="226" y="1"/>
                    <a:pt x="20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9"/>
            <p:cNvSpPr/>
            <p:nvPr/>
          </p:nvSpPr>
          <p:spPr>
            <a:xfrm>
              <a:off x="6533325" y="1229600"/>
              <a:ext cx="6300" cy="5475"/>
            </a:xfrm>
            <a:custGeom>
              <a:avLst/>
              <a:gdLst/>
              <a:ahLst/>
              <a:cxnLst/>
              <a:rect l="l" t="t" r="r" b="b"/>
              <a:pathLst>
                <a:path w="252" h="219" extrusionOk="0">
                  <a:moveTo>
                    <a:pt x="111" y="1"/>
                  </a:moveTo>
                  <a:cubicBezTo>
                    <a:pt x="68" y="1"/>
                    <a:pt x="19" y="38"/>
                    <a:pt x="1" y="75"/>
                  </a:cubicBezTo>
                  <a:cubicBezTo>
                    <a:pt x="1" y="144"/>
                    <a:pt x="24" y="212"/>
                    <a:pt x="92" y="212"/>
                  </a:cubicBezTo>
                  <a:cubicBezTo>
                    <a:pt x="100" y="217"/>
                    <a:pt x="110" y="218"/>
                    <a:pt x="119" y="218"/>
                  </a:cubicBezTo>
                  <a:cubicBezTo>
                    <a:pt x="161" y="218"/>
                    <a:pt x="210" y="181"/>
                    <a:pt x="229" y="144"/>
                  </a:cubicBezTo>
                  <a:cubicBezTo>
                    <a:pt x="252" y="75"/>
                    <a:pt x="206" y="7"/>
                    <a:pt x="138" y="7"/>
                  </a:cubicBezTo>
                  <a:cubicBezTo>
                    <a:pt x="129" y="3"/>
                    <a:pt x="120" y="1"/>
                    <a:pt x="11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9"/>
            <p:cNvSpPr/>
            <p:nvPr/>
          </p:nvSpPr>
          <p:spPr>
            <a:xfrm>
              <a:off x="6545875" y="1256425"/>
              <a:ext cx="7450" cy="6600"/>
            </a:xfrm>
            <a:custGeom>
              <a:avLst/>
              <a:gdLst/>
              <a:ahLst/>
              <a:cxnLst/>
              <a:rect l="l" t="t" r="r" b="b"/>
              <a:pathLst>
                <a:path w="298" h="264" extrusionOk="0">
                  <a:moveTo>
                    <a:pt x="146" y="1"/>
                  </a:moveTo>
                  <a:cubicBezTo>
                    <a:pt x="85" y="1"/>
                    <a:pt x="20" y="42"/>
                    <a:pt x="1" y="98"/>
                  </a:cubicBezTo>
                  <a:cubicBezTo>
                    <a:pt x="1" y="167"/>
                    <a:pt x="47" y="258"/>
                    <a:pt x="115" y="258"/>
                  </a:cubicBezTo>
                  <a:cubicBezTo>
                    <a:pt x="127" y="262"/>
                    <a:pt x="139" y="264"/>
                    <a:pt x="151" y="264"/>
                  </a:cubicBezTo>
                  <a:cubicBezTo>
                    <a:pt x="206" y="264"/>
                    <a:pt x="256" y="223"/>
                    <a:pt x="275" y="167"/>
                  </a:cubicBezTo>
                  <a:cubicBezTo>
                    <a:pt x="298" y="98"/>
                    <a:pt x="252" y="30"/>
                    <a:pt x="184" y="7"/>
                  </a:cubicBezTo>
                  <a:cubicBezTo>
                    <a:pt x="171" y="3"/>
                    <a:pt x="159"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9"/>
            <p:cNvSpPr/>
            <p:nvPr/>
          </p:nvSpPr>
          <p:spPr>
            <a:xfrm>
              <a:off x="6668575" y="1792250"/>
              <a:ext cx="10300" cy="8875"/>
            </a:xfrm>
            <a:custGeom>
              <a:avLst/>
              <a:gdLst/>
              <a:ahLst/>
              <a:cxnLst/>
              <a:rect l="l" t="t" r="r" b="b"/>
              <a:pathLst>
                <a:path w="412" h="355" extrusionOk="0">
                  <a:moveTo>
                    <a:pt x="204" y="1"/>
                  </a:moveTo>
                  <a:cubicBezTo>
                    <a:pt x="125" y="1"/>
                    <a:pt x="42" y="49"/>
                    <a:pt x="23" y="144"/>
                  </a:cubicBezTo>
                  <a:cubicBezTo>
                    <a:pt x="0" y="235"/>
                    <a:pt x="69" y="326"/>
                    <a:pt x="160" y="349"/>
                  </a:cubicBezTo>
                  <a:cubicBezTo>
                    <a:pt x="176" y="353"/>
                    <a:pt x="192" y="355"/>
                    <a:pt x="209" y="355"/>
                  </a:cubicBezTo>
                  <a:cubicBezTo>
                    <a:pt x="288" y="355"/>
                    <a:pt x="370" y="311"/>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9"/>
            <p:cNvSpPr/>
            <p:nvPr/>
          </p:nvSpPr>
          <p:spPr>
            <a:xfrm>
              <a:off x="6445450" y="1343200"/>
              <a:ext cx="11450" cy="9975"/>
            </a:xfrm>
            <a:custGeom>
              <a:avLst/>
              <a:gdLst/>
              <a:ahLst/>
              <a:cxnLst/>
              <a:rect l="l" t="t" r="r" b="b"/>
              <a:pathLst>
                <a:path w="458" h="399" extrusionOk="0">
                  <a:moveTo>
                    <a:pt x="232" y="1"/>
                  </a:moveTo>
                  <a:cubicBezTo>
                    <a:pt x="138" y="1"/>
                    <a:pt x="63" y="66"/>
                    <a:pt x="24" y="165"/>
                  </a:cubicBezTo>
                  <a:cubicBezTo>
                    <a:pt x="1" y="256"/>
                    <a:pt x="69" y="370"/>
                    <a:pt x="183" y="393"/>
                  </a:cubicBezTo>
                  <a:cubicBezTo>
                    <a:pt x="199" y="397"/>
                    <a:pt x="214" y="399"/>
                    <a:pt x="230" y="399"/>
                  </a:cubicBezTo>
                  <a:cubicBezTo>
                    <a:pt x="310" y="399"/>
                    <a:pt x="393" y="351"/>
                    <a:pt x="412" y="256"/>
                  </a:cubicBezTo>
                  <a:cubicBezTo>
                    <a:pt x="457" y="142"/>
                    <a:pt x="389" y="51"/>
                    <a:pt x="275" y="5"/>
                  </a:cubicBezTo>
                  <a:cubicBezTo>
                    <a:pt x="260" y="2"/>
                    <a:pt x="245" y="1"/>
                    <a:pt x="2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9"/>
            <p:cNvSpPr/>
            <p:nvPr/>
          </p:nvSpPr>
          <p:spPr>
            <a:xfrm>
              <a:off x="6580125" y="1388975"/>
              <a:ext cx="6300" cy="5300"/>
            </a:xfrm>
            <a:custGeom>
              <a:avLst/>
              <a:gdLst/>
              <a:ahLst/>
              <a:cxnLst/>
              <a:rect l="l" t="t" r="r" b="b"/>
              <a:pathLst>
                <a:path w="252" h="212" extrusionOk="0">
                  <a:moveTo>
                    <a:pt x="160" y="0"/>
                  </a:moveTo>
                  <a:cubicBezTo>
                    <a:pt x="92" y="0"/>
                    <a:pt x="46" y="23"/>
                    <a:pt x="23" y="91"/>
                  </a:cubicBezTo>
                  <a:cubicBezTo>
                    <a:pt x="0" y="137"/>
                    <a:pt x="46" y="183"/>
                    <a:pt x="92" y="206"/>
                  </a:cubicBezTo>
                  <a:cubicBezTo>
                    <a:pt x="104" y="210"/>
                    <a:pt x="116" y="212"/>
                    <a:pt x="127" y="212"/>
                  </a:cubicBezTo>
                  <a:cubicBezTo>
                    <a:pt x="176" y="212"/>
                    <a:pt x="210" y="174"/>
                    <a:pt x="229" y="137"/>
                  </a:cubicBezTo>
                  <a:cubicBezTo>
                    <a:pt x="252" y="69"/>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9"/>
            <p:cNvSpPr/>
            <p:nvPr/>
          </p:nvSpPr>
          <p:spPr>
            <a:xfrm>
              <a:off x="6766150" y="1658150"/>
              <a:ext cx="8575" cy="7750"/>
            </a:xfrm>
            <a:custGeom>
              <a:avLst/>
              <a:gdLst/>
              <a:ahLst/>
              <a:cxnLst/>
              <a:rect l="l" t="t" r="r" b="b"/>
              <a:pathLst>
                <a:path w="343" h="310" extrusionOk="0">
                  <a:moveTo>
                    <a:pt x="161" y="1"/>
                  </a:moveTo>
                  <a:cubicBezTo>
                    <a:pt x="92" y="1"/>
                    <a:pt x="42" y="45"/>
                    <a:pt x="23" y="121"/>
                  </a:cubicBezTo>
                  <a:cubicBezTo>
                    <a:pt x="1" y="212"/>
                    <a:pt x="46" y="281"/>
                    <a:pt x="137" y="303"/>
                  </a:cubicBezTo>
                  <a:cubicBezTo>
                    <a:pt x="149" y="307"/>
                    <a:pt x="162" y="309"/>
                    <a:pt x="174" y="309"/>
                  </a:cubicBezTo>
                  <a:cubicBezTo>
                    <a:pt x="235" y="309"/>
                    <a:pt x="301" y="265"/>
                    <a:pt x="320" y="189"/>
                  </a:cubicBezTo>
                  <a:cubicBezTo>
                    <a:pt x="343" y="121"/>
                    <a:pt x="297"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9"/>
            <p:cNvSpPr/>
            <p:nvPr/>
          </p:nvSpPr>
          <p:spPr>
            <a:xfrm>
              <a:off x="6432900" y="1008200"/>
              <a:ext cx="8025" cy="7175"/>
            </a:xfrm>
            <a:custGeom>
              <a:avLst/>
              <a:gdLst/>
              <a:ahLst/>
              <a:cxnLst/>
              <a:rect l="l" t="t" r="r" b="b"/>
              <a:pathLst>
                <a:path w="321" h="287" extrusionOk="0">
                  <a:moveTo>
                    <a:pt x="160" y="1"/>
                  </a:moveTo>
                  <a:cubicBezTo>
                    <a:pt x="92" y="1"/>
                    <a:pt x="42" y="42"/>
                    <a:pt x="23" y="98"/>
                  </a:cubicBezTo>
                  <a:cubicBezTo>
                    <a:pt x="1" y="189"/>
                    <a:pt x="46" y="258"/>
                    <a:pt x="115" y="281"/>
                  </a:cubicBezTo>
                  <a:cubicBezTo>
                    <a:pt x="131" y="285"/>
                    <a:pt x="146" y="287"/>
                    <a:pt x="161" y="287"/>
                  </a:cubicBezTo>
                  <a:cubicBezTo>
                    <a:pt x="229" y="287"/>
                    <a:pt x="278" y="246"/>
                    <a:pt x="297" y="189"/>
                  </a:cubicBezTo>
                  <a:cubicBezTo>
                    <a:pt x="320" y="98"/>
                    <a:pt x="274" y="7"/>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9"/>
            <p:cNvSpPr/>
            <p:nvPr/>
          </p:nvSpPr>
          <p:spPr>
            <a:xfrm>
              <a:off x="6571000" y="1299800"/>
              <a:ext cx="9725" cy="8850"/>
            </a:xfrm>
            <a:custGeom>
              <a:avLst/>
              <a:gdLst/>
              <a:ahLst/>
              <a:cxnLst/>
              <a:rect l="l" t="t" r="r" b="b"/>
              <a:pathLst>
                <a:path w="389" h="354" extrusionOk="0">
                  <a:moveTo>
                    <a:pt x="195" y="1"/>
                  </a:moveTo>
                  <a:cubicBezTo>
                    <a:pt x="108" y="1"/>
                    <a:pt x="42" y="45"/>
                    <a:pt x="23" y="121"/>
                  </a:cubicBezTo>
                  <a:cubicBezTo>
                    <a:pt x="0" y="212"/>
                    <a:pt x="69" y="326"/>
                    <a:pt x="160" y="349"/>
                  </a:cubicBezTo>
                  <a:cubicBezTo>
                    <a:pt x="172" y="352"/>
                    <a:pt x="184" y="353"/>
                    <a:pt x="196" y="353"/>
                  </a:cubicBezTo>
                  <a:cubicBezTo>
                    <a:pt x="274" y="353"/>
                    <a:pt x="346" y="291"/>
                    <a:pt x="365" y="212"/>
                  </a:cubicBezTo>
                  <a:cubicBezTo>
                    <a:pt x="388" y="121"/>
                    <a:pt x="343" y="29"/>
                    <a:pt x="251" y="6"/>
                  </a:cubicBezTo>
                  <a:cubicBezTo>
                    <a:pt x="232" y="3"/>
                    <a:pt x="213"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9"/>
            <p:cNvSpPr/>
            <p:nvPr/>
          </p:nvSpPr>
          <p:spPr>
            <a:xfrm>
              <a:off x="6560725" y="1275300"/>
              <a:ext cx="8000" cy="7700"/>
            </a:xfrm>
            <a:custGeom>
              <a:avLst/>
              <a:gdLst/>
              <a:ahLst/>
              <a:cxnLst/>
              <a:rect l="l" t="t" r="r" b="b"/>
              <a:pathLst>
                <a:path w="320" h="308" extrusionOk="0">
                  <a:moveTo>
                    <a:pt x="170" y="0"/>
                  </a:moveTo>
                  <a:cubicBezTo>
                    <a:pt x="97" y="0"/>
                    <a:pt x="43" y="60"/>
                    <a:pt x="23" y="119"/>
                  </a:cubicBezTo>
                  <a:cubicBezTo>
                    <a:pt x="0" y="210"/>
                    <a:pt x="46" y="279"/>
                    <a:pt x="115" y="302"/>
                  </a:cubicBezTo>
                  <a:cubicBezTo>
                    <a:pt x="130" y="306"/>
                    <a:pt x="146" y="308"/>
                    <a:pt x="161" y="308"/>
                  </a:cubicBezTo>
                  <a:cubicBezTo>
                    <a:pt x="234" y="308"/>
                    <a:pt x="297" y="263"/>
                    <a:pt x="297" y="188"/>
                  </a:cubicBezTo>
                  <a:cubicBezTo>
                    <a:pt x="320" y="119"/>
                    <a:pt x="274" y="28"/>
                    <a:pt x="206" y="5"/>
                  </a:cubicBezTo>
                  <a:cubicBezTo>
                    <a:pt x="194" y="2"/>
                    <a:pt x="182" y="0"/>
                    <a:pt x="17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9"/>
            <p:cNvSpPr/>
            <p:nvPr/>
          </p:nvSpPr>
          <p:spPr>
            <a:xfrm>
              <a:off x="6468850" y="1097800"/>
              <a:ext cx="9150" cy="8300"/>
            </a:xfrm>
            <a:custGeom>
              <a:avLst/>
              <a:gdLst/>
              <a:ahLst/>
              <a:cxnLst/>
              <a:rect l="l" t="t" r="r" b="b"/>
              <a:pathLst>
                <a:path w="366" h="332" extrusionOk="0">
                  <a:moveTo>
                    <a:pt x="182" y="0"/>
                  </a:moveTo>
                  <a:cubicBezTo>
                    <a:pt x="108" y="0"/>
                    <a:pt x="42" y="45"/>
                    <a:pt x="23" y="120"/>
                  </a:cubicBezTo>
                  <a:cubicBezTo>
                    <a:pt x="1" y="212"/>
                    <a:pt x="69" y="303"/>
                    <a:pt x="137" y="326"/>
                  </a:cubicBezTo>
                  <a:cubicBezTo>
                    <a:pt x="153" y="330"/>
                    <a:pt x="169" y="332"/>
                    <a:pt x="184" y="332"/>
                  </a:cubicBezTo>
                  <a:cubicBezTo>
                    <a:pt x="258" y="332"/>
                    <a:pt x="324" y="287"/>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9"/>
            <p:cNvSpPr/>
            <p:nvPr/>
          </p:nvSpPr>
          <p:spPr>
            <a:xfrm>
              <a:off x="6707950" y="1377975"/>
              <a:ext cx="10300" cy="8875"/>
            </a:xfrm>
            <a:custGeom>
              <a:avLst/>
              <a:gdLst/>
              <a:ahLst/>
              <a:cxnLst/>
              <a:rect l="l" t="t" r="r" b="b"/>
              <a:pathLst>
                <a:path w="412" h="355" extrusionOk="0">
                  <a:moveTo>
                    <a:pt x="204" y="1"/>
                  </a:moveTo>
                  <a:cubicBezTo>
                    <a:pt x="125" y="1"/>
                    <a:pt x="42" y="48"/>
                    <a:pt x="23" y="143"/>
                  </a:cubicBezTo>
                  <a:cubicBezTo>
                    <a:pt x="0" y="235"/>
                    <a:pt x="69" y="326"/>
                    <a:pt x="160" y="349"/>
                  </a:cubicBezTo>
                  <a:cubicBezTo>
                    <a:pt x="176" y="353"/>
                    <a:pt x="192" y="355"/>
                    <a:pt x="209" y="355"/>
                  </a:cubicBezTo>
                  <a:cubicBezTo>
                    <a:pt x="288" y="355"/>
                    <a:pt x="369" y="310"/>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9"/>
            <p:cNvSpPr/>
            <p:nvPr/>
          </p:nvSpPr>
          <p:spPr>
            <a:xfrm>
              <a:off x="5839450" y="1408225"/>
              <a:ext cx="9150" cy="7725"/>
            </a:xfrm>
            <a:custGeom>
              <a:avLst/>
              <a:gdLst/>
              <a:ahLst/>
              <a:cxnLst/>
              <a:rect l="l" t="t" r="r" b="b"/>
              <a:pathLst>
                <a:path w="366" h="309" extrusionOk="0">
                  <a:moveTo>
                    <a:pt x="182" y="0"/>
                  </a:moveTo>
                  <a:cubicBezTo>
                    <a:pt x="108" y="0"/>
                    <a:pt x="42" y="45"/>
                    <a:pt x="23" y="120"/>
                  </a:cubicBezTo>
                  <a:cubicBezTo>
                    <a:pt x="0" y="212"/>
                    <a:pt x="69" y="303"/>
                    <a:pt x="137" y="303"/>
                  </a:cubicBezTo>
                  <a:cubicBezTo>
                    <a:pt x="153" y="307"/>
                    <a:pt x="170" y="309"/>
                    <a:pt x="185" y="309"/>
                  </a:cubicBezTo>
                  <a:cubicBezTo>
                    <a:pt x="259" y="309"/>
                    <a:pt x="324" y="268"/>
                    <a:pt x="343" y="212"/>
                  </a:cubicBezTo>
                  <a:cubicBezTo>
                    <a:pt x="365" y="120"/>
                    <a:pt x="297" y="29"/>
                    <a:pt x="228"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9"/>
            <p:cNvSpPr/>
            <p:nvPr/>
          </p:nvSpPr>
          <p:spPr>
            <a:xfrm>
              <a:off x="5954700" y="1343200"/>
              <a:ext cx="9725" cy="9375"/>
            </a:xfrm>
            <a:custGeom>
              <a:avLst/>
              <a:gdLst/>
              <a:ahLst/>
              <a:cxnLst/>
              <a:rect l="l" t="t" r="r" b="b"/>
              <a:pathLst>
                <a:path w="389" h="375" extrusionOk="0">
                  <a:moveTo>
                    <a:pt x="193" y="1"/>
                  </a:moveTo>
                  <a:cubicBezTo>
                    <a:pt x="115" y="1"/>
                    <a:pt x="44" y="63"/>
                    <a:pt x="24" y="142"/>
                  </a:cubicBezTo>
                  <a:cubicBezTo>
                    <a:pt x="1" y="233"/>
                    <a:pt x="47" y="348"/>
                    <a:pt x="161" y="370"/>
                  </a:cubicBezTo>
                  <a:cubicBezTo>
                    <a:pt x="173" y="373"/>
                    <a:pt x="185" y="375"/>
                    <a:pt x="197" y="375"/>
                  </a:cubicBezTo>
                  <a:cubicBezTo>
                    <a:pt x="275" y="375"/>
                    <a:pt x="346" y="313"/>
                    <a:pt x="366" y="233"/>
                  </a:cubicBezTo>
                  <a:cubicBezTo>
                    <a:pt x="389" y="142"/>
                    <a:pt x="343"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9"/>
            <p:cNvSpPr/>
            <p:nvPr/>
          </p:nvSpPr>
          <p:spPr>
            <a:xfrm>
              <a:off x="6616075" y="1591975"/>
              <a:ext cx="6875" cy="6025"/>
            </a:xfrm>
            <a:custGeom>
              <a:avLst/>
              <a:gdLst/>
              <a:ahLst/>
              <a:cxnLst/>
              <a:rect l="l" t="t" r="r" b="b"/>
              <a:pathLst>
                <a:path w="275" h="241" extrusionOk="0">
                  <a:moveTo>
                    <a:pt x="124" y="0"/>
                  </a:moveTo>
                  <a:cubicBezTo>
                    <a:pt x="70" y="0"/>
                    <a:pt x="23" y="41"/>
                    <a:pt x="23" y="97"/>
                  </a:cubicBezTo>
                  <a:cubicBezTo>
                    <a:pt x="0" y="166"/>
                    <a:pt x="46" y="211"/>
                    <a:pt x="92" y="234"/>
                  </a:cubicBezTo>
                  <a:cubicBezTo>
                    <a:pt x="104" y="238"/>
                    <a:pt x="116" y="240"/>
                    <a:pt x="128" y="240"/>
                  </a:cubicBezTo>
                  <a:cubicBezTo>
                    <a:pt x="183" y="240"/>
                    <a:pt x="233" y="199"/>
                    <a:pt x="252" y="143"/>
                  </a:cubicBezTo>
                  <a:cubicBezTo>
                    <a:pt x="274" y="97"/>
                    <a:pt x="229" y="29"/>
                    <a:pt x="160" y="6"/>
                  </a:cubicBezTo>
                  <a:cubicBezTo>
                    <a:pt x="148" y="2"/>
                    <a:pt x="136" y="0"/>
                    <a:pt x="12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9"/>
            <p:cNvSpPr/>
            <p:nvPr/>
          </p:nvSpPr>
          <p:spPr>
            <a:xfrm>
              <a:off x="6589250" y="1479550"/>
              <a:ext cx="9725" cy="8850"/>
            </a:xfrm>
            <a:custGeom>
              <a:avLst/>
              <a:gdLst/>
              <a:ahLst/>
              <a:cxnLst/>
              <a:rect l="l" t="t" r="r" b="b"/>
              <a:pathLst>
                <a:path w="389" h="354" extrusionOk="0">
                  <a:moveTo>
                    <a:pt x="184" y="1"/>
                  </a:moveTo>
                  <a:cubicBezTo>
                    <a:pt x="109" y="1"/>
                    <a:pt x="43" y="48"/>
                    <a:pt x="23" y="143"/>
                  </a:cubicBezTo>
                  <a:cubicBezTo>
                    <a:pt x="1" y="235"/>
                    <a:pt x="46" y="326"/>
                    <a:pt x="138" y="349"/>
                  </a:cubicBezTo>
                  <a:cubicBezTo>
                    <a:pt x="150" y="352"/>
                    <a:pt x="162" y="353"/>
                    <a:pt x="175" y="353"/>
                  </a:cubicBezTo>
                  <a:cubicBezTo>
                    <a:pt x="257" y="353"/>
                    <a:pt x="346" y="291"/>
                    <a:pt x="366" y="212"/>
                  </a:cubicBezTo>
                  <a:cubicBezTo>
                    <a:pt x="389" y="121"/>
                    <a:pt x="320" y="29"/>
                    <a:pt x="229" y="6"/>
                  </a:cubicBezTo>
                  <a:cubicBezTo>
                    <a:pt x="214" y="3"/>
                    <a:pt x="198"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9"/>
            <p:cNvSpPr/>
            <p:nvPr/>
          </p:nvSpPr>
          <p:spPr>
            <a:xfrm>
              <a:off x="6485400" y="1534900"/>
              <a:ext cx="8000" cy="7175"/>
            </a:xfrm>
            <a:custGeom>
              <a:avLst/>
              <a:gdLst/>
              <a:ahLst/>
              <a:cxnLst/>
              <a:rect l="l" t="t" r="r" b="b"/>
              <a:pathLst>
                <a:path w="320" h="287" extrusionOk="0">
                  <a:moveTo>
                    <a:pt x="147" y="1"/>
                  </a:moveTo>
                  <a:cubicBezTo>
                    <a:pt x="92" y="1"/>
                    <a:pt x="42" y="41"/>
                    <a:pt x="23" y="98"/>
                  </a:cubicBezTo>
                  <a:cubicBezTo>
                    <a:pt x="0" y="166"/>
                    <a:pt x="46" y="258"/>
                    <a:pt x="115" y="280"/>
                  </a:cubicBezTo>
                  <a:cubicBezTo>
                    <a:pt x="130" y="284"/>
                    <a:pt x="145" y="286"/>
                    <a:pt x="159" y="286"/>
                  </a:cubicBezTo>
                  <a:cubicBezTo>
                    <a:pt x="228" y="286"/>
                    <a:pt x="278" y="242"/>
                    <a:pt x="297" y="166"/>
                  </a:cubicBezTo>
                  <a:cubicBezTo>
                    <a:pt x="320" y="98"/>
                    <a:pt x="274" y="6"/>
                    <a:pt x="183" y="6"/>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9"/>
            <p:cNvSpPr/>
            <p:nvPr/>
          </p:nvSpPr>
          <p:spPr>
            <a:xfrm>
              <a:off x="5448000" y="1569150"/>
              <a:ext cx="7425" cy="4725"/>
            </a:xfrm>
            <a:custGeom>
              <a:avLst/>
              <a:gdLst/>
              <a:ahLst/>
              <a:cxnLst/>
              <a:rect l="l" t="t" r="r" b="b"/>
              <a:pathLst>
                <a:path w="297" h="189" extrusionOk="0">
                  <a:moveTo>
                    <a:pt x="125" y="0"/>
                  </a:moveTo>
                  <a:cubicBezTo>
                    <a:pt x="69" y="0"/>
                    <a:pt x="19" y="44"/>
                    <a:pt x="0" y="120"/>
                  </a:cubicBezTo>
                  <a:lnTo>
                    <a:pt x="274" y="189"/>
                  </a:lnTo>
                  <a:cubicBezTo>
                    <a:pt x="297" y="120"/>
                    <a:pt x="251" y="29"/>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9"/>
            <p:cNvSpPr/>
            <p:nvPr/>
          </p:nvSpPr>
          <p:spPr>
            <a:xfrm>
              <a:off x="6871725" y="1715800"/>
              <a:ext cx="8000" cy="7150"/>
            </a:xfrm>
            <a:custGeom>
              <a:avLst/>
              <a:gdLst/>
              <a:ahLst/>
              <a:cxnLst/>
              <a:rect l="l" t="t" r="r" b="b"/>
              <a:pathLst>
                <a:path w="320" h="286" extrusionOk="0">
                  <a:moveTo>
                    <a:pt x="148" y="0"/>
                  </a:moveTo>
                  <a:cubicBezTo>
                    <a:pt x="92" y="0"/>
                    <a:pt x="42" y="45"/>
                    <a:pt x="23" y="120"/>
                  </a:cubicBezTo>
                  <a:cubicBezTo>
                    <a:pt x="0" y="189"/>
                    <a:pt x="46" y="257"/>
                    <a:pt x="114" y="280"/>
                  </a:cubicBezTo>
                  <a:cubicBezTo>
                    <a:pt x="130" y="284"/>
                    <a:pt x="146" y="286"/>
                    <a:pt x="161" y="286"/>
                  </a:cubicBezTo>
                  <a:cubicBezTo>
                    <a:pt x="228" y="286"/>
                    <a:pt x="278" y="245"/>
                    <a:pt x="297" y="189"/>
                  </a:cubicBezTo>
                  <a:cubicBezTo>
                    <a:pt x="320" y="97"/>
                    <a:pt x="274" y="29"/>
                    <a:pt x="183" y="6"/>
                  </a:cubicBezTo>
                  <a:cubicBezTo>
                    <a:pt x="171" y="2"/>
                    <a:pt x="159" y="0"/>
                    <a:pt x="14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9"/>
            <p:cNvSpPr/>
            <p:nvPr/>
          </p:nvSpPr>
          <p:spPr>
            <a:xfrm>
              <a:off x="6868300" y="1744325"/>
              <a:ext cx="6300" cy="5875"/>
            </a:xfrm>
            <a:custGeom>
              <a:avLst/>
              <a:gdLst/>
              <a:ahLst/>
              <a:cxnLst/>
              <a:rect l="l" t="t" r="r" b="b"/>
              <a:pathLst>
                <a:path w="252" h="235" extrusionOk="0">
                  <a:moveTo>
                    <a:pt x="111" y="0"/>
                  </a:moveTo>
                  <a:cubicBezTo>
                    <a:pt x="69" y="0"/>
                    <a:pt x="19" y="41"/>
                    <a:pt x="0" y="98"/>
                  </a:cubicBezTo>
                  <a:cubicBezTo>
                    <a:pt x="0" y="143"/>
                    <a:pt x="23" y="212"/>
                    <a:pt x="92" y="235"/>
                  </a:cubicBezTo>
                  <a:cubicBezTo>
                    <a:pt x="137" y="235"/>
                    <a:pt x="206" y="212"/>
                    <a:pt x="228" y="143"/>
                  </a:cubicBezTo>
                  <a:cubicBezTo>
                    <a:pt x="251" y="75"/>
                    <a:pt x="206" y="29"/>
                    <a:pt x="137" y="6"/>
                  </a:cubicBezTo>
                  <a:cubicBezTo>
                    <a:pt x="129" y="2"/>
                    <a:pt x="120" y="0"/>
                    <a:pt x="11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9"/>
            <p:cNvSpPr/>
            <p:nvPr/>
          </p:nvSpPr>
          <p:spPr>
            <a:xfrm>
              <a:off x="6243450" y="1783175"/>
              <a:ext cx="10875" cy="6400"/>
            </a:xfrm>
            <a:custGeom>
              <a:avLst/>
              <a:gdLst/>
              <a:ahLst/>
              <a:cxnLst/>
              <a:rect l="l" t="t" r="r" b="b"/>
              <a:pathLst>
                <a:path w="435" h="256" extrusionOk="0">
                  <a:moveTo>
                    <a:pt x="209" y="0"/>
                  </a:moveTo>
                  <a:cubicBezTo>
                    <a:pt x="115" y="0"/>
                    <a:pt x="40" y="65"/>
                    <a:pt x="1" y="164"/>
                  </a:cubicBezTo>
                  <a:lnTo>
                    <a:pt x="389" y="256"/>
                  </a:lnTo>
                  <a:cubicBezTo>
                    <a:pt x="434" y="141"/>
                    <a:pt x="366" y="27"/>
                    <a:pt x="252" y="4"/>
                  </a:cubicBezTo>
                  <a:cubicBezTo>
                    <a:pt x="237" y="2"/>
                    <a:pt x="222" y="0"/>
                    <a:pt x="20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9"/>
            <p:cNvSpPr/>
            <p:nvPr/>
          </p:nvSpPr>
          <p:spPr>
            <a:xfrm>
              <a:off x="5840575" y="1121200"/>
              <a:ext cx="8025" cy="7700"/>
            </a:xfrm>
            <a:custGeom>
              <a:avLst/>
              <a:gdLst/>
              <a:ahLst/>
              <a:cxnLst/>
              <a:rect l="l" t="t" r="r" b="b"/>
              <a:pathLst>
                <a:path w="321" h="308" extrusionOk="0">
                  <a:moveTo>
                    <a:pt x="161" y="0"/>
                  </a:moveTo>
                  <a:cubicBezTo>
                    <a:pt x="93" y="0"/>
                    <a:pt x="43" y="45"/>
                    <a:pt x="24" y="120"/>
                  </a:cubicBezTo>
                  <a:cubicBezTo>
                    <a:pt x="1" y="189"/>
                    <a:pt x="47" y="280"/>
                    <a:pt x="138" y="303"/>
                  </a:cubicBezTo>
                  <a:cubicBezTo>
                    <a:pt x="147" y="306"/>
                    <a:pt x="157" y="307"/>
                    <a:pt x="166" y="307"/>
                  </a:cubicBezTo>
                  <a:cubicBezTo>
                    <a:pt x="230" y="307"/>
                    <a:pt x="301" y="248"/>
                    <a:pt x="320" y="189"/>
                  </a:cubicBezTo>
                  <a:cubicBezTo>
                    <a:pt x="320" y="97"/>
                    <a:pt x="275"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9"/>
            <p:cNvSpPr/>
            <p:nvPr/>
          </p:nvSpPr>
          <p:spPr>
            <a:xfrm>
              <a:off x="5744725" y="1028750"/>
              <a:ext cx="8000" cy="7700"/>
            </a:xfrm>
            <a:custGeom>
              <a:avLst/>
              <a:gdLst/>
              <a:ahLst/>
              <a:cxnLst/>
              <a:rect l="l" t="t" r="r" b="b"/>
              <a:pathLst>
                <a:path w="320" h="308" extrusionOk="0">
                  <a:moveTo>
                    <a:pt x="161" y="1"/>
                  </a:moveTo>
                  <a:cubicBezTo>
                    <a:pt x="92" y="1"/>
                    <a:pt x="42" y="45"/>
                    <a:pt x="23" y="121"/>
                  </a:cubicBezTo>
                  <a:cubicBezTo>
                    <a:pt x="0" y="189"/>
                    <a:pt x="46" y="280"/>
                    <a:pt x="114" y="303"/>
                  </a:cubicBezTo>
                  <a:cubicBezTo>
                    <a:pt x="127" y="306"/>
                    <a:pt x="139" y="308"/>
                    <a:pt x="151" y="308"/>
                  </a:cubicBezTo>
                  <a:cubicBezTo>
                    <a:pt x="228" y="308"/>
                    <a:pt x="297" y="248"/>
                    <a:pt x="297" y="189"/>
                  </a:cubicBezTo>
                  <a:cubicBezTo>
                    <a:pt x="320" y="98"/>
                    <a:pt x="274" y="29"/>
                    <a:pt x="206" y="6"/>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9"/>
            <p:cNvSpPr/>
            <p:nvPr/>
          </p:nvSpPr>
          <p:spPr>
            <a:xfrm>
              <a:off x="6021475" y="1322675"/>
              <a:ext cx="10300" cy="9400"/>
            </a:xfrm>
            <a:custGeom>
              <a:avLst/>
              <a:gdLst/>
              <a:ahLst/>
              <a:cxnLst/>
              <a:rect l="l" t="t" r="r" b="b"/>
              <a:pathLst>
                <a:path w="412" h="376" extrusionOk="0">
                  <a:moveTo>
                    <a:pt x="215" y="0"/>
                  </a:moveTo>
                  <a:cubicBezTo>
                    <a:pt x="132" y="0"/>
                    <a:pt x="43" y="62"/>
                    <a:pt x="23" y="141"/>
                  </a:cubicBezTo>
                  <a:cubicBezTo>
                    <a:pt x="0" y="256"/>
                    <a:pt x="69" y="347"/>
                    <a:pt x="160" y="370"/>
                  </a:cubicBezTo>
                  <a:cubicBezTo>
                    <a:pt x="175" y="373"/>
                    <a:pt x="191" y="375"/>
                    <a:pt x="207" y="375"/>
                  </a:cubicBezTo>
                  <a:cubicBezTo>
                    <a:pt x="287" y="375"/>
                    <a:pt x="369" y="328"/>
                    <a:pt x="389" y="233"/>
                  </a:cubicBezTo>
                  <a:cubicBezTo>
                    <a:pt x="411" y="141"/>
                    <a:pt x="366" y="27"/>
                    <a:pt x="252" y="4"/>
                  </a:cubicBezTo>
                  <a:cubicBezTo>
                    <a:pt x="240" y="1"/>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9"/>
            <p:cNvSpPr/>
            <p:nvPr/>
          </p:nvSpPr>
          <p:spPr>
            <a:xfrm>
              <a:off x="5918750" y="1214250"/>
              <a:ext cx="9175" cy="8800"/>
            </a:xfrm>
            <a:custGeom>
              <a:avLst/>
              <a:gdLst/>
              <a:ahLst/>
              <a:cxnLst/>
              <a:rect l="l" t="t" r="r" b="b"/>
              <a:pathLst>
                <a:path w="367" h="352" extrusionOk="0">
                  <a:moveTo>
                    <a:pt x="193" y="0"/>
                  </a:moveTo>
                  <a:cubicBezTo>
                    <a:pt x="115" y="0"/>
                    <a:pt x="44" y="62"/>
                    <a:pt x="24" y="142"/>
                  </a:cubicBezTo>
                  <a:cubicBezTo>
                    <a:pt x="1" y="233"/>
                    <a:pt x="47" y="324"/>
                    <a:pt x="138" y="347"/>
                  </a:cubicBezTo>
                  <a:cubicBezTo>
                    <a:pt x="150" y="350"/>
                    <a:pt x="162" y="351"/>
                    <a:pt x="174" y="351"/>
                  </a:cubicBezTo>
                  <a:cubicBezTo>
                    <a:pt x="252" y="351"/>
                    <a:pt x="323" y="289"/>
                    <a:pt x="343" y="210"/>
                  </a:cubicBezTo>
                  <a:cubicBezTo>
                    <a:pt x="366" y="119"/>
                    <a:pt x="298" y="27"/>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9"/>
            <p:cNvSpPr/>
            <p:nvPr/>
          </p:nvSpPr>
          <p:spPr>
            <a:xfrm>
              <a:off x="6280550" y="1778600"/>
              <a:ext cx="9725" cy="8800"/>
            </a:xfrm>
            <a:custGeom>
              <a:avLst/>
              <a:gdLst/>
              <a:ahLst/>
              <a:cxnLst/>
              <a:rect l="l" t="t" r="r" b="b"/>
              <a:pathLst>
                <a:path w="389" h="352" extrusionOk="0">
                  <a:moveTo>
                    <a:pt x="193" y="0"/>
                  </a:moveTo>
                  <a:cubicBezTo>
                    <a:pt x="114" y="0"/>
                    <a:pt x="43" y="63"/>
                    <a:pt x="23" y="142"/>
                  </a:cubicBezTo>
                  <a:cubicBezTo>
                    <a:pt x="0" y="233"/>
                    <a:pt x="69" y="324"/>
                    <a:pt x="160" y="347"/>
                  </a:cubicBezTo>
                  <a:cubicBezTo>
                    <a:pt x="169" y="350"/>
                    <a:pt x="179" y="352"/>
                    <a:pt x="189" y="352"/>
                  </a:cubicBezTo>
                  <a:cubicBezTo>
                    <a:pt x="257" y="352"/>
                    <a:pt x="346" y="290"/>
                    <a:pt x="365" y="210"/>
                  </a:cubicBezTo>
                  <a:cubicBezTo>
                    <a:pt x="388" y="119"/>
                    <a:pt x="320" y="28"/>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9"/>
            <p:cNvSpPr/>
            <p:nvPr/>
          </p:nvSpPr>
          <p:spPr>
            <a:xfrm>
              <a:off x="5959275" y="1432175"/>
              <a:ext cx="6300" cy="5475"/>
            </a:xfrm>
            <a:custGeom>
              <a:avLst/>
              <a:gdLst/>
              <a:ahLst/>
              <a:cxnLst/>
              <a:rect l="l" t="t" r="r" b="b"/>
              <a:pathLst>
                <a:path w="252" h="219" extrusionOk="0">
                  <a:moveTo>
                    <a:pt x="123" y="1"/>
                  </a:moveTo>
                  <a:cubicBezTo>
                    <a:pt x="69" y="1"/>
                    <a:pt x="23" y="38"/>
                    <a:pt x="23" y="75"/>
                  </a:cubicBezTo>
                  <a:cubicBezTo>
                    <a:pt x="1" y="144"/>
                    <a:pt x="46" y="190"/>
                    <a:pt x="92" y="212"/>
                  </a:cubicBezTo>
                  <a:cubicBezTo>
                    <a:pt x="104" y="217"/>
                    <a:pt x="117" y="218"/>
                    <a:pt x="129" y="218"/>
                  </a:cubicBezTo>
                  <a:cubicBezTo>
                    <a:pt x="183" y="218"/>
                    <a:pt x="229" y="181"/>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9"/>
            <p:cNvSpPr/>
            <p:nvPr/>
          </p:nvSpPr>
          <p:spPr>
            <a:xfrm>
              <a:off x="5970125" y="1422625"/>
              <a:ext cx="6875" cy="6450"/>
            </a:xfrm>
            <a:custGeom>
              <a:avLst/>
              <a:gdLst/>
              <a:ahLst/>
              <a:cxnLst/>
              <a:rect l="l" t="t" r="r" b="b"/>
              <a:pathLst>
                <a:path w="275" h="258" extrusionOk="0">
                  <a:moveTo>
                    <a:pt x="160" y="1"/>
                  </a:moveTo>
                  <a:cubicBezTo>
                    <a:pt x="92" y="1"/>
                    <a:pt x="23" y="24"/>
                    <a:pt x="23" y="92"/>
                  </a:cubicBezTo>
                  <a:cubicBezTo>
                    <a:pt x="0" y="161"/>
                    <a:pt x="46" y="229"/>
                    <a:pt x="92" y="252"/>
                  </a:cubicBezTo>
                  <a:cubicBezTo>
                    <a:pt x="104" y="256"/>
                    <a:pt x="116" y="258"/>
                    <a:pt x="128" y="258"/>
                  </a:cubicBezTo>
                  <a:cubicBezTo>
                    <a:pt x="183" y="258"/>
                    <a:pt x="232" y="217"/>
                    <a:pt x="251" y="161"/>
                  </a:cubicBezTo>
                  <a:cubicBezTo>
                    <a:pt x="274" y="92"/>
                    <a:pt x="228"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9"/>
            <p:cNvSpPr/>
            <p:nvPr/>
          </p:nvSpPr>
          <p:spPr>
            <a:xfrm>
              <a:off x="6725625" y="1401950"/>
              <a:ext cx="10875" cy="9400"/>
            </a:xfrm>
            <a:custGeom>
              <a:avLst/>
              <a:gdLst/>
              <a:ahLst/>
              <a:cxnLst/>
              <a:rect l="l" t="t" r="r" b="b"/>
              <a:pathLst>
                <a:path w="435" h="376" extrusionOk="0">
                  <a:moveTo>
                    <a:pt x="220" y="0"/>
                  </a:moveTo>
                  <a:cubicBezTo>
                    <a:pt x="132" y="0"/>
                    <a:pt x="66" y="48"/>
                    <a:pt x="47" y="143"/>
                  </a:cubicBezTo>
                  <a:cubicBezTo>
                    <a:pt x="1" y="234"/>
                    <a:pt x="69" y="349"/>
                    <a:pt x="161" y="371"/>
                  </a:cubicBezTo>
                  <a:cubicBezTo>
                    <a:pt x="176" y="374"/>
                    <a:pt x="190" y="376"/>
                    <a:pt x="204" y="376"/>
                  </a:cubicBezTo>
                  <a:cubicBezTo>
                    <a:pt x="298" y="376"/>
                    <a:pt x="369" y="314"/>
                    <a:pt x="389" y="234"/>
                  </a:cubicBezTo>
                  <a:cubicBezTo>
                    <a:pt x="435" y="120"/>
                    <a:pt x="366" y="29"/>
                    <a:pt x="275" y="6"/>
                  </a:cubicBezTo>
                  <a:cubicBezTo>
                    <a:pt x="256" y="2"/>
                    <a:pt x="237"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9"/>
            <p:cNvSpPr/>
            <p:nvPr/>
          </p:nvSpPr>
          <p:spPr>
            <a:xfrm>
              <a:off x="6704525" y="1685550"/>
              <a:ext cx="10300" cy="8875"/>
            </a:xfrm>
            <a:custGeom>
              <a:avLst/>
              <a:gdLst/>
              <a:ahLst/>
              <a:cxnLst/>
              <a:rect l="l" t="t" r="r" b="b"/>
              <a:pathLst>
                <a:path w="412" h="355" extrusionOk="0">
                  <a:moveTo>
                    <a:pt x="206" y="1"/>
                  </a:moveTo>
                  <a:cubicBezTo>
                    <a:pt x="132" y="1"/>
                    <a:pt x="65" y="48"/>
                    <a:pt x="46" y="143"/>
                  </a:cubicBezTo>
                  <a:cubicBezTo>
                    <a:pt x="0" y="235"/>
                    <a:pt x="69" y="326"/>
                    <a:pt x="160" y="349"/>
                  </a:cubicBezTo>
                  <a:cubicBezTo>
                    <a:pt x="175" y="353"/>
                    <a:pt x="191" y="354"/>
                    <a:pt x="207" y="354"/>
                  </a:cubicBezTo>
                  <a:cubicBezTo>
                    <a:pt x="287" y="354"/>
                    <a:pt x="369" y="307"/>
                    <a:pt x="388" y="212"/>
                  </a:cubicBezTo>
                  <a:cubicBezTo>
                    <a:pt x="411" y="120"/>
                    <a:pt x="343" y="29"/>
                    <a:pt x="251" y="6"/>
                  </a:cubicBezTo>
                  <a:cubicBezTo>
                    <a:pt x="236" y="3"/>
                    <a:pt x="221" y="1"/>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9"/>
            <p:cNvSpPr/>
            <p:nvPr/>
          </p:nvSpPr>
          <p:spPr>
            <a:xfrm>
              <a:off x="6188100" y="1518950"/>
              <a:ext cx="10875" cy="9950"/>
            </a:xfrm>
            <a:custGeom>
              <a:avLst/>
              <a:gdLst/>
              <a:ahLst/>
              <a:cxnLst/>
              <a:rect l="l" t="t" r="r" b="b"/>
              <a:pathLst>
                <a:path w="435" h="398" extrusionOk="0">
                  <a:moveTo>
                    <a:pt x="231" y="1"/>
                  </a:moveTo>
                  <a:cubicBezTo>
                    <a:pt x="137" y="1"/>
                    <a:pt x="63" y="63"/>
                    <a:pt x="23" y="142"/>
                  </a:cubicBezTo>
                  <a:cubicBezTo>
                    <a:pt x="0" y="256"/>
                    <a:pt x="69" y="371"/>
                    <a:pt x="183" y="393"/>
                  </a:cubicBezTo>
                  <a:cubicBezTo>
                    <a:pt x="195" y="396"/>
                    <a:pt x="207" y="398"/>
                    <a:pt x="220" y="398"/>
                  </a:cubicBezTo>
                  <a:cubicBezTo>
                    <a:pt x="303" y="398"/>
                    <a:pt x="391" y="336"/>
                    <a:pt x="411" y="256"/>
                  </a:cubicBezTo>
                  <a:cubicBezTo>
                    <a:pt x="434" y="142"/>
                    <a:pt x="366" y="28"/>
                    <a:pt x="274" y="5"/>
                  </a:cubicBezTo>
                  <a:cubicBezTo>
                    <a:pt x="259"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9"/>
            <p:cNvSpPr/>
            <p:nvPr/>
          </p:nvSpPr>
          <p:spPr>
            <a:xfrm>
              <a:off x="6388400" y="1590975"/>
              <a:ext cx="6875" cy="6450"/>
            </a:xfrm>
            <a:custGeom>
              <a:avLst/>
              <a:gdLst/>
              <a:ahLst/>
              <a:cxnLst/>
              <a:rect l="l" t="t" r="r" b="b"/>
              <a:pathLst>
                <a:path w="275" h="258" extrusionOk="0">
                  <a:moveTo>
                    <a:pt x="160" y="0"/>
                  </a:moveTo>
                  <a:cubicBezTo>
                    <a:pt x="91" y="0"/>
                    <a:pt x="23" y="23"/>
                    <a:pt x="0" y="92"/>
                  </a:cubicBezTo>
                  <a:cubicBezTo>
                    <a:pt x="0" y="160"/>
                    <a:pt x="46" y="229"/>
                    <a:pt x="114" y="251"/>
                  </a:cubicBezTo>
                  <a:cubicBezTo>
                    <a:pt x="122" y="255"/>
                    <a:pt x="132" y="257"/>
                    <a:pt x="142" y="257"/>
                  </a:cubicBezTo>
                  <a:cubicBezTo>
                    <a:pt x="189" y="257"/>
                    <a:pt x="251"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9"/>
            <p:cNvSpPr/>
            <p:nvPr/>
          </p:nvSpPr>
          <p:spPr>
            <a:xfrm>
              <a:off x="6388400" y="1611975"/>
              <a:ext cx="11425" cy="9975"/>
            </a:xfrm>
            <a:custGeom>
              <a:avLst/>
              <a:gdLst/>
              <a:ahLst/>
              <a:cxnLst/>
              <a:rect l="l" t="t" r="r" b="b"/>
              <a:pathLst>
                <a:path w="457" h="399" extrusionOk="0">
                  <a:moveTo>
                    <a:pt x="230" y="0"/>
                  </a:moveTo>
                  <a:cubicBezTo>
                    <a:pt x="132" y="0"/>
                    <a:pt x="43" y="65"/>
                    <a:pt x="23" y="165"/>
                  </a:cubicBezTo>
                  <a:cubicBezTo>
                    <a:pt x="0" y="256"/>
                    <a:pt x="69" y="370"/>
                    <a:pt x="183" y="393"/>
                  </a:cubicBezTo>
                  <a:cubicBezTo>
                    <a:pt x="198" y="397"/>
                    <a:pt x="214" y="399"/>
                    <a:pt x="230" y="399"/>
                  </a:cubicBezTo>
                  <a:cubicBezTo>
                    <a:pt x="310" y="399"/>
                    <a:pt x="392" y="351"/>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9"/>
            <p:cNvSpPr/>
            <p:nvPr/>
          </p:nvSpPr>
          <p:spPr>
            <a:xfrm>
              <a:off x="6497375" y="1253000"/>
              <a:ext cx="6875" cy="5900"/>
            </a:xfrm>
            <a:custGeom>
              <a:avLst/>
              <a:gdLst/>
              <a:ahLst/>
              <a:cxnLst/>
              <a:rect l="l" t="t" r="r" b="b"/>
              <a:pathLst>
                <a:path w="275" h="236" extrusionOk="0">
                  <a:moveTo>
                    <a:pt x="134" y="1"/>
                  </a:moveTo>
                  <a:cubicBezTo>
                    <a:pt x="91" y="1"/>
                    <a:pt x="42" y="38"/>
                    <a:pt x="24" y="75"/>
                  </a:cubicBezTo>
                  <a:cubicBezTo>
                    <a:pt x="1" y="144"/>
                    <a:pt x="46" y="212"/>
                    <a:pt x="115" y="235"/>
                  </a:cubicBezTo>
                  <a:cubicBezTo>
                    <a:pt x="161" y="235"/>
                    <a:pt x="229" y="212"/>
                    <a:pt x="252" y="144"/>
                  </a:cubicBezTo>
                  <a:cubicBezTo>
                    <a:pt x="275" y="75"/>
                    <a:pt x="229" y="7"/>
                    <a:pt x="161"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9"/>
            <p:cNvSpPr/>
            <p:nvPr/>
          </p:nvSpPr>
          <p:spPr>
            <a:xfrm>
              <a:off x="6746750" y="1478400"/>
              <a:ext cx="9150" cy="8325"/>
            </a:xfrm>
            <a:custGeom>
              <a:avLst/>
              <a:gdLst/>
              <a:ahLst/>
              <a:cxnLst/>
              <a:rect l="l" t="t" r="r" b="b"/>
              <a:pathLst>
                <a:path w="366" h="333"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30"/>
                    <a:pt x="229"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9"/>
            <p:cNvSpPr/>
            <p:nvPr/>
          </p:nvSpPr>
          <p:spPr>
            <a:xfrm>
              <a:off x="6710800" y="1642750"/>
              <a:ext cx="8000" cy="7175"/>
            </a:xfrm>
            <a:custGeom>
              <a:avLst/>
              <a:gdLst/>
              <a:ahLst/>
              <a:cxnLst/>
              <a:rect l="l" t="t" r="r" b="b"/>
              <a:pathLst>
                <a:path w="320" h="287" extrusionOk="0">
                  <a:moveTo>
                    <a:pt x="145" y="1"/>
                  </a:moveTo>
                  <a:cubicBezTo>
                    <a:pt x="85" y="1"/>
                    <a:pt x="23" y="41"/>
                    <a:pt x="23" y="98"/>
                  </a:cubicBezTo>
                  <a:cubicBezTo>
                    <a:pt x="0" y="189"/>
                    <a:pt x="46" y="258"/>
                    <a:pt x="115" y="280"/>
                  </a:cubicBezTo>
                  <a:cubicBezTo>
                    <a:pt x="126" y="284"/>
                    <a:pt x="139" y="286"/>
                    <a:pt x="151" y="286"/>
                  </a:cubicBezTo>
                  <a:cubicBezTo>
                    <a:pt x="212" y="286"/>
                    <a:pt x="278" y="242"/>
                    <a:pt x="297" y="166"/>
                  </a:cubicBezTo>
                  <a:cubicBezTo>
                    <a:pt x="320" y="98"/>
                    <a:pt x="274" y="29"/>
                    <a:pt x="183" y="6"/>
                  </a:cubicBezTo>
                  <a:cubicBezTo>
                    <a:pt x="171" y="2"/>
                    <a:pt x="158" y="1"/>
                    <a:pt x="14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9"/>
            <p:cNvSpPr/>
            <p:nvPr/>
          </p:nvSpPr>
          <p:spPr>
            <a:xfrm>
              <a:off x="6239450" y="1672575"/>
              <a:ext cx="8025" cy="7550"/>
            </a:xfrm>
            <a:custGeom>
              <a:avLst/>
              <a:gdLst/>
              <a:ahLst/>
              <a:cxnLst/>
              <a:rect l="l" t="t" r="r" b="b"/>
              <a:pathLst>
                <a:path w="321" h="302" extrusionOk="0">
                  <a:moveTo>
                    <a:pt x="206" y="0"/>
                  </a:moveTo>
                  <a:cubicBezTo>
                    <a:pt x="138" y="0"/>
                    <a:pt x="46" y="46"/>
                    <a:pt x="24" y="114"/>
                  </a:cubicBezTo>
                  <a:cubicBezTo>
                    <a:pt x="1" y="183"/>
                    <a:pt x="46" y="274"/>
                    <a:pt x="138" y="297"/>
                  </a:cubicBezTo>
                  <a:cubicBezTo>
                    <a:pt x="147" y="300"/>
                    <a:pt x="156" y="302"/>
                    <a:pt x="166" y="302"/>
                  </a:cubicBezTo>
                  <a:cubicBezTo>
                    <a:pt x="229" y="302"/>
                    <a:pt x="297" y="242"/>
                    <a:pt x="297" y="183"/>
                  </a:cubicBezTo>
                  <a:cubicBezTo>
                    <a:pt x="320" y="114"/>
                    <a:pt x="275" y="23"/>
                    <a:pt x="2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9"/>
            <p:cNvSpPr/>
            <p:nvPr/>
          </p:nvSpPr>
          <p:spPr>
            <a:xfrm>
              <a:off x="6507075" y="1246725"/>
              <a:ext cx="11450" cy="10250"/>
            </a:xfrm>
            <a:custGeom>
              <a:avLst/>
              <a:gdLst/>
              <a:ahLst/>
              <a:cxnLst/>
              <a:rect l="l" t="t" r="r" b="b"/>
              <a:pathLst>
                <a:path w="458" h="410" extrusionOk="0">
                  <a:moveTo>
                    <a:pt x="218" y="1"/>
                  </a:moveTo>
                  <a:cubicBezTo>
                    <a:pt x="125" y="1"/>
                    <a:pt x="43" y="49"/>
                    <a:pt x="24" y="144"/>
                  </a:cubicBezTo>
                  <a:cubicBezTo>
                    <a:pt x="1" y="258"/>
                    <a:pt x="69" y="372"/>
                    <a:pt x="161" y="395"/>
                  </a:cubicBezTo>
                  <a:cubicBezTo>
                    <a:pt x="185" y="404"/>
                    <a:pt x="209" y="409"/>
                    <a:pt x="233" y="409"/>
                  </a:cubicBezTo>
                  <a:cubicBezTo>
                    <a:pt x="319" y="409"/>
                    <a:pt x="394" y="348"/>
                    <a:pt x="412" y="258"/>
                  </a:cubicBezTo>
                  <a:cubicBezTo>
                    <a:pt x="457" y="144"/>
                    <a:pt x="389" y="30"/>
                    <a:pt x="275" y="7"/>
                  </a:cubicBezTo>
                  <a:cubicBezTo>
                    <a:pt x="256" y="3"/>
                    <a:pt x="237" y="1"/>
                    <a:pt x="21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9"/>
            <p:cNvSpPr/>
            <p:nvPr/>
          </p:nvSpPr>
          <p:spPr>
            <a:xfrm>
              <a:off x="5658550" y="1606225"/>
              <a:ext cx="7450" cy="6600"/>
            </a:xfrm>
            <a:custGeom>
              <a:avLst/>
              <a:gdLst/>
              <a:ahLst/>
              <a:cxnLst/>
              <a:rect l="l" t="t" r="r" b="b"/>
              <a:pathLst>
                <a:path w="298" h="264" extrusionOk="0">
                  <a:moveTo>
                    <a:pt x="147" y="1"/>
                  </a:moveTo>
                  <a:cubicBezTo>
                    <a:pt x="92" y="1"/>
                    <a:pt x="42" y="42"/>
                    <a:pt x="23" y="98"/>
                  </a:cubicBezTo>
                  <a:cubicBezTo>
                    <a:pt x="1" y="166"/>
                    <a:pt x="46" y="235"/>
                    <a:pt x="115" y="258"/>
                  </a:cubicBezTo>
                  <a:cubicBezTo>
                    <a:pt x="131" y="262"/>
                    <a:pt x="146" y="264"/>
                    <a:pt x="161" y="264"/>
                  </a:cubicBezTo>
                  <a:cubicBezTo>
                    <a:pt x="228" y="264"/>
                    <a:pt x="274" y="223"/>
                    <a:pt x="274" y="166"/>
                  </a:cubicBezTo>
                  <a:cubicBezTo>
                    <a:pt x="297" y="98"/>
                    <a:pt x="252"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9"/>
            <p:cNvSpPr/>
            <p:nvPr/>
          </p:nvSpPr>
          <p:spPr>
            <a:xfrm>
              <a:off x="6769000" y="1557875"/>
              <a:ext cx="7450" cy="7025"/>
            </a:xfrm>
            <a:custGeom>
              <a:avLst/>
              <a:gdLst/>
              <a:ahLst/>
              <a:cxnLst/>
              <a:rect l="l" t="t" r="r" b="b"/>
              <a:pathLst>
                <a:path w="298" h="281" extrusionOk="0">
                  <a:moveTo>
                    <a:pt x="183" y="0"/>
                  </a:moveTo>
                  <a:cubicBezTo>
                    <a:pt x="115" y="0"/>
                    <a:pt x="46" y="46"/>
                    <a:pt x="23" y="115"/>
                  </a:cubicBezTo>
                  <a:cubicBezTo>
                    <a:pt x="1" y="183"/>
                    <a:pt x="46" y="252"/>
                    <a:pt x="115" y="274"/>
                  </a:cubicBezTo>
                  <a:cubicBezTo>
                    <a:pt x="127" y="278"/>
                    <a:pt x="140" y="280"/>
                    <a:pt x="153" y="280"/>
                  </a:cubicBezTo>
                  <a:cubicBezTo>
                    <a:pt x="213" y="280"/>
                    <a:pt x="275" y="239"/>
                    <a:pt x="275"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9"/>
            <p:cNvSpPr/>
            <p:nvPr/>
          </p:nvSpPr>
          <p:spPr>
            <a:xfrm>
              <a:off x="6642325" y="1483550"/>
              <a:ext cx="9150" cy="8275"/>
            </a:xfrm>
            <a:custGeom>
              <a:avLst/>
              <a:gdLst/>
              <a:ahLst/>
              <a:cxnLst/>
              <a:rect l="l" t="t" r="r" b="b"/>
              <a:pathLst>
                <a:path w="366" h="331" extrusionOk="0">
                  <a:moveTo>
                    <a:pt x="182" y="0"/>
                  </a:moveTo>
                  <a:cubicBezTo>
                    <a:pt x="108" y="0"/>
                    <a:pt x="42" y="45"/>
                    <a:pt x="23" y="120"/>
                  </a:cubicBezTo>
                  <a:cubicBezTo>
                    <a:pt x="0" y="212"/>
                    <a:pt x="69" y="303"/>
                    <a:pt x="160" y="326"/>
                  </a:cubicBezTo>
                  <a:cubicBezTo>
                    <a:pt x="172" y="329"/>
                    <a:pt x="184" y="330"/>
                    <a:pt x="196" y="330"/>
                  </a:cubicBezTo>
                  <a:cubicBezTo>
                    <a:pt x="269" y="330"/>
                    <a:pt x="323" y="271"/>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9"/>
            <p:cNvSpPr/>
            <p:nvPr/>
          </p:nvSpPr>
          <p:spPr>
            <a:xfrm>
              <a:off x="6686250" y="1541175"/>
              <a:ext cx="6875" cy="6450"/>
            </a:xfrm>
            <a:custGeom>
              <a:avLst/>
              <a:gdLst/>
              <a:ahLst/>
              <a:cxnLst/>
              <a:rect l="l" t="t" r="r" b="b"/>
              <a:pathLst>
                <a:path w="275" h="258" extrusionOk="0">
                  <a:moveTo>
                    <a:pt x="147" y="1"/>
                  </a:moveTo>
                  <a:cubicBezTo>
                    <a:pt x="92" y="1"/>
                    <a:pt x="43" y="41"/>
                    <a:pt x="24" y="98"/>
                  </a:cubicBezTo>
                  <a:cubicBezTo>
                    <a:pt x="1" y="166"/>
                    <a:pt x="47" y="235"/>
                    <a:pt x="115" y="258"/>
                  </a:cubicBezTo>
                  <a:cubicBezTo>
                    <a:pt x="184" y="258"/>
                    <a:pt x="252" y="235"/>
                    <a:pt x="275" y="166"/>
                  </a:cubicBezTo>
                  <a:cubicBezTo>
                    <a:pt x="275" y="98"/>
                    <a:pt x="229" y="29"/>
                    <a:pt x="184" y="7"/>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9"/>
            <p:cNvSpPr/>
            <p:nvPr/>
          </p:nvSpPr>
          <p:spPr>
            <a:xfrm>
              <a:off x="5208900" y="942175"/>
              <a:ext cx="6300" cy="5875"/>
            </a:xfrm>
            <a:custGeom>
              <a:avLst/>
              <a:gdLst/>
              <a:ahLst/>
              <a:cxnLst/>
              <a:rect l="l" t="t" r="r" b="b"/>
              <a:pathLst>
                <a:path w="252" h="235" extrusionOk="0">
                  <a:moveTo>
                    <a:pt x="160" y="0"/>
                  </a:moveTo>
                  <a:cubicBezTo>
                    <a:pt x="92" y="0"/>
                    <a:pt x="23" y="23"/>
                    <a:pt x="0" y="91"/>
                  </a:cubicBezTo>
                  <a:cubicBezTo>
                    <a:pt x="0" y="160"/>
                    <a:pt x="23" y="228"/>
                    <a:pt x="92" y="228"/>
                  </a:cubicBezTo>
                  <a:cubicBezTo>
                    <a:pt x="104" y="232"/>
                    <a:pt x="116" y="234"/>
                    <a:pt x="128" y="234"/>
                  </a:cubicBezTo>
                  <a:cubicBezTo>
                    <a:pt x="182" y="234"/>
                    <a:pt x="228" y="193"/>
                    <a:pt x="228" y="137"/>
                  </a:cubicBezTo>
                  <a:cubicBezTo>
                    <a:pt x="251" y="91"/>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9"/>
            <p:cNvSpPr/>
            <p:nvPr/>
          </p:nvSpPr>
          <p:spPr>
            <a:xfrm>
              <a:off x="6297100" y="1002500"/>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5" y="291"/>
                    <a:pt x="365" y="212"/>
                  </a:cubicBezTo>
                  <a:cubicBezTo>
                    <a:pt x="388" y="121"/>
                    <a:pt x="320" y="29"/>
                    <a:pt x="228"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9"/>
            <p:cNvSpPr/>
            <p:nvPr/>
          </p:nvSpPr>
          <p:spPr>
            <a:xfrm>
              <a:off x="6605225" y="1625625"/>
              <a:ext cx="10875" cy="9425"/>
            </a:xfrm>
            <a:custGeom>
              <a:avLst/>
              <a:gdLst/>
              <a:ahLst/>
              <a:cxnLst/>
              <a:rect l="l" t="t" r="r" b="b"/>
              <a:pathLst>
                <a:path w="435" h="377" extrusionOk="0">
                  <a:moveTo>
                    <a:pt x="220" y="1"/>
                  </a:moveTo>
                  <a:cubicBezTo>
                    <a:pt x="131" y="1"/>
                    <a:pt x="62" y="49"/>
                    <a:pt x="24" y="144"/>
                  </a:cubicBezTo>
                  <a:cubicBezTo>
                    <a:pt x="1" y="235"/>
                    <a:pt x="69" y="349"/>
                    <a:pt x="161" y="372"/>
                  </a:cubicBezTo>
                  <a:cubicBezTo>
                    <a:pt x="176" y="375"/>
                    <a:pt x="190" y="376"/>
                    <a:pt x="204" y="376"/>
                  </a:cubicBezTo>
                  <a:cubicBezTo>
                    <a:pt x="298" y="376"/>
                    <a:pt x="369" y="314"/>
                    <a:pt x="389" y="235"/>
                  </a:cubicBezTo>
                  <a:cubicBezTo>
                    <a:pt x="434" y="121"/>
                    <a:pt x="366" y="30"/>
                    <a:pt x="275" y="7"/>
                  </a:cubicBezTo>
                  <a:cubicBezTo>
                    <a:pt x="256" y="3"/>
                    <a:pt x="237"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9"/>
            <p:cNvSpPr/>
            <p:nvPr/>
          </p:nvSpPr>
          <p:spPr>
            <a:xfrm>
              <a:off x="6144150" y="659550"/>
              <a:ext cx="6875" cy="5875"/>
            </a:xfrm>
            <a:custGeom>
              <a:avLst/>
              <a:gdLst/>
              <a:ahLst/>
              <a:cxnLst/>
              <a:rect l="l" t="t" r="r" b="b"/>
              <a:pathLst>
                <a:path w="275" h="235" extrusionOk="0">
                  <a:moveTo>
                    <a:pt x="134" y="0"/>
                  </a:moveTo>
                  <a:cubicBezTo>
                    <a:pt x="91" y="0"/>
                    <a:pt x="42" y="38"/>
                    <a:pt x="24" y="75"/>
                  </a:cubicBezTo>
                  <a:cubicBezTo>
                    <a:pt x="1" y="143"/>
                    <a:pt x="47" y="212"/>
                    <a:pt x="115" y="235"/>
                  </a:cubicBezTo>
                  <a:cubicBezTo>
                    <a:pt x="184" y="235"/>
                    <a:pt x="229" y="212"/>
                    <a:pt x="252" y="143"/>
                  </a:cubicBezTo>
                  <a:cubicBezTo>
                    <a:pt x="275" y="75"/>
                    <a:pt x="229" y="7"/>
                    <a:pt x="161" y="7"/>
                  </a:cubicBezTo>
                  <a:cubicBezTo>
                    <a:pt x="152" y="2"/>
                    <a:pt x="143"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9"/>
            <p:cNvSpPr/>
            <p:nvPr/>
          </p:nvSpPr>
          <p:spPr>
            <a:xfrm>
              <a:off x="6129900" y="1732950"/>
              <a:ext cx="10300" cy="9375"/>
            </a:xfrm>
            <a:custGeom>
              <a:avLst/>
              <a:gdLst/>
              <a:ahLst/>
              <a:cxnLst/>
              <a:rect l="l" t="t" r="r" b="b"/>
              <a:pathLst>
                <a:path w="412" h="375" extrusionOk="0">
                  <a:moveTo>
                    <a:pt x="214" y="0"/>
                  </a:moveTo>
                  <a:cubicBezTo>
                    <a:pt x="132" y="0"/>
                    <a:pt x="43" y="62"/>
                    <a:pt x="23" y="142"/>
                  </a:cubicBezTo>
                  <a:cubicBezTo>
                    <a:pt x="0" y="233"/>
                    <a:pt x="69" y="347"/>
                    <a:pt x="160" y="370"/>
                  </a:cubicBezTo>
                  <a:cubicBezTo>
                    <a:pt x="175" y="373"/>
                    <a:pt x="190" y="374"/>
                    <a:pt x="204" y="374"/>
                  </a:cubicBezTo>
                  <a:cubicBezTo>
                    <a:pt x="297" y="374"/>
                    <a:pt x="368" y="312"/>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9"/>
            <p:cNvSpPr/>
            <p:nvPr/>
          </p:nvSpPr>
          <p:spPr>
            <a:xfrm>
              <a:off x="6334750" y="1800275"/>
              <a:ext cx="9725" cy="5850"/>
            </a:xfrm>
            <a:custGeom>
              <a:avLst/>
              <a:gdLst/>
              <a:ahLst/>
              <a:cxnLst/>
              <a:rect l="l" t="t" r="r" b="b"/>
              <a:pathLst>
                <a:path w="389" h="234" extrusionOk="0">
                  <a:moveTo>
                    <a:pt x="193" y="1"/>
                  </a:moveTo>
                  <a:cubicBezTo>
                    <a:pt x="114" y="1"/>
                    <a:pt x="40" y="63"/>
                    <a:pt x="1" y="142"/>
                  </a:cubicBezTo>
                  <a:lnTo>
                    <a:pt x="366" y="233"/>
                  </a:lnTo>
                  <a:cubicBezTo>
                    <a:pt x="389" y="142"/>
                    <a:pt x="343" y="51"/>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9"/>
            <p:cNvSpPr/>
            <p:nvPr/>
          </p:nvSpPr>
          <p:spPr>
            <a:xfrm>
              <a:off x="6152150" y="1748875"/>
              <a:ext cx="6300" cy="3600"/>
            </a:xfrm>
            <a:custGeom>
              <a:avLst/>
              <a:gdLst/>
              <a:ahLst/>
              <a:cxnLst/>
              <a:rect l="l" t="t" r="r" b="b"/>
              <a:pathLst>
                <a:path w="252" h="144" extrusionOk="0">
                  <a:moveTo>
                    <a:pt x="101" y="1"/>
                  </a:moveTo>
                  <a:cubicBezTo>
                    <a:pt x="47" y="1"/>
                    <a:pt x="0" y="42"/>
                    <a:pt x="0" y="98"/>
                  </a:cubicBezTo>
                  <a:lnTo>
                    <a:pt x="229" y="144"/>
                  </a:lnTo>
                  <a:cubicBezTo>
                    <a:pt x="252" y="75"/>
                    <a:pt x="206" y="7"/>
                    <a:pt x="137" y="7"/>
                  </a:cubicBezTo>
                  <a:cubicBezTo>
                    <a:pt x="125" y="3"/>
                    <a:pt x="113" y="1"/>
                    <a:pt x="1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9"/>
            <p:cNvSpPr/>
            <p:nvPr/>
          </p:nvSpPr>
          <p:spPr>
            <a:xfrm>
              <a:off x="6308500" y="1776275"/>
              <a:ext cx="6300" cy="5525"/>
            </a:xfrm>
            <a:custGeom>
              <a:avLst/>
              <a:gdLst/>
              <a:ahLst/>
              <a:cxnLst/>
              <a:rect l="l" t="t" r="r" b="b"/>
              <a:pathLst>
                <a:path w="252" h="221" extrusionOk="0">
                  <a:moveTo>
                    <a:pt x="112" y="1"/>
                  </a:moveTo>
                  <a:cubicBezTo>
                    <a:pt x="69" y="1"/>
                    <a:pt x="19" y="42"/>
                    <a:pt x="1" y="98"/>
                  </a:cubicBezTo>
                  <a:cubicBezTo>
                    <a:pt x="1" y="144"/>
                    <a:pt x="23" y="212"/>
                    <a:pt x="92" y="212"/>
                  </a:cubicBezTo>
                  <a:cubicBezTo>
                    <a:pt x="109" y="218"/>
                    <a:pt x="125" y="221"/>
                    <a:pt x="139" y="221"/>
                  </a:cubicBezTo>
                  <a:cubicBezTo>
                    <a:pt x="182" y="221"/>
                    <a:pt x="212" y="195"/>
                    <a:pt x="229" y="144"/>
                  </a:cubicBezTo>
                  <a:cubicBezTo>
                    <a:pt x="252" y="75"/>
                    <a:pt x="206" y="29"/>
                    <a:pt x="138" y="7"/>
                  </a:cubicBezTo>
                  <a:cubicBezTo>
                    <a:pt x="129" y="3"/>
                    <a:pt x="121"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9"/>
            <p:cNvSpPr/>
            <p:nvPr/>
          </p:nvSpPr>
          <p:spPr>
            <a:xfrm>
              <a:off x="6458000" y="1788250"/>
              <a:ext cx="7450" cy="7025"/>
            </a:xfrm>
            <a:custGeom>
              <a:avLst/>
              <a:gdLst/>
              <a:ahLst/>
              <a:cxnLst/>
              <a:rect l="l" t="t" r="r" b="b"/>
              <a:pathLst>
                <a:path w="298" h="281" extrusionOk="0">
                  <a:moveTo>
                    <a:pt x="147" y="1"/>
                  </a:moveTo>
                  <a:cubicBezTo>
                    <a:pt x="92" y="1"/>
                    <a:pt x="42" y="42"/>
                    <a:pt x="24" y="98"/>
                  </a:cubicBezTo>
                  <a:cubicBezTo>
                    <a:pt x="1" y="189"/>
                    <a:pt x="46" y="258"/>
                    <a:pt x="115" y="281"/>
                  </a:cubicBezTo>
                  <a:cubicBezTo>
                    <a:pt x="206" y="281"/>
                    <a:pt x="275" y="258"/>
                    <a:pt x="298" y="167"/>
                  </a:cubicBezTo>
                  <a:cubicBezTo>
                    <a:pt x="298" y="98"/>
                    <a:pt x="275"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9"/>
            <p:cNvSpPr/>
            <p:nvPr/>
          </p:nvSpPr>
          <p:spPr>
            <a:xfrm>
              <a:off x="6065425" y="1708875"/>
              <a:ext cx="5725" cy="5375"/>
            </a:xfrm>
            <a:custGeom>
              <a:avLst/>
              <a:gdLst/>
              <a:ahLst/>
              <a:cxnLst/>
              <a:rect l="l" t="t" r="r" b="b"/>
              <a:pathLst>
                <a:path w="229" h="215" extrusionOk="0">
                  <a:moveTo>
                    <a:pt x="100" y="1"/>
                  </a:moveTo>
                  <a:cubicBezTo>
                    <a:pt x="61" y="1"/>
                    <a:pt x="23" y="26"/>
                    <a:pt x="23" y="78"/>
                  </a:cubicBezTo>
                  <a:cubicBezTo>
                    <a:pt x="0" y="123"/>
                    <a:pt x="23" y="192"/>
                    <a:pt x="91" y="215"/>
                  </a:cubicBezTo>
                  <a:cubicBezTo>
                    <a:pt x="137" y="215"/>
                    <a:pt x="205" y="192"/>
                    <a:pt x="228" y="123"/>
                  </a:cubicBezTo>
                  <a:cubicBezTo>
                    <a:pt x="228" y="78"/>
                    <a:pt x="205" y="9"/>
                    <a:pt x="137" y="9"/>
                  </a:cubicBezTo>
                  <a:cubicBezTo>
                    <a:pt x="126" y="3"/>
                    <a:pt x="113" y="1"/>
                    <a:pt x="10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9"/>
            <p:cNvSpPr/>
            <p:nvPr/>
          </p:nvSpPr>
          <p:spPr>
            <a:xfrm>
              <a:off x="6416350" y="1817925"/>
              <a:ext cx="8575" cy="4750"/>
            </a:xfrm>
            <a:custGeom>
              <a:avLst/>
              <a:gdLst/>
              <a:ahLst/>
              <a:cxnLst/>
              <a:rect l="l" t="t" r="r" b="b"/>
              <a:pathLst>
                <a:path w="343" h="190" extrusionOk="0">
                  <a:moveTo>
                    <a:pt x="159" y="1"/>
                  </a:moveTo>
                  <a:cubicBezTo>
                    <a:pt x="85" y="1"/>
                    <a:pt x="19" y="45"/>
                    <a:pt x="1" y="121"/>
                  </a:cubicBezTo>
                  <a:lnTo>
                    <a:pt x="320" y="189"/>
                  </a:lnTo>
                  <a:cubicBezTo>
                    <a:pt x="343" y="121"/>
                    <a:pt x="274" y="30"/>
                    <a:pt x="206" y="7"/>
                  </a:cubicBezTo>
                  <a:cubicBezTo>
                    <a:pt x="190" y="3"/>
                    <a:pt x="175" y="1"/>
                    <a:pt x="15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9"/>
            <p:cNvSpPr/>
            <p:nvPr/>
          </p:nvSpPr>
          <p:spPr>
            <a:xfrm>
              <a:off x="6369000" y="1797975"/>
              <a:ext cx="9725" cy="5875"/>
            </a:xfrm>
            <a:custGeom>
              <a:avLst/>
              <a:gdLst/>
              <a:ahLst/>
              <a:cxnLst/>
              <a:rect l="l" t="t" r="r" b="b"/>
              <a:pathLst>
                <a:path w="389" h="235" extrusionOk="0">
                  <a:moveTo>
                    <a:pt x="173" y="0"/>
                  </a:moveTo>
                  <a:cubicBezTo>
                    <a:pt x="86" y="0"/>
                    <a:pt x="19" y="48"/>
                    <a:pt x="0" y="143"/>
                  </a:cubicBezTo>
                  <a:lnTo>
                    <a:pt x="365" y="234"/>
                  </a:lnTo>
                  <a:cubicBezTo>
                    <a:pt x="388" y="120"/>
                    <a:pt x="320" y="29"/>
                    <a:pt x="228" y="6"/>
                  </a:cubicBezTo>
                  <a:cubicBezTo>
                    <a:pt x="209" y="2"/>
                    <a:pt x="191" y="0"/>
                    <a:pt x="17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9"/>
            <p:cNvSpPr/>
            <p:nvPr/>
          </p:nvSpPr>
          <p:spPr>
            <a:xfrm>
              <a:off x="6354150" y="1796825"/>
              <a:ext cx="8025" cy="4725"/>
            </a:xfrm>
            <a:custGeom>
              <a:avLst/>
              <a:gdLst/>
              <a:ahLst/>
              <a:cxnLst/>
              <a:rect l="l" t="t" r="r" b="b"/>
              <a:pathLst>
                <a:path w="321" h="189" extrusionOk="0">
                  <a:moveTo>
                    <a:pt x="146" y="0"/>
                  </a:moveTo>
                  <a:cubicBezTo>
                    <a:pt x="85" y="0"/>
                    <a:pt x="20" y="45"/>
                    <a:pt x="1" y="120"/>
                  </a:cubicBezTo>
                  <a:lnTo>
                    <a:pt x="297" y="189"/>
                  </a:lnTo>
                  <a:cubicBezTo>
                    <a:pt x="320" y="98"/>
                    <a:pt x="275" y="29"/>
                    <a:pt x="183" y="6"/>
                  </a:cubicBezTo>
                  <a:cubicBezTo>
                    <a:pt x="171" y="2"/>
                    <a:pt x="159"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9"/>
            <p:cNvSpPr/>
            <p:nvPr/>
          </p:nvSpPr>
          <p:spPr>
            <a:xfrm>
              <a:off x="6318775" y="1694100"/>
              <a:ext cx="8025" cy="7175"/>
            </a:xfrm>
            <a:custGeom>
              <a:avLst/>
              <a:gdLst/>
              <a:ahLst/>
              <a:cxnLst/>
              <a:rect l="l" t="t" r="r" b="b"/>
              <a:pathLst>
                <a:path w="321" h="287" extrusionOk="0">
                  <a:moveTo>
                    <a:pt x="160" y="1"/>
                  </a:moveTo>
                  <a:cubicBezTo>
                    <a:pt x="92" y="1"/>
                    <a:pt x="42" y="42"/>
                    <a:pt x="23" y="98"/>
                  </a:cubicBezTo>
                  <a:cubicBezTo>
                    <a:pt x="0" y="189"/>
                    <a:pt x="46" y="258"/>
                    <a:pt x="137" y="281"/>
                  </a:cubicBezTo>
                  <a:cubicBezTo>
                    <a:pt x="150" y="285"/>
                    <a:pt x="162" y="287"/>
                    <a:pt x="175" y="287"/>
                  </a:cubicBezTo>
                  <a:cubicBezTo>
                    <a:pt x="236" y="287"/>
                    <a:pt x="301" y="246"/>
                    <a:pt x="320" y="189"/>
                  </a:cubicBezTo>
                  <a:cubicBezTo>
                    <a:pt x="320" y="98"/>
                    <a:pt x="274" y="30"/>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9"/>
            <p:cNvSpPr/>
            <p:nvPr/>
          </p:nvSpPr>
          <p:spPr>
            <a:xfrm>
              <a:off x="6613225" y="1692975"/>
              <a:ext cx="9150" cy="8275"/>
            </a:xfrm>
            <a:custGeom>
              <a:avLst/>
              <a:gdLst/>
              <a:ahLst/>
              <a:cxnLst/>
              <a:rect l="l" t="t" r="r" b="b"/>
              <a:pathLst>
                <a:path w="366" h="331" extrusionOk="0">
                  <a:moveTo>
                    <a:pt x="182" y="0"/>
                  </a:moveTo>
                  <a:cubicBezTo>
                    <a:pt x="108" y="0"/>
                    <a:pt x="42" y="45"/>
                    <a:pt x="23" y="120"/>
                  </a:cubicBezTo>
                  <a:cubicBezTo>
                    <a:pt x="0" y="211"/>
                    <a:pt x="46" y="303"/>
                    <a:pt x="137" y="326"/>
                  </a:cubicBezTo>
                  <a:cubicBezTo>
                    <a:pt x="150" y="329"/>
                    <a:pt x="162" y="330"/>
                    <a:pt x="174" y="330"/>
                  </a:cubicBezTo>
                  <a:cubicBezTo>
                    <a:pt x="252" y="330"/>
                    <a:pt x="323" y="271"/>
                    <a:pt x="343" y="211"/>
                  </a:cubicBezTo>
                  <a:cubicBezTo>
                    <a:pt x="366" y="120"/>
                    <a:pt x="297"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9"/>
            <p:cNvSpPr/>
            <p:nvPr/>
          </p:nvSpPr>
          <p:spPr>
            <a:xfrm>
              <a:off x="6205800" y="1687825"/>
              <a:ext cx="6300" cy="6025"/>
            </a:xfrm>
            <a:custGeom>
              <a:avLst/>
              <a:gdLst/>
              <a:ahLst/>
              <a:cxnLst/>
              <a:rect l="l" t="t" r="r" b="b"/>
              <a:pathLst>
                <a:path w="252" h="241" extrusionOk="0">
                  <a:moveTo>
                    <a:pt x="122" y="1"/>
                  </a:moveTo>
                  <a:cubicBezTo>
                    <a:pt x="68" y="1"/>
                    <a:pt x="19" y="38"/>
                    <a:pt x="0" y="75"/>
                  </a:cubicBezTo>
                  <a:cubicBezTo>
                    <a:pt x="0" y="144"/>
                    <a:pt x="23" y="212"/>
                    <a:pt x="91" y="235"/>
                  </a:cubicBezTo>
                  <a:cubicBezTo>
                    <a:pt x="103" y="239"/>
                    <a:pt x="116" y="241"/>
                    <a:pt x="127" y="241"/>
                  </a:cubicBezTo>
                  <a:cubicBezTo>
                    <a:pt x="183" y="241"/>
                    <a:pt x="232" y="200"/>
                    <a:pt x="251" y="144"/>
                  </a:cubicBezTo>
                  <a:cubicBezTo>
                    <a:pt x="251" y="75"/>
                    <a:pt x="228" y="7"/>
                    <a:pt x="160" y="7"/>
                  </a:cubicBezTo>
                  <a:cubicBezTo>
                    <a:pt x="147" y="2"/>
                    <a:pt x="13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9"/>
            <p:cNvSpPr/>
            <p:nvPr/>
          </p:nvSpPr>
          <p:spPr>
            <a:xfrm>
              <a:off x="5923325" y="1530475"/>
              <a:ext cx="6300" cy="5900"/>
            </a:xfrm>
            <a:custGeom>
              <a:avLst/>
              <a:gdLst/>
              <a:ahLst/>
              <a:cxnLst/>
              <a:rect l="l" t="t" r="r" b="b"/>
              <a:pathLst>
                <a:path w="252" h="236" extrusionOk="0">
                  <a:moveTo>
                    <a:pt x="160" y="1"/>
                  </a:moveTo>
                  <a:cubicBezTo>
                    <a:pt x="92" y="1"/>
                    <a:pt x="46" y="24"/>
                    <a:pt x="23" y="92"/>
                  </a:cubicBezTo>
                  <a:cubicBezTo>
                    <a:pt x="1" y="161"/>
                    <a:pt x="46" y="206"/>
                    <a:pt x="115" y="229"/>
                  </a:cubicBezTo>
                  <a:cubicBezTo>
                    <a:pt x="123" y="233"/>
                    <a:pt x="132" y="235"/>
                    <a:pt x="141" y="235"/>
                  </a:cubicBezTo>
                  <a:cubicBezTo>
                    <a:pt x="183" y="235"/>
                    <a:pt x="233" y="194"/>
                    <a:pt x="252" y="138"/>
                  </a:cubicBezTo>
                  <a:cubicBezTo>
                    <a:pt x="252" y="92"/>
                    <a:pt x="229"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9"/>
            <p:cNvSpPr/>
            <p:nvPr/>
          </p:nvSpPr>
          <p:spPr>
            <a:xfrm>
              <a:off x="6334175" y="1718075"/>
              <a:ext cx="8600" cy="7600"/>
            </a:xfrm>
            <a:custGeom>
              <a:avLst/>
              <a:gdLst/>
              <a:ahLst/>
              <a:cxnLst/>
              <a:rect l="l" t="t" r="r" b="b"/>
              <a:pathLst>
                <a:path w="344" h="304" extrusionOk="0">
                  <a:moveTo>
                    <a:pt x="169" y="1"/>
                  </a:moveTo>
                  <a:cubicBezTo>
                    <a:pt x="108" y="1"/>
                    <a:pt x="42" y="45"/>
                    <a:pt x="24" y="120"/>
                  </a:cubicBezTo>
                  <a:cubicBezTo>
                    <a:pt x="1" y="189"/>
                    <a:pt x="69" y="280"/>
                    <a:pt x="138" y="303"/>
                  </a:cubicBezTo>
                  <a:cubicBezTo>
                    <a:pt x="229" y="303"/>
                    <a:pt x="297" y="257"/>
                    <a:pt x="320" y="189"/>
                  </a:cubicBezTo>
                  <a:cubicBezTo>
                    <a:pt x="343" y="98"/>
                    <a:pt x="297"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9"/>
            <p:cNvSpPr/>
            <p:nvPr/>
          </p:nvSpPr>
          <p:spPr>
            <a:xfrm>
              <a:off x="6372975" y="1804025"/>
              <a:ext cx="9725" cy="5525"/>
            </a:xfrm>
            <a:custGeom>
              <a:avLst/>
              <a:gdLst/>
              <a:ahLst/>
              <a:cxnLst/>
              <a:rect l="l" t="t" r="r" b="b"/>
              <a:pathLst>
                <a:path w="389" h="221" extrusionOk="0">
                  <a:moveTo>
                    <a:pt x="167" y="0"/>
                  </a:moveTo>
                  <a:cubicBezTo>
                    <a:pt x="92" y="0"/>
                    <a:pt x="19" y="58"/>
                    <a:pt x="1" y="129"/>
                  </a:cubicBezTo>
                  <a:lnTo>
                    <a:pt x="366" y="220"/>
                  </a:lnTo>
                  <a:cubicBezTo>
                    <a:pt x="389" y="129"/>
                    <a:pt x="320" y="38"/>
                    <a:pt x="229" y="15"/>
                  </a:cubicBezTo>
                  <a:cubicBezTo>
                    <a:pt x="209" y="5"/>
                    <a:pt x="188"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9"/>
            <p:cNvSpPr/>
            <p:nvPr/>
          </p:nvSpPr>
          <p:spPr>
            <a:xfrm>
              <a:off x="6238875" y="1744900"/>
              <a:ext cx="7450" cy="6450"/>
            </a:xfrm>
            <a:custGeom>
              <a:avLst/>
              <a:gdLst/>
              <a:ahLst/>
              <a:cxnLst/>
              <a:rect l="l" t="t" r="r" b="b"/>
              <a:pathLst>
                <a:path w="298" h="258" extrusionOk="0">
                  <a:moveTo>
                    <a:pt x="147" y="0"/>
                  </a:moveTo>
                  <a:cubicBezTo>
                    <a:pt x="92" y="0"/>
                    <a:pt x="43" y="41"/>
                    <a:pt x="24" y="97"/>
                  </a:cubicBezTo>
                  <a:cubicBezTo>
                    <a:pt x="1" y="166"/>
                    <a:pt x="47" y="234"/>
                    <a:pt x="115" y="257"/>
                  </a:cubicBezTo>
                  <a:cubicBezTo>
                    <a:pt x="184" y="257"/>
                    <a:pt x="252" y="21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9"/>
            <p:cNvSpPr/>
            <p:nvPr/>
          </p:nvSpPr>
          <p:spPr>
            <a:xfrm>
              <a:off x="6459725" y="1579975"/>
              <a:ext cx="8575" cy="8175"/>
            </a:xfrm>
            <a:custGeom>
              <a:avLst/>
              <a:gdLst/>
              <a:ahLst/>
              <a:cxnLst/>
              <a:rect l="l" t="t" r="r" b="b"/>
              <a:pathLst>
                <a:path w="343" h="327" extrusionOk="0">
                  <a:moveTo>
                    <a:pt x="169" y="1"/>
                  </a:moveTo>
                  <a:cubicBezTo>
                    <a:pt x="108" y="1"/>
                    <a:pt x="42" y="45"/>
                    <a:pt x="23" y="121"/>
                  </a:cubicBezTo>
                  <a:cubicBezTo>
                    <a:pt x="0" y="212"/>
                    <a:pt x="46" y="303"/>
                    <a:pt x="137" y="326"/>
                  </a:cubicBezTo>
                  <a:cubicBezTo>
                    <a:pt x="229" y="326"/>
                    <a:pt x="297" y="281"/>
                    <a:pt x="320" y="212"/>
                  </a:cubicBezTo>
                  <a:cubicBezTo>
                    <a:pt x="343" y="121"/>
                    <a:pt x="297" y="29"/>
                    <a:pt x="206" y="7"/>
                  </a:cubicBezTo>
                  <a:cubicBezTo>
                    <a:pt x="194" y="3"/>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9"/>
            <p:cNvSpPr/>
            <p:nvPr/>
          </p:nvSpPr>
          <p:spPr>
            <a:xfrm>
              <a:off x="6324475" y="1790000"/>
              <a:ext cx="10875" cy="10525"/>
            </a:xfrm>
            <a:custGeom>
              <a:avLst/>
              <a:gdLst/>
              <a:ahLst/>
              <a:cxnLst/>
              <a:rect l="l" t="t" r="r" b="b"/>
              <a:pathLst>
                <a:path w="435" h="421" extrusionOk="0">
                  <a:moveTo>
                    <a:pt x="231" y="1"/>
                  </a:moveTo>
                  <a:cubicBezTo>
                    <a:pt x="133" y="1"/>
                    <a:pt x="43" y="66"/>
                    <a:pt x="24" y="165"/>
                  </a:cubicBezTo>
                  <a:cubicBezTo>
                    <a:pt x="1" y="279"/>
                    <a:pt x="69" y="371"/>
                    <a:pt x="160" y="416"/>
                  </a:cubicBezTo>
                  <a:cubicBezTo>
                    <a:pt x="175" y="419"/>
                    <a:pt x="190" y="421"/>
                    <a:pt x="205" y="421"/>
                  </a:cubicBezTo>
                  <a:cubicBezTo>
                    <a:pt x="303" y="421"/>
                    <a:pt x="392" y="356"/>
                    <a:pt x="412" y="256"/>
                  </a:cubicBezTo>
                  <a:cubicBezTo>
                    <a:pt x="434" y="165"/>
                    <a:pt x="366" y="51"/>
                    <a:pt x="275" y="5"/>
                  </a:cubicBezTo>
                  <a:cubicBezTo>
                    <a:pt x="260"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9"/>
            <p:cNvSpPr/>
            <p:nvPr/>
          </p:nvSpPr>
          <p:spPr>
            <a:xfrm>
              <a:off x="6348450" y="1734650"/>
              <a:ext cx="9725" cy="8850"/>
            </a:xfrm>
            <a:custGeom>
              <a:avLst/>
              <a:gdLst/>
              <a:ahLst/>
              <a:cxnLst/>
              <a:rect l="l" t="t" r="r" b="b"/>
              <a:pathLst>
                <a:path w="389" h="354" extrusionOk="0">
                  <a:moveTo>
                    <a:pt x="215" y="1"/>
                  </a:moveTo>
                  <a:cubicBezTo>
                    <a:pt x="132" y="1"/>
                    <a:pt x="43" y="63"/>
                    <a:pt x="23" y="142"/>
                  </a:cubicBezTo>
                  <a:cubicBezTo>
                    <a:pt x="0" y="234"/>
                    <a:pt x="69" y="325"/>
                    <a:pt x="160" y="348"/>
                  </a:cubicBezTo>
                  <a:cubicBezTo>
                    <a:pt x="176" y="352"/>
                    <a:pt x="191" y="354"/>
                    <a:pt x="207" y="354"/>
                  </a:cubicBezTo>
                  <a:cubicBezTo>
                    <a:pt x="281" y="354"/>
                    <a:pt x="347" y="309"/>
                    <a:pt x="366" y="234"/>
                  </a:cubicBezTo>
                  <a:cubicBezTo>
                    <a:pt x="388" y="119"/>
                    <a:pt x="343" y="28"/>
                    <a:pt x="251" y="5"/>
                  </a:cubicBezTo>
                  <a:cubicBezTo>
                    <a:pt x="239"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9"/>
            <p:cNvSpPr/>
            <p:nvPr/>
          </p:nvSpPr>
          <p:spPr>
            <a:xfrm>
              <a:off x="6425475" y="1766625"/>
              <a:ext cx="10300" cy="9375"/>
            </a:xfrm>
            <a:custGeom>
              <a:avLst/>
              <a:gdLst/>
              <a:ahLst/>
              <a:cxnLst/>
              <a:rect l="l" t="t" r="r" b="b"/>
              <a:pathLst>
                <a:path w="412" h="375" extrusionOk="0">
                  <a:moveTo>
                    <a:pt x="216" y="0"/>
                  </a:moveTo>
                  <a:cubicBezTo>
                    <a:pt x="137" y="0"/>
                    <a:pt x="63" y="62"/>
                    <a:pt x="24" y="141"/>
                  </a:cubicBezTo>
                  <a:cubicBezTo>
                    <a:pt x="1" y="233"/>
                    <a:pt x="69" y="347"/>
                    <a:pt x="161" y="370"/>
                  </a:cubicBezTo>
                  <a:cubicBezTo>
                    <a:pt x="173" y="373"/>
                    <a:pt x="185" y="374"/>
                    <a:pt x="198" y="374"/>
                  </a:cubicBezTo>
                  <a:cubicBezTo>
                    <a:pt x="280" y="374"/>
                    <a:pt x="369" y="312"/>
                    <a:pt x="389" y="233"/>
                  </a:cubicBezTo>
                  <a:cubicBezTo>
                    <a:pt x="412" y="141"/>
                    <a:pt x="343" y="50"/>
                    <a:pt x="252" y="5"/>
                  </a:cubicBezTo>
                  <a:cubicBezTo>
                    <a:pt x="240" y="2"/>
                    <a:pt x="228" y="0"/>
                    <a:pt x="21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9"/>
            <p:cNvSpPr/>
            <p:nvPr/>
          </p:nvSpPr>
          <p:spPr>
            <a:xfrm>
              <a:off x="6177825" y="1738625"/>
              <a:ext cx="9150" cy="8300"/>
            </a:xfrm>
            <a:custGeom>
              <a:avLst/>
              <a:gdLst/>
              <a:ahLst/>
              <a:cxnLst/>
              <a:rect l="l" t="t" r="r" b="b"/>
              <a:pathLst>
                <a:path w="366" h="332" extrusionOk="0">
                  <a:moveTo>
                    <a:pt x="182" y="0"/>
                  </a:moveTo>
                  <a:cubicBezTo>
                    <a:pt x="108" y="0"/>
                    <a:pt x="42" y="45"/>
                    <a:pt x="23" y="120"/>
                  </a:cubicBezTo>
                  <a:cubicBezTo>
                    <a:pt x="1" y="212"/>
                    <a:pt x="46" y="303"/>
                    <a:pt x="138" y="326"/>
                  </a:cubicBezTo>
                  <a:cubicBezTo>
                    <a:pt x="153" y="330"/>
                    <a:pt x="169" y="331"/>
                    <a:pt x="184" y="331"/>
                  </a:cubicBezTo>
                  <a:cubicBezTo>
                    <a:pt x="258" y="331"/>
                    <a:pt x="324" y="287"/>
                    <a:pt x="343" y="212"/>
                  </a:cubicBezTo>
                  <a:cubicBezTo>
                    <a:pt x="366" y="120"/>
                    <a:pt x="320" y="29"/>
                    <a:pt x="229" y="6"/>
                  </a:cubicBezTo>
                  <a:cubicBezTo>
                    <a:pt x="213" y="2"/>
                    <a:pt x="198"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9"/>
            <p:cNvSpPr/>
            <p:nvPr/>
          </p:nvSpPr>
          <p:spPr>
            <a:xfrm>
              <a:off x="6293100" y="1722675"/>
              <a:ext cx="10850" cy="9950"/>
            </a:xfrm>
            <a:custGeom>
              <a:avLst/>
              <a:gdLst/>
              <a:ahLst/>
              <a:cxnLst/>
              <a:rect l="l" t="t" r="r" b="b"/>
              <a:pathLst>
                <a:path w="434" h="398" extrusionOk="0">
                  <a:moveTo>
                    <a:pt x="215" y="1"/>
                  </a:moveTo>
                  <a:cubicBezTo>
                    <a:pt x="132" y="1"/>
                    <a:pt x="43" y="65"/>
                    <a:pt x="23" y="165"/>
                  </a:cubicBezTo>
                  <a:cubicBezTo>
                    <a:pt x="0" y="256"/>
                    <a:pt x="69" y="370"/>
                    <a:pt x="160" y="393"/>
                  </a:cubicBezTo>
                  <a:cubicBezTo>
                    <a:pt x="175" y="396"/>
                    <a:pt x="190" y="397"/>
                    <a:pt x="204" y="397"/>
                  </a:cubicBezTo>
                  <a:cubicBezTo>
                    <a:pt x="297" y="397"/>
                    <a:pt x="372" y="335"/>
                    <a:pt x="411" y="256"/>
                  </a:cubicBezTo>
                  <a:cubicBezTo>
                    <a:pt x="434" y="142"/>
                    <a:pt x="366" y="51"/>
                    <a:pt x="251"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9"/>
            <p:cNvSpPr/>
            <p:nvPr/>
          </p:nvSpPr>
          <p:spPr>
            <a:xfrm>
              <a:off x="6088250" y="1740375"/>
              <a:ext cx="8000" cy="5250"/>
            </a:xfrm>
            <a:custGeom>
              <a:avLst/>
              <a:gdLst/>
              <a:ahLst/>
              <a:cxnLst/>
              <a:rect l="l" t="t" r="r" b="b"/>
              <a:pathLst>
                <a:path w="320" h="210" extrusionOk="0">
                  <a:moveTo>
                    <a:pt x="154" y="0"/>
                  </a:moveTo>
                  <a:cubicBezTo>
                    <a:pt x="91" y="0"/>
                    <a:pt x="20" y="59"/>
                    <a:pt x="0" y="119"/>
                  </a:cubicBezTo>
                  <a:lnTo>
                    <a:pt x="297" y="210"/>
                  </a:lnTo>
                  <a:cubicBezTo>
                    <a:pt x="320" y="119"/>
                    <a:pt x="274" y="27"/>
                    <a:pt x="183" y="5"/>
                  </a:cubicBezTo>
                  <a:cubicBezTo>
                    <a:pt x="173" y="1"/>
                    <a:pt x="164" y="0"/>
                    <a:pt x="15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9"/>
            <p:cNvSpPr/>
            <p:nvPr/>
          </p:nvSpPr>
          <p:spPr>
            <a:xfrm>
              <a:off x="6464850" y="1732350"/>
              <a:ext cx="8600" cy="7725"/>
            </a:xfrm>
            <a:custGeom>
              <a:avLst/>
              <a:gdLst/>
              <a:ahLst/>
              <a:cxnLst/>
              <a:rect l="l" t="t" r="r" b="b"/>
              <a:pathLst>
                <a:path w="344" h="309" extrusionOk="0">
                  <a:moveTo>
                    <a:pt x="161" y="0"/>
                  </a:moveTo>
                  <a:cubicBezTo>
                    <a:pt x="93" y="0"/>
                    <a:pt x="42" y="44"/>
                    <a:pt x="24" y="120"/>
                  </a:cubicBezTo>
                  <a:cubicBezTo>
                    <a:pt x="1" y="189"/>
                    <a:pt x="46" y="280"/>
                    <a:pt x="138" y="303"/>
                  </a:cubicBezTo>
                  <a:cubicBezTo>
                    <a:pt x="149" y="307"/>
                    <a:pt x="162" y="309"/>
                    <a:pt x="174" y="309"/>
                  </a:cubicBezTo>
                  <a:cubicBezTo>
                    <a:pt x="235" y="309"/>
                    <a:pt x="301" y="264"/>
                    <a:pt x="320" y="189"/>
                  </a:cubicBezTo>
                  <a:cubicBezTo>
                    <a:pt x="343" y="120"/>
                    <a:pt x="297"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9"/>
            <p:cNvSpPr/>
            <p:nvPr/>
          </p:nvSpPr>
          <p:spPr>
            <a:xfrm>
              <a:off x="6499675" y="1826075"/>
              <a:ext cx="6850" cy="6450"/>
            </a:xfrm>
            <a:custGeom>
              <a:avLst/>
              <a:gdLst/>
              <a:ahLst/>
              <a:cxnLst/>
              <a:rect l="l" t="t" r="r" b="b"/>
              <a:pathLst>
                <a:path w="274" h="258" extrusionOk="0">
                  <a:moveTo>
                    <a:pt x="183" y="0"/>
                  </a:moveTo>
                  <a:cubicBezTo>
                    <a:pt x="114" y="0"/>
                    <a:pt x="46" y="23"/>
                    <a:pt x="23" y="92"/>
                  </a:cubicBezTo>
                  <a:cubicBezTo>
                    <a:pt x="0" y="160"/>
                    <a:pt x="46" y="229"/>
                    <a:pt x="114" y="251"/>
                  </a:cubicBezTo>
                  <a:cubicBezTo>
                    <a:pt x="126" y="255"/>
                    <a:pt x="138" y="257"/>
                    <a:pt x="150" y="257"/>
                  </a:cubicBezTo>
                  <a:cubicBezTo>
                    <a:pt x="206" y="257"/>
                    <a:pt x="255" y="216"/>
                    <a:pt x="274" y="160"/>
                  </a:cubicBezTo>
                  <a:cubicBezTo>
                    <a:pt x="274" y="92"/>
                    <a:pt x="251"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9"/>
            <p:cNvSpPr/>
            <p:nvPr/>
          </p:nvSpPr>
          <p:spPr>
            <a:xfrm>
              <a:off x="6579550" y="1850050"/>
              <a:ext cx="5175" cy="3425"/>
            </a:xfrm>
            <a:custGeom>
              <a:avLst/>
              <a:gdLst/>
              <a:ahLst/>
              <a:cxnLst/>
              <a:rect l="l" t="t" r="r" b="b"/>
              <a:pathLst>
                <a:path w="207" h="137" extrusionOk="0">
                  <a:moveTo>
                    <a:pt x="115" y="0"/>
                  </a:moveTo>
                  <a:cubicBezTo>
                    <a:pt x="69" y="0"/>
                    <a:pt x="1" y="23"/>
                    <a:pt x="1" y="91"/>
                  </a:cubicBezTo>
                  <a:lnTo>
                    <a:pt x="206" y="137"/>
                  </a:lnTo>
                  <a:cubicBezTo>
                    <a:pt x="206" y="68"/>
                    <a:pt x="183" y="23"/>
                    <a:pt x="1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9"/>
            <p:cNvSpPr/>
            <p:nvPr/>
          </p:nvSpPr>
          <p:spPr>
            <a:xfrm>
              <a:off x="6827775" y="1494950"/>
              <a:ext cx="8025" cy="7175"/>
            </a:xfrm>
            <a:custGeom>
              <a:avLst/>
              <a:gdLst/>
              <a:ahLst/>
              <a:cxnLst/>
              <a:rect l="l" t="t" r="r" b="b"/>
              <a:pathLst>
                <a:path w="321" h="287" extrusionOk="0">
                  <a:moveTo>
                    <a:pt x="161" y="1"/>
                  </a:moveTo>
                  <a:cubicBezTo>
                    <a:pt x="93" y="1"/>
                    <a:pt x="42" y="45"/>
                    <a:pt x="23" y="121"/>
                  </a:cubicBezTo>
                  <a:cubicBezTo>
                    <a:pt x="1" y="189"/>
                    <a:pt x="46" y="281"/>
                    <a:pt x="115" y="281"/>
                  </a:cubicBezTo>
                  <a:cubicBezTo>
                    <a:pt x="131" y="285"/>
                    <a:pt x="146" y="287"/>
                    <a:pt x="161" y="287"/>
                  </a:cubicBezTo>
                  <a:cubicBezTo>
                    <a:pt x="229" y="287"/>
                    <a:pt x="279" y="246"/>
                    <a:pt x="297" y="189"/>
                  </a:cubicBezTo>
                  <a:cubicBezTo>
                    <a:pt x="320" y="98"/>
                    <a:pt x="275"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9"/>
            <p:cNvSpPr/>
            <p:nvPr/>
          </p:nvSpPr>
          <p:spPr>
            <a:xfrm>
              <a:off x="6799250" y="1736375"/>
              <a:ext cx="10300" cy="9375"/>
            </a:xfrm>
            <a:custGeom>
              <a:avLst/>
              <a:gdLst/>
              <a:ahLst/>
              <a:cxnLst/>
              <a:rect l="l" t="t" r="r" b="b"/>
              <a:pathLst>
                <a:path w="412" h="375" extrusionOk="0">
                  <a:moveTo>
                    <a:pt x="215" y="0"/>
                  </a:moveTo>
                  <a:cubicBezTo>
                    <a:pt x="132" y="0"/>
                    <a:pt x="43" y="62"/>
                    <a:pt x="23" y="142"/>
                  </a:cubicBezTo>
                  <a:cubicBezTo>
                    <a:pt x="0" y="233"/>
                    <a:pt x="69" y="347"/>
                    <a:pt x="160" y="370"/>
                  </a:cubicBezTo>
                  <a:cubicBezTo>
                    <a:pt x="172" y="373"/>
                    <a:pt x="185" y="374"/>
                    <a:pt x="197" y="374"/>
                  </a:cubicBezTo>
                  <a:cubicBezTo>
                    <a:pt x="280" y="374"/>
                    <a:pt x="369" y="312"/>
                    <a:pt x="388" y="233"/>
                  </a:cubicBezTo>
                  <a:cubicBezTo>
                    <a:pt x="411" y="142"/>
                    <a:pt x="343" y="28"/>
                    <a:pt x="251" y="5"/>
                  </a:cubicBezTo>
                  <a:cubicBezTo>
                    <a:pt x="239" y="2"/>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9"/>
            <p:cNvSpPr/>
            <p:nvPr/>
          </p:nvSpPr>
          <p:spPr>
            <a:xfrm>
              <a:off x="6263425" y="1662725"/>
              <a:ext cx="8000" cy="7175"/>
            </a:xfrm>
            <a:custGeom>
              <a:avLst/>
              <a:gdLst/>
              <a:ahLst/>
              <a:cxnLst/>
              <a:rect l="l" t="t" r="r" b="b"/>
              <a:pathLst>
                <a:path w="320" h="287" extrusionOk="0">
                  <a:moveTo>
                    <a:pt x="169" y="1"/>
                  </a:moveTo>
                  <a:cubicBezTo>
                    <a:pt x="108" y="1"/>
                    <a:pt x="42" y="45"/>
                    <a:pt x="23" y="120"/>
                  </a:cubicBezTo>
                  <a:cubicBezTo>
                    <a:pt x="0" y="189"/>
                    <a:pt x="46" y="280"/>
                    <a:pt x="137" y="280"/>
                  </a:cubicBezTo>
                  <a:cubicBezTo>
                    <a:pt x="149" y="284"/>
                    <a:pt x="162" y="286"/>
                    <a:pt x="173" y="286"/>
                  </a:cubicBezTo>
                  <a:cubicBezTo>
                    <a:pt x="229" y="286"/>
                    <a:pt x="278" y="245"/>
                    <a:pt x="297" y="189"/>
                  </a:cubicBezTo>
                  <a:cubicBezTo>
                    <a:pt x="320" y="120"/>
                    <a:pt x="274"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9"/>
            <p:cNvSpPr/>
            <p:nvPr/>
          </p:nvSpPr>
          <p:spPr>
            <a:xfrm>
              <a:off x="6410075" y="1448200"/>
              <a:ext cx="9725" cy="8850"/>
            </a:xfrm>
            <a:custGeom>
              <a:avLst/>
              <a:gdLst/>
              <a:ahLst/>
              <a:cxnLst/>
              <a:rect l="l" t="t" r="r" b="b"/>
              <a:pathLst>
                <a:path w="389" h="354" extrusionOk="0">
                  <a:moveTo>
                    <a:pt x="193" y="1"/>
                  </a:moveTo>
                  <a:cubicBezTo>
                    <a:pt x="115" y="1"/>
                    <a:pt x="43" y="63"/>
                    <a:pt x="23" y="142"/>
                  </a:cubicBezTo>
                  <a:cubicBezTo>
                    <a:pt x="1" y="233"/>
                    <a:pt x="46" y="325"/>
                    <a:pt x="137" y="347"/>
                  </a:cubicBezTo>
                  <a:cubicBezTo>
                    <a:pt x="153" y="351"/>
                    <a:pt x="169" y="353"/>
                    <a:pt x="186" y="353"/>
                  </a:cubicBezTo>
                  <a:cubicBezTo>
                    <a:pt x="265" y="353"/>
                    <a:pt x="347" y="309"/>
                    <a:pt x="366" y="233"/>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9"/>
            <p:cNvSpPr/>
            <p:nvPr/>
          </p:nvSpPr>
          <p:spPr>
            <a:xfrm>
              <a:off x="6130475" y="1591750"/>
              <a:ext cx="10850" cy="9650"/>
            </a:xfrm>
            <a:custGeom>
              <a:avLst/>
              <a:gdLst/>
              <a:ahLst/>
              <a:cxnLst/>
              <a:rect l="l" t="t" r="r" b="b"/>
              <a:pathLst>
                <a:path w="434" h="386" extrusionOk="0">
                  <a:moveTo>
                    <a:pt x="191" y="1"/>
                  </a:moveTo>
                  <a:cubicBezTo>
                    <a:pt x="115" y="1"/>
                    <a:pt x="41" y="62"/>
                    <a:pt x="23" y="152"/>
                  </a:cubicBezTo>
                  <a:cubicBezTo>
                    <a:pt x="0" y="243"/>
                    <a:pt x="46" y="357"/>
                    <a:pt x="160" y="380"/>
                  </a:cubicBezTo>
                  <a:cubicBezTo>
                    <a:pt x="179" y="384"/>
                    <a:pt x="197" y="386"/>
                    <a:pt x="215" y="386"/>
                  </a:cubicBezTo>
                  <a:cubicBezTo>
                    <a:pt x="303" y="386"/>
                    <a:pt x="369" y="338"/>
                    <a:pt x="388" y="243"/>
                  </a:cubicBezTo>
                  <a:cubicBezTo>
                    <a:pt x="434" y="129"/>
                    <a:pt x="365" y="38"/>
                    <a:pt x="251" y="15"/>
                  </a:cubicBezTo>
                  <a:cubicBezTo>
                    <a:pt x="232" y="5"/>
                    <a:pt x="211" y="1"/>
                    <a:pt x="19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9"/>
            <p:cNvSpPr/>
            <p:nvPr/>
          </p:nvSpPr>
          <p:spPr>
            <a:xfrm>
              <a:off x="6660025" y="1722075"/>
              <a:ext cx="7425" cy="6600"/>
            </a:xfrm>
            <a:custGeom>
              <a:avLst/>
              <a:gdLst/>
              <a:ahLst/>
              <a:cxnLst/>
              <a:rect l="l" t="t" r="r" b="b"/>
              <a:pathLst>
                <a:path w="297" h="264" extrusionOk="0">
                  <a:moveTo>
                    <a:pt x="146" y="0"/>
                  </a:moveTo>
                  <a:cubicBezTo>
                    <a:pt x="91" y="0"/>
                    <a:pt x="42" y="41"/>
                    <a:pt x="23" y="97"/>
                  </a:cubicBezTo>
                  <a:cubicBezTo>
                    <a:pt x="0" y="189"/>
                    <a:pt x="46" y="257"/>
                    <a:pt x="114" y="257"/>
                  </a:cubicBezTo>
                  <a:cubicBezTo>
                    <a:pt x="126" y="261"/>
                    <a:pt x="138" y="263"/>
                    <a:pt x="150" y="263"/>
                  </a:cubicBezTo>
                  <a:cubicBezTo>
                    <a:pt x="205" y="263"/>
                    <a:pt x="255" y="222"/>
                    <a:pt x="274" y="166"/>
                  </a:cubicBezTo>
                  <a:cubicBezTo>
                    <a:pt x="297" y="97"/>
                    <a:pt x="251" y="29"/>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9"/>
            <p:cNvSpPr/>
            <p:nvPr/>
          </p:nvSpPr>
          <p:spPr>
            <a:xfrm>
              <a:off x="6325625" y="1467000"/>
              <a:ext cx="7450" cy="6600"/>
            </a:xfrm>
            <a:custGeom>
              <a:avLst/>
              <a:gdLst/>
              <a:ahLst/>
              <a:cxnLst/>
              <a:rect l="l" t="t" r="r" b="b"/>
              <a:pathLst>
                <a:path w="298" h="264" extrusionOk="0">
                  <a:moveTo>
                    <a:pt x="147" y="0"/>
                  </a:moveTo>
                  <a:cubicBezTo>
                    <a:pt x="92" y="0"/>
                    <a:pt x="42" y="41"/>
                    <a:pt x="23" y="98"/>
                  </a:cubicBezTo>
                  <a:cubicBezTo>
                    <a:pt x="0" y="166"/>
                    <a:pt x="46" y="235"/>
                    <a:pt x="114" y="257"/>
                  </a:cubicBezTo>
                  <a:cubicBezTo>
                    <a:pt x="127" y="261"/>
                    <a:pt x="139" y="263"/>
                    <a:pt x="151" y="263"/>
                  </a:cubicBezTo>
                  <a:cubicBezTo>
                    <a:pt x="206" y="263"/>
                    <a:pt x="255" y="222"/>
                    <a:pt x="274" y="166"/>
                  </a:cubicBezTo>
                  <a:cubicBezTo>
                    <a:pt x="297" y="98"/>
                    <a:pt x="251"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9"/>
            <p:cNvSpPr/>
            <p:nvPr/>
          </p:nvSpPr>
          <p:spPr>
            <a:xfrm>
              <a:off x="6745600" y="1784300"/>
              <a:ext cx="10300" cy="9375"/>
            </a:xfrm>
            <a:custGeom>
              <a:avLst/>
              <a:gdLst/>
              <a:ahLst/>
              <a:cxnLst/>
              <a:rect l="l" t="t" r="r" b="b"/>
              <a:pathLst>
                <a:path w="412" h="375" extrusionOk="0">
                  <a:moveTo>
                    <a:pt x="215" y="1"/>
                  </a:moveTo>
                  <a:cubicBezTo>
                    <a:pt x="132" y="1"/>
                    <a:pt x="43" y="63"/>
                    <a:pt x="24" y="142"/>
                  </a:cubicBezTo>
                  <a:cubicBezTo>
                    <a:pt x="1" y="233"/>
                    <a:pt x="69" y="347"/>
                    <a:pt x="161" y="370"/>
                  </a:cubicBezTo>
                  <a:cubicBezTo>
                    <a:pt x="173" y="373"/>
                    <a:pt x="185" y="375"/>
                    <a:pt x="198" y="375"/>
                  </a:cubicBezTo>
                  <a:cubicBezTo>
                    <a:pt x="280" y="375"/>
                    <a:pt x="369" y="313"/>
                    <a:pt x="389" y="233"/>
                  </a:cubicBezTo>
                  <a:cubicBezTo>
                    <a:pt x="412" y="142"/>
                    <a:pt x="343" y="51"/>
                    <a:pt x="252"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9"/>
            <p:cNvSpPr/>
            <p:nvPr/>
          </p:nvSpPr>
          <p:spPr>
            <a:xfrm>
              <a:off x="6322775" y="959125"/>
              <a:ext cx="7425" cy="6600"/>
            </a:xfrm>
            <a:custGeom>
              <a:avLst/>
              <a:gdLst/>
              <a:ahLst/>
              <a:cxnLst/>
              <a:rect l="l" t="t" r="r" b="b"/>
              <a:pathLst>
                <a:path w="297" h="264" extrusionOk="0">
                  <a:moveTo>
                    <a:pt x="147" y="1"/>
                  </a:moveTo>
                  <a:cubicBezTo>
                    <a:pt x="92" y="1"/>
                    <a:pt x="42" y="42"/>
                    <a:pt x="23" y="98"/>
                  </a:cubicBezTo>
                  <a:cubicBezTo>
                    <a:pt x="0" y="167"/>
                    <a:pt x="46" y="258"/>
                    <a:pt x="114" y="258"/>
                  </a:cubicBezTo>
                  <a:cubicBezTo>
                    <a:pt x="126" y="262"/>
                    <a:pt x="139" y="264"/>
                    <a:pt x="150"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9"/>
            <p:cNvSpPr/>
            <p:nvPr/>
          </p:nvSpPr>
          <p:spPr>
            <a:xfrm>
              <a:off x="6056850" y="1658150"/>
              <a:ext cx="6300" cy="5525"/>
            </a:xfrm>
            <a:custGeom>
              <a:avLst/>
              <a:gdLst/>
              <a:ahLst/>
              <a:cxnLst/>
              <a:rect l="l" t="t" r="r" b="b"/>
              <a:pathLst>
                <a:path w="252" h="221" extrusionOk="0">
                  <a:moveTo>
                    <a:pt x="125" y="1"/>
                  </a:moveTo>
                  <a:cubicBezTo>
                    <a:pt x="76" y="1"/>
                    <a:pt x="42" y="38"/>
                    <a:pt x="23" y="75"/>
                  </a:cubicBezTo>
                  <a:cubicBezTo>
                    <a:pt x="1" y="144"/>
                    <a:pt x="46" y="212"/>
                    <a:pt x="92" y="212"/>
                  </a:cubicBezTo>
                  <a:cubicBezTo>
                    <a:pt x="109" y="218"/>
                    <a:pt x="126" y="221"/>
                    <a:pt x="143" y="221"/>
                  </a:cubicBezTo>
                  <a:cubicBezTo>
                    <a:pt x="192" y="221"/>
                    <a:pt x="235" y="195"/>
                    <a:pt x="252" y="144"/>
                  </a:cubicBezTo>
                  <a:cubicBezTo>
                    <a:pt x="252" y="75"/>
                    <a:pt x="229" y="7"/>
                    <a:pt x="160" y="7"/>
                  </a:cubicBezTo>
                  <a:cubicBezTo>
                    <a:pt x="148" y="3"/>
                    <a:pt x="136" y="1"/>
                    <a:pt x="12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9"/>
            <p:cNvSpPr/>
            <p:nvPr/>
          </p:nvSpPr>
          <p:spPr>
            <a:xfrm>
              <a:off x="5737300" y="1340875"/>
              <a:ext cx="6300" cy="5525"/>
            </a:xfrm>
            <a:custGeom>
              <a:avLst/>
              <a:gdLst/>
              <a:ahLst/>
              <a:cxnLst/>
              <a:rect l="l" t="t" r="r" b="b"/>
              <a:pathLst>
                <a:path w="252" h="221" extrusionOk="0">
                  <a:moveTo>
                    <a:pt x="123" y="1"/>
                  </a:moveTo>
                  <a:cubicBezTo>
                    <a:pt x="69" y="1"/>
                    <a:pt x="23" y="38"/>
                    <a:pt x="23" y="75"/>
                  </a:cubicBezTo>
                  <a:cubicBezTo>
                    <a:pt x="0" y="144"/>
                    <a:pt x="46" y="212"/>
                    <a:pt x="92" y="212"/>
                  </a:cubicBezTo>
                  <a:cubicBezTo>
                    <a:pt x="109" y="218"/>
                    <a:pt x="126" y="221"/>
                    <a:pt x="142" y="221"/>
                  </a:cubicBezTo>
                  <a:cubicBezTo>
                    <a:pt x="190" y="221"/>
                    <a:pt x="229" y="195"/>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9"/>
            <p:cNvSpPr/>
            <p:nvPr/>
          </p:nvSpPr>
          <p:spPr>
            <a:xfrm>
              <a:off x="5794375" y="1638200"/>
              <a:ext cx="8000" cy="7150"/>
            </a:xfrm>
            <a:custGeom>
              <a:avLst/>
              <a:gdLst/>
              <a:ahLst/>
              <a:cxnLst/>
              <a:rect l="l" t="t" r="r" b="b"/>
              <a:pathLst>
                <a:path w="320" h="286" extrusionOk="0">
                  <a:moveTo>
                    <a:pt x="146" y="0"/>
                  </a:moveTo>
                  <a:cubicBezTo>
                    <a:pt x="85" y="0"/>
                    <a:pt x="23" y="44"/>
                    <a:pt x="23" y="120"/>
                  </a:cubicBezTo>
                  <a:cubicBezTo>
                    <a:pt x="0" y="188"/>
                    <a:pt x="46" y="257"/>
                    <a:pt x="114" y="280"/>
                  </a:cubicBezTo>
                  <a:cubicBezTo>
                    <a:pt x="126" y="284"/>
                    <a:pt x="139" y="286"/>
                    <a:pt x="152" y="286"/>
                  </a:cubicBezTo>
                  <a:cubicBezTo>
                    <a:pt x="213" y="286"/>
                    <a:pt x="278" y="245"/>
                    <a:pt x="297" y="188"/>
                  </a:cubicBezTo>
                  <a:cubicBezTo>
                    <a:pt x="320" y="97"/>
                    <a:pt x="274" y="29"/>
                    <a:pt x="183" y="6"/>
                  </a:cubicBezTo>
                  <a:cubicBezTo>
                    <a:pt x="171"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9"/>
            <p:cNvSpPr/>
            <p:nvPr/>
          </p:nvSpPr>
          <p:spPr>
            <a:xfrm>
              <a:off x="5722475" y="1634200"/>
              <a:ext cx="6850" cy="6025"/>
            </a:xfrm>
            <a:custGeom>
              <a:avLst/>
              <a:gdLst/>
              <a:ahLst/>
              <a:cxnLst/>
              <a:rect l="l" t="t" r="r" b="b"/>
              <a:pathLst>
                <a:path w="274" h="241" extrusionOk="0">
                  <a:moveTo>
                    <a:pt x="126" y="0"/>
                  </a:moveTo>
                  <a:cubicBezTo>
                    <a:pt x="76" y="0"/>
                    <a:pt x="42" y="41"/>
                    <a:pt x="23" y="97"/>
                  </a:cubicBezTo>
                  <a:cubicBezTo>
                    <a:pt x="0" y="143"/>
                    <a:pt x="46" y="211"/>
                    <a:pt x="114" y="234"/>
                  </a:cubicBezTo>
                  <a:cubicBezTo>
                    <a:pt x="122" y="238"/>
                    <a:pt x="131" y="240"/>
                    <a:pt x="140" y="240"/>
                  </a:cubicBezTo>
                  <a:cubicBezTo>
                    <a:pt x="183" y="240"/>
                    <a:pt x="232" y="199"/>
                    <a:pt x="251" y="143"/>
                  </a:cubicBezTo>
                  <a:cubicBezTo>
                    <a:pt x="274" y="75"/>
                    <a:pt x="228" y="29"/>
                    <a:pt x="160" y="6"/>
                  </a:cubicBezTo>
                  <a:cubicBezTo>
                    <a:pt x="148" y="2"/>
                    <a:pt x="136" y="0"/>
                    <a:pt x="12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9"/>
            <p:cNvSpPr/>
            <p:nvPr/>
          </p:nvSpPr>
          <p:spPr>
            <a:xfrm>
              <a:off x="5786375" y="1570850"/>
              <a:ext cx="9150" cy="8300"/>
            </a:xfrm>
            <a:custGeom>
              <a:avLst/>
              <a:gdLst/>
              <a:ahLst/>
              <a:cxnLst/>
              <a:rect l="l" t="t" r="r" b="b"/>
              <a:pathLst>
                <a:path w="366" h="332"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9"/>
            <p:cNvSpPr/>
            <p:nvPr/>
          </p:nvSpPr>
          <p:spPr>
            <a:xfrm>
              <a:off x="5453125" y="1403075"/>
              <a:ext cx="6875" cy="6050"/>
            </a:xfrm>
            <a:custGeom>
              <a:avLst/>
              <a:gdLst/>
              <a:ahLst/>
              <a:cxnLst/>
              <a:rect l="l" t="t" r="r" b="b"/>
              <a:pathLst>
                <a:path w="275" h="242" extrusionOk="0">
                  <a:moveTo>
                    <a:pt x="124" y="1"/>
                  </a:moveTo>
                  <a:cubicBezTo>
                    <a:pt x="70" y="1"/>
                    <a:pt x="23" y="42"/>
                    <a:pt x="23" y="98"/>
                  </a:cubicBezTo>
                  <a:cubicBezTo>
                    <a:pt x="0" y="167"/>
                    <a:pt x="46" y="235"/>
                    <a:pt x="92" y="235"/>
                  </a:cubicBezTo>
                  <a:cubicBezTo>
                    <a:pt x="104" y="239"/>
                    <a:pt x="116" y="241"/>
                    <a:pt x="128" y="241"/>
                  </a:cubicBezTo>
                  <a:cubicBezTo>
                    <a:pt x="183" y="241"/>
                    <a:pt x="233" y="200"/>
                    <a:pt x="252" y="144"/>
                  </a:cubicBezTo>
                  <a:cubicBezTo>
                    <a:pt x="274" y="98"/>
                    <a:pt x="229" y="30"/>
                    <a:pt x="160" y="7"/>
                  </a:cubicBezTo>
                  <a:cubicBezTo>
                    <a:pt x="148" y="3"/>
                    <a:pt x="136" y="1"/>
                    <a:pt x="12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9"/>
            <p:cNvSpPr/>
            <p:nvPr/>
          </p:nvSpPr>
          <p:spPr>
            <a:xfrm>
              <a:off x="5689925" y="1594850"/>
              <a:ext cx="10300" cy="9075"/>
            </a:xfrm>
            <a:custGeom>
              <a:avLst/>
              <a:gdLst/>
              <a:ahLst/>
              <a:cxnLst/>
              <a:rect l="l" t="t" r="r" b="b"/>
              <a:pathLst>
                <a:path w="412" h="363" extrusionOk="0">
                  <a:moveTo>
                    <a:pt x="216" y="1"/>
                  </a:moveTo>
                  <a:cubicBezTo>
                    <a:pt x="138" y="1"/>
                    <a:pt x="66" y="63"/>
                    <a:pt x="47" y="142"/>
                  </a:cubicBezTo>
                  <a:cubicBezTo>
                    <a:pt x="1" y="233"/>
                    <a:pt x="69" y="325"/>
                    <a:pt x="161" y="347"/>
                  </a:cubicBezTo>
                  <a:cubicBezTo>
                    <a:pt x="181" y="358"/>
                    <a:pt x="202" y="362"/>
                    <a:pt x="223" y="362"/>
                  </a:cubicBezTo>
                  <a:cubicBezTo>
                    <a:pt x="298" y="362"/>
                    <a:pt x="371" y="305"/>
                    <a:pt x="389" y="233"/>
                  </a:cubicBezTo>
                  <a:cubicBezTo>
                    <a:pt x="412" y="142"/>
                    <a:pt x="343" y="28"/>
                    <a:pt x="252" y="5"/>
                  </a:cubicBezTo>
                  <a:cubicBezTo>
                    <a:pt x="240" y="2"/>
                    <a:pt x="228" y="1"/>
                    <a:pt x="21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9"/>
            <p:cNvSpPr/>
            <p:nvPr/>
          </p:nvSpPr>
          <p:spPr>
            <a:xfrm>
              <a:off x="5938150" y="1702675"/>
              <a:ext cx="8600" cy="4725"/>
            </a:xfrm>
            <a:custGeom>
              <a:avLst/>
              <a:gdLst/>
              <a:ahLst/>
              <a:cxnLst/>
              <a:rect l="l" t="t" r="r" b="b"/>
              <a:pathLst>
                <a:path w="344" h="189" extrusionOk="0">
                  <a:moveTo>
                    <a:pt x="160" y="0"/>
                  </a:moveTo>
                  <a:cubicBezTo>
                    <a:pt x="86" y="0"/>
                    <a:pt x="20" y="45"/>
                    <a:pt x="1" y="120"/>
                  </a:cubicBezTo>
                  <a:lnTo>
                    <a:pt x="321" y="189"/>
                  </a:lnTo>
                  <a:cubicBezTo>
                    <a:pt x="343" y="120"/>
                    <a:pt x="275"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9"/>
            <p:cNvSpPr/>
            <p:nvPr/>
          </p:nvSpPr>
          <p:spPr>
            <a:xfrm>
              <a:off x="5751575" y="1442450"/>
              <a:ext cx="6850" cy="5900"/>
            </a:xfrm>
            <a:custGeom>
              <a:avLst/>
              <a:gdLst/>
              <a:ahLst/>
              <a:cxnLst/>
              <a:rect l="l" t="t" r="r" b="b"/>
              <a:pathLst>
                <a:path w="274" h="236" extrusionOk="0">
                  <a:moveTo>
                    <a:pt x="134" y="1"/>
                  </a:moveTo>
                  <a:cubicBezTo>
                    <a:pt x="91" y="1"/>
                    <a:pt x="42" y="42"/>
                    <a:pt x="23" y="98"/>
                  </a:cubicBezTo>
                  <a:cubicBezTo>
                    <a:pt x="0" y="144"/>
                    <a:pt x="46" y="212"/>
                    <a:pt x="114" y="235"/>
                  </a:cubicBezTo>
                  <a:cubicBezTo>
                    <a:pt x="183" y="235"/>
                    <a:pt x="228" y="212"/>
                    <a:pt x="251" y="144"/>
                  </a:cubicBezTo>
                  <a:cubicBezTo>
                    <a:pt x="274" y="75"/>
                    <a:pt x="228" y="30"/>
                    <a:pt x="160"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9"/>
            <p:cNvSpPr/>
            <p:nvPr/>
          </p:nvSpPr>
          <p:spPr>
            <a:xfrm>
              <a:off x="5511900" y="1395100"/>
              <a:ext cx="8025" cy="7175"/>
            </a:xfrm>
            <a:custGeom>
              <a:avLst/>
              <a:gdLst/>
              <a:ahLst/>
              <a:cxnLst/>
              <a:rect l="l" t="t" r="r" b="b"/>
              <a:pathLst>
                <a:path w="321" h="287" extrusionOk="0">
                  <a:moveTo>
                    <a:pt x="161" y="0"/>
                  </a:moveTo>
                  <a:cubicBezTo>
                    <a:pt x="92" y="0"/>
                    <a:pt x="42" y="45"/>
                    <a:pt x="23" y="120"/>
                  </a:cubicBezTo>
                  <a:cubicBezTo>
                    <a:pt x="0" y="189"/>
                    <a:pt x="46" y="280"/>
                    <a:pt x="115" y="280"/>
                  </a:cubicBezTo>
                  <a:cubicBezTo>
                    <a:pt x="131" y="284"/>
                    <a:pt x="146" y="286"/>
                    <a:pt x="161" y="286"/>
                  </a:cubicBezTo>
                  <a:cubicBezTo>
                    <a:pt x="229" y="286"/>
                    <a:pt x="278" y="245"/>
                    <a:pt x="297" y="189"/>
                  </a:cubicBezTo>
                  <a:cubicBezTo>
                    <a:pt x="320" y="98"/>
                    <a:pt x="274" y="29"/>
                    <a:pt x="206" y="6"/>
                  </a:cubicBezTo>
                  <a:cubicBezTo>
                    <a:pt x="190" y="2"/>
                    <a:pt x="175"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9"/>
            <p:cNvSpPr/>
            <p:nvPr/>
          </p:nvSpPr>
          <p:spPr>
            <a:xfrm>
              <a:off x="5617475" y="1447175"/>
              <a:ext cx="6875" cy="6450"/>
            </a:xfrm>
            <a:custGeom>
              <a:avLst/>
              <a:gdLst/>
              <a:ahLst/>
              <a:cxnLst/>
              <a:rect l="l" t="t" r="r" b="b"/>
              <a:pathLst>
                <a:path w="275" h="258" extrusionOk="0">
                  <a:moveTo>
                    <a:pt x="160" y="0"/>
                  </a:moveTo>
                  <a:cubicBezTo>
                    <a:pt x="91" y="0"/>
                    <a:pt x="23" y="23"/>
                    <a:pt x="23" y="92"/>
                  </a:cubicBezTo>
                  <a:cubicBezTo>
                    <a:pt x="0" y="160"/>
                    <a:pt x="46" y="229"/>
                    <a:pt x="91" y="251"/>
                  </a:cubicBezTo>
                  <a:cubicBezTo>
                    <a:pt x="104" y="255"/>
                    <a:pt x="116" y="257"/>
                    <a:pt x="128" y="257"/>
                  </a:cubicBezTo>
                  <a:cubicBezTo>
                    <a:pt x="183" y="257"/>
                    <a:pt x="232"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9"/>
            <p:cNvSpPr/>
            <p:nvPr/>
          </p:nvSpPr>
          <p:spPr>
            <a:xfrm>
              <a:off x="5462825" y="1391825"/>
              <a:ext cx="7450" cy="7025"/>
            </a:xfrm>
            <a:custGeom>
              <a:avLst/>
              <a:gdLst/>
              <a:ahLst/>
              <a:cxnLst/>
              <a:rect l="l" t="t" r="r" b="b"/>
              <a:pathLst>
                <a:path w="298" h="281" extrusionOk="0">
                  <a:moveTo>
                    <a:pt x="183" y="0"/>
                  </a:moveTo>
                  <a:cubicBezTo>
                    <a:pt x="115" y="0"/>
                    <a:pt x="46" y="46"/>
                    <a:pt x="23" y="114"/>
                  </a:cubicBezTo>
                  <a:cubicBezTo>
                    <a:pt x="1" y="183"/>
                    <a:pt x="46" y="251"/>
                    <a:pt x="115" y="274"/>
                  </a:cubicBezTo>
                  <a:cubicBezTo>
                    <a:pt x="131" y="278"/>
                    <a:pt x="146" y="280"/>
                    <a:pt x="161" y="280"/>
                  </a:cubicBezTo>
                  <a:cubicBezTo>
                    <a:pt x="229" y="280"/>
                    <a:pt x="278" y="239"/>
                    <a:pt x="297"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9"/>
            <p:cNvSpPr/>
            <p:nvPr/>
          </p:nvSpPr>
          <p:spPr>
            <a:xfrm>
              <a:off x="6588125" y="1407075"/>
              <a:ext cx="8575" cy="7750"/>
            </a:xfrm>
            <a:custGeom>
              <a:avLst/>
              <a:gdLst/>
              <a:ahLst/>
              <a:cxnLst/>
              <a:rect l="l" t="t" r="r" b="b"/>
              <a:pathLst>
                <a:path w="343" h="310" extrusionOk="0">
                  <a:moveTo>
                    <a:pt x="161" y="1"/>
                  </a:moveTo>
                  <a:cubicBezTo>
                    <a:pt x="92" y="1"/>
                    <a:pt x="42" y="45"/>
                    <a:pt x="23" y="121"/>
                  </a:cubicBezTo>
                  <a:cubicBezTo>
                    <a:pt x="0" y="189"/>
                    <a:pt x="46" y="281"/>
                    <a:pt x="137" y="303"/>
                  </a:cubicBezTo>
                  <a:cubicBezTo>
                    <a:pt x="149" y="307"/>
                    <a:pt x="161" y="309"/>
                    <a:pt x="174" y="309"/>
                  </a:cubicBezTo>
                  <a:cubicBezTo>
                    <a:pt x="235" y="309"/>
                    <a:pt x="301" y="265"/>
                    <a:pt x="320" y="189"/>
                  </a:cubicBezTo>
                  <a:cubicBezTo>
                    <a:pt x="342" y="121"/>
                    <a:pt x="297" y="29"/>
                    <a:pt x="205"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9"/>
            <p:cNvSpPr/>
            <p:nvPr/>
          </p:nvSpPr>
          <p:spPr>
            <a:xfrm>
              <a:off x="6284525" y="990675"/>
              <a:ext cx="6325" cy="5875"/>
            </a:xfrm>
            <a:custGeom>
              <a:avLst/>
              <a:gdLst/>
              <a:ahLst/>
              <a:cxnLst/>
              <a:rect l="l" t="t" r="r" b="b"/>
              <a:pathLst>
                <a:path w="253" h="235" extrusionOk="0">
                  <a:moveTo>
                    <a:pt x="161" y="0"/>
                  </a:moveTo>
                  <a:cubicBezTo>
                    <a:pt x="92" y="0"/>
                    <a:pt x="24" y="23"/>
                    <a:pt x="24" y="91"/>
                  </a:cubicBezTo>
                  <a:cubicBezTo>
                    <a:pt x="1" y="160"/>
                    <a:pt x="47" y="228"/>
                    <a:pt x="92" y="228"/>
                  </a:cubicBezTo>
                  <a:cubicBezTo>
                    <a:pt x="105" y="233"/>
                    <a:pt x="117" y="234"/>
                    <a:pt x="130" y="234"/>
                  </a:cubicBezTo>
                  <a:cubicBezTo>
                    <a:pt x="184" y="234"/>
                    <a:pt x="233" y="197"/>
                    <a:pt x="252" y="160"/>
                  </a:cubicBezTo>
                  <a:cubicBezTo>
                    <a:pt x="252" y="91"/>
                    <a:pt x="229" y="23"/>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9"/>
            <p:cNvSpPr/>
            <p:nvPr/>
          </p:nvSpPr>
          <p:spPr>
            <a:xfrm>
              <a:off x="5481650" y="1536750"/>
              <a:ext cx="7450" cy="6450"/>
            </a:xfrm>
            <a:custGeom>
              <a:avLst/>
              <a:gdLst/>
              <a:ahLst/>
              <a:cxnLst/>
              <a:rect l="l" t="t" r="r" b="b"/>
              <a:pathLst>
                <a:path w="298" h="258" extrusionOk="0">
                  <a:moveTo>
                    <a:pt x="183" y="1"/>
                  </a:moveTo>
                  <a:cubicBezTo>
                    <a:pt x="115" y="1"/>
                    <a:pt x="46" y="24"/>
                    <a:pt x="24" y="92"/>
                  </a:cubicBezTo>
                  <a:cubicBezTo>
                    <a:pt x="1" y="161"/>
                    <a:pt x="46" y="229"/>
                    <a:pt x="115" y="252"/>
                  </a:cubicBezTo>
                  <a:cubicBezTo>
                    <a:pt x="127" y="256"/>
                    <a:pt x="139" y="258"/>
                    <a:pt x="151" y="258"/>
                  </a:cubicBezTo>
                  <a:cubicBezTo>
                    <a:pt x="206" y="258"/>
                    <a:pt x="256" y="217"/>
                    <a:pt x="275" y="161"/>
                  </a:cubicBezTo>
                  <a:cubicBezTo>
                    <a:pt x="297" y="92"/>
                    <a:pt x="252"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9"/>
            <p:cNvSpPr/>
            <p:nvPr/>
          </p:nvSpPr>
          <p:spPr>
            <a:xfrm>
              <a:off x="6421500" y="1175975"/>
              <a:ext cx="7425" cy="6600"/>
            </a:xfrm>
            <a:custGeom>
              <a:avLst/>
              <a:gdLst/>
              <a:ahLst/>
              <a:cxnLst/>
              <a:rect l="l" t="t" r="r" b="b"/>
              <a:pathLst>
                <a:path w="297" h="264" extrusionOk="0">
                  <a:moveTo>
                    <a:pt x="146" y="0"/>
                  </a:moveTo>
                  <a:cubicBezTo>
                    <a:pt x="91" y="0"/>
                    <a:pt x="42" y="41"/>
                    <a:pt x="23" y="98"/>
                  </a:cubicBezTo>
                  <a:cubicBezTo>
                    <a:pt x="0" y="166"/>
                    <a:pt x="46" y="235"/>
                    <a:pt x="114" y="257"/>
                  </a:cubicBezTo>
                  <a:cubicBezTo>
                    <a:pt x="126" y="261"/>
                    <a:pt x="139" y="263"/>
                    <a:pt x="152" y="263"/>
                  </a:cubicBezTo>
                  <a:cubicBezTo>
                    <a:pt x="212" y="263"/>
                    <a:pt x="274" y="222"/>
                    <a:pt x="274" y="166"/>
                  </a:cubicBezTo>
                  <a:cubicBezTo>
                    <a:pt x="297" y="75"/>
                    <a:pt x="251" y="6"/>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9"/>
            <p:cNvSpPr/>
            <p:nvPr/>
          </p:nvSpPr>
          <p:spPr>
            <a:xfrm>
              <a:off x="6331325" y="1109825"/>
              <a:ext cx="10875" cy="9950"/>
            </a:xfrm>
            <a:custGeom>
              <a:avLst/>
              <a:gdLst/>
              <a:ahLst/>
              <a:cxnLst/>
              <a:rect l="l" t="t" r="r" b="b"/>
              <a:pathLst>
                <a:path w="435" h="398" extrusionOk="0">
                  <a:moveTo>
                    <a:pt x="231" y="0"/>
                  </a:moveTo>
                  <a:cubicBezTo>
                    <a:pt x="138" y="0"/>
                    <a:pt x="66" y="62"/>
                    <a:pt x="46" y="142"/>
                  </a:cubicBezTo>
                  <a:cubicBezTo>
                    <a:pt x="1" y="256"/>
                    <a:pt x="69" y="347"/>
                    <a:pt x="183" y="393"/>
                  </a:cubicBezTo>
                  <a:cubicBezTo>
                    <a:pt x="195" y="396"/>
                    <a:pt x="207" y="397"/>
                    <a:pt x="219" y="397"/>
                  </a:cubicBezTo>
                  <a:cubicBezTo>
                    <a:pt x="302" y="397"/>
                    <a:pt x="392" y="332"/>
                    <a:pt x="411" y="233"/>
                  </a:cubicBezTo>
                  <a:cubicBezTo>
                    <a:pt x="434" y="142"/>
                    <a:pt x="366" y="27"/>
                    <a:pt x="275" y="5"/>
                  </a:cubicBezTo>
                  <a:cubicBezTo>
                    <a:pt x="260"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9"/>
            <p:cNvSpPr/>
            <p:nvPr/>
          </p:nvSpPr>
          <p:spPr>
            <a:xfrm>
              <a:off x="6348450" y="1087450"/>
              <a:ext cx="6300" cy="5525"/>
            </a:xfrm>
            <a:custGeom>
              <a:avLst/>
              <a:gdLst/>
              <a:ahLst/>
              <a:cxnLst/>
              <a:rect l="l" t="t" r="r" b="b"/>
              <a:pathLst>
                <a:path w="252" h="221" extrusionOk="0">
                  <a:moveTo>
                    <a:pt x="110" y="1"/>
                  </a:moveTo>
                  <a:cubicBezTo>
                    <a:pt x="62" y="1"/>
                    <a:pt x="23" y="27"/>
                    <a:pt x="23" y="78"/>
                  </a:cubicBezTo>
                  <a:cubicBezTo>
                    <a:pt x="0" y="146"/>
                    <a:pt x="46" y="215"/>
                    <a:pt x="92" y="215"/>
                  </a:cubicBezTo>
                  <a:cubicBezTo>
                    <a:pt x="104" y="219"/>
                    <a:pt x="117" y="221"/>
                    <a:pt x="129" y="221"/>
                  </a:cubicBezTo>
                  <a:cubicBezTo>
                    <a:pt x="183" y="221"/>
                    <a:pt x="229" y="184"/>
                    <a:pt x="229" y="146"/>
                  </a:cubicBezTo>
                  <a:cubicBezTo>
                    <a:pt x="251" y="78"/>
                    <a:pt x="206" y="9"/>
                    <a:pt x="160" y="9"/>
                  </a:cubicBezTo>
                  <a:cubicBezTo>
                    <a:pt x="143" y="4"/>
                    <a:pt x="126"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9"/>
            <p:cNvSpPr/>
            <p:nvPr/>
          </p:nvSpPr>
          <p:spPr>
            <a:xfrm>
              <a:off x="6868875" y="1463050"/>
              <a:ext cx="11425" cy="9975"/>
            </a:xfrm>
            <a:custGeom>
              <a:avLst/>
              <a:gdLst/>
              <a:ahLst/>
              <a:cxnLst/>
              <a:rect l="l" t="t" r="r" b="b"/>
              <a:pathLst>
                <a:path w="457" h="399" extrusionOk="0">
                  <a:moveTo>
                    <a:pt x="231" y="0"/>
                  </a:moveTo>
                  <a:cubicBezTo>
                    <a:pt x="137" y="0"/>
                    <a:pt x="66" y="65"/>
                    <a:pt x="46" y="164"/>
                  </a:cubicBezTo>
                  <a:cubicBezTo>
                    <a:pt x="0" y="256"/>
                    <a:pt x="69" y="370"/>
                    <a:pt x="183" y="393"/>
                  </a:cubicBezTo>
                  <a:cubicBezTo>
                    <a:pt x="198" y="396"/>
                    <a:pt x="214" y="398"/>
                    <a:pt x="230" y="398"/>
                  </a:cubicBezTo>
                  <a:cubicBezTo>
                    <a:pt x="309" y="398"/>
                    <a:pt x="392" y="351"/>
                    <a:pt x="411" y="256"/>
                  </a:cubicBezTo>
                  <a:cubicBezTo>
                    <a:pt x="457" y="141"/>
                    <a:pt x="388" y="50"/>
                    <a:pt x="274" y="4"/>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9"/>
            <p:cNvSpPr/>
            <p:nvPr/>
          </p:nvSpPr>
          <p:spPr>
            <a:xfrm>
              <a:off x="6204650" y="1726675"/>
              <a:ext cx="10875" cy="9375"/>
            </a:xfrm>
            <a:custGeom>
              <a:avLst/>
              <a:gdLst/>
              <a:ahLst/>
              <a:cxnLst/>
              <a:rect l="l" t="t" r="r" b="b"/>
              <a:pathLst>
                <a:path w="435" h="375" extrusionOk="0">
                  <a:moveTo>
                    <a:pt x="231" y="0"/>
                  </a:moveTo>
                  <a:cubicBezTo>
                    <a:pt x="137" y="0"/>
                    <a:pt x="66" y="62"/>
                    <a:pt x="46" y="142"/>
                  </a:cubicBezTo>
                  <a:cubicBezTo>
                    <a:pt x="0" y="233"/>
                    <a:pt x="69" y="347"/>
                    <a:pt x="160" y="370"/>
                  </a:cubicBezTo>
                  <a:cubicBezTo>
                    <a:pt x="175" y="373"/>
                    <a:pt x="190" y="374"/>
                    <a:pt x="204" y="374"/>
                  </a:cubicBezTo>
                  <a:cubicBezTo>
                    <a:pt x="297" y="374"/>
                    <a:pt x="369" y="312"/>
                    <a:pt x="388" y="233"/>
                  </a:cubicBezTo>
                  <a:cubicBezTo>
                    <a:pt x="434" y="142"/>
                    <a:pt x="366" y="28"/>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9"/>
            <p:cNvSpPr/>
            <p:nvPr/>
          </p:nvSpPr>
          <p:spPr>
            <a:xfrm>
              <a:off x="6218350" y="1478975"/>
              <a:ext cx="6300" cy="5475"/>
            </a:xfrm>
            <a:custGeom>
              <a:avLst/>
              <a:gdLst/>
              <a:ahLst/>
              <a:cxnLst/>
              <a:rect l="l" t="t" r="r" b="b"/>
              <a:pathLst>
                <a:path w="252" h="219" extrusionOk="0">
                  <a:moveTo>
                    <a:pt x="123" y="1"/>
                  </a:moveTo>
                  <a:cubicBezTo>
                    <a:pt x="69" y="1"/>
                    <a:pt x="23" y="38"/>
                    <a:pt x="23" y="75"/>
                  </a:cubicBezTo>
                  <a:cubicBezTo>
                    <a:pt x="0" y="144"/>
                    <a:pt x="46" y="212"/>
                    <a:pt x="92" y="212"/>
                  </a:cubicBezTo>
                  <a:cubicBezTo>
                    <a:pt x="104" y="216"/>
                    <a:pt x="117" y="218"/>
                    <a:pt x="129" y="218"/>
                  </a:cubicBezTo>
                  <a:cubicBezTo>
                    <a:pt x="183" y="218"/>
                    <a:pt x="228" y="181"/>
                    <a:pt x="228" y="144"/>
                  </a:cubicBezTo>
                  <a:cubicBezTo>
                    <a:pt x="251" y="75"/>
                    <a:pt x="228" y="7"/>
                    <a:pt x="160" y="7"/>
                  </a:cubicBezTo>
                  <a:cubicBezTo>
                    <a:pt x="147" y="2"/>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9"/>
            <p:cNvSpPr/>
            <p:nvPr/>
          </p:nvSpPr>
          <p:spPr>
            <a:xfrm>
              <a:off x="5850850" y="1546925"/>
              <a:ext cx="9725" cy="8825"/>
            </a:xfrm>
            <a:custGeom>
              <a:avLst/>
              <a:gdLst/>
              <a:ahLst/>
              <a:cxnLst/>
              <a:rect l="l" t="t" r="r" b="b"/>
              <a:pathLst>
                <a:path w="389" h="353" extrusionOk="0">
                  <a:moveTo>
                    <a:pt x="193" y="0"/>
                  </a:moveTo>
                  <a:cubicBezTo>
                    <a:pt x="115" y="0"/>
                    <a:pt x="43" y="62"/>
                    <a:pt x="24" y="142"/>
                  </a:cubicBezTo>
                  <a:cubicBezTo>
                    <a:pt x="1" y="233"/>
                    <a:pt x="69" y="324"/>
                    <a:pt x="160" y="347"/>
                  </a:cubicBezTo>
                  <a:cubicBezTo>
                    <a:pt x="176" y="351"/>
                    <a:pt x="191" y="353"/>
                    <a:pt x="206" y="353"/>
                  </a:cubicBezTo>
                  <a:cubicBezTo>
                    <a:pt x="280" y="353"/>
                    <a:pt x="347" y="305"/>
                    <a:pt x="366" y="210"/>
                  </a:cubicBezTo>
                  <a:cubicBezTo>
                    <a:pt x="389" y="119"/>
                    <a:pt x="343"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9"/>
            <p:cNvSpPr/>
            <p:nvPr/>
          </p:nvSpPr>
          <p:spPr>
            <a:xfrm>
              <a:off x="5838300" y="1502375"/>
              <a:ext cx="6300" cy="5300"/>
            </a:xfrm>
            <a:custGeom>
              <a:avLst/>
              <a:gdLst/>
              <a:ahLst/>
              <a:cxnLst/>
              <a:rect l="l" t="t" r="r" b="b"/>
              <a:pathLst>
                <a:path w="252" h="212" extrusionOk="0">
                  <a:moveTo>
                    <a:pt x="125" y="0"/>
                  </a:moveTo>
                  <a:cubicBezTo>
                    <a:pt x="76" y="0"/>
                    <a:pt x="42" y="38"/>
                    <a:pt x="23" y="75"/>
                  </a:cubicBezTo>
                  <a:cubicBezTo>
                    <a:pt x="1" y="143"/>
                    <a:pt x="46" y="189"/>
                    <a:pt x="92" y="212"/>
                  </a:cubicBezTo>
                  <a:cubicBezTo>
                    <a:pt x="160" y="212"/>
                    <a:pt x="206" y="189"/>
                    <a:pt x="229" y="121"/>
                  </a:cubicBezTo>
                  <a:cubicBezTo>
                    <a:pt x="252" y="75"/>
                    <a:pt x="206" y="6"/>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9"/>
            <p:cNvSpPr/>
            <p:nvPr/>
          </p:nvSpPr>
          <p:spPr>
            <a:xfrm>
              <a:off x="6180675" y="744000"/>
              <a:ext cx="7450" cy="7025"/>
            </a:xfrm>
            <a:custGeom>
              <a:avLst/>
              <a:gdLst/>
              <a:ahLst/>
              <a:cxnLst/>
              <a:rect l="l" t="t" r="r" b="b"/>
              <a:pathLst>
                <a:path w="298" h="281" extrusionOk="0">
                  <a:moveTo>
                    <a:pt x="147" y="1"/>
                  </a:moveTo>
                  <a:cubicBezTo>
                    <a:pt x="92" y="1"/>
                    <a:pt x="42" y="42"/>
                    <a:pt x="24" y="98"/>
                  </a:cubicBezTo>
                  <a:cubicBezTo>
                    <a:pt x="1" y="166"/>
                    <a:pt x="46" y="258"/>
                    <a:pt x="115" y="281"/>
                  </a:cubicBezTo>
                  <a:cubicBezTo>
                    <a:pt x="183" y="281"/>
                    <a:pt x="275" y="235"/>
                    <a:pt x="297" y="166"/>
                  </a:cubicBezTo>
                  <a:cubicBezTo>
                    <a:pt x="297" y="98"/>
                    <a:pt x="275"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9"/>
            <p:cNvSpPr/>
            <p:nvPr/>
          </p:nvSpPr>
          <p:spPr>
            <a:xfrm>
              <a:off x="6165275" y="635000"/>
              <a:ext cx="6300" cy="5900"/>
            </a:xfrm>
            <a:custGeom>
              <a:avLst/>
              <a:gdLst/>
              <a:ahLst/>
              <a:cxnLst/>
              <a:rect l="l" t="t" r="r" b="b"/>
              <a:pathLst>
                <a:path w="252" h="236" extrusionOk="0">
                  <a:moveTo>
                    <a:pt x="123" y="1"/>
                  </a:moveTo>
                  <a:cubicBezTo>
                    <a:pt x="69" y="1"/>
                    <a:pt x="23" y="38"/>
                    <a:pt x="23" y="76"/>
                  </a:cubicBezTo>
                  <a:cubicBezTo>
                    <a:pt x="0" y="144"/>
                    <a:pt x="46" y="212"/>
                    <a:pt x="92" y="235"/>
                  </a:cubicBezTo>
                  <a:cubicBezTo>
                    <a:pt x="160" y="235"/>
                    <a:pt x="229" y="212"/>
                    <a:pt x="252" y="144"/>
                  </a:cubicBezTo>
                  <a:cubicBezTo>
                    <a:pt x="252" y="76"/>
                    <a:pt x="229" y="30"/>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9"/>
            <p:cNvSpPr/>
            <p:nvPr/>
          </p:nvSpPr>
          <p:spPr>
            <a:xfrm>
              <a:off x="6252575" y="1253050"/>
              <a:ext cx="9725" cy="8800"/>
            </a:xfrm>
            <a:custGeom>
              <a:avLst/>
              <a:gdLst/>
              <a:ahLst/>
              <a:cxnLst/>
              <a:rect l="l" t="t" r="r" b="b"/>
              <a:pathLst>
                <a:path w="389" h="352" extrusionOk="0">
                  <a:moveTo>
                    <a:pt x="193" y="0"/>
                  </a:moveTo>
                  <a:cubicBezTo>
                    <a:pt x="115" y="0"/>
                    <a:pt x="43" y="62"/>
                    <a:pt x="24" y="142"/>
                  </a:cubicBezTo>
                  <a:cubicBezTo>
                    <a:pt x="1" y="233"/>
                    <a:pt x="69" y="324"/>
                    <a:pt x="161" y="347"/>
                  </a:cubicBezTo>
                  <a:cubicBezTo>
                    <a:pt x="170" y="350"/>
                    <a:pt x="179" y="352"/>
                    <a:pt x="190" y="352"/>
                  </a:cubicBezTo>
                  <a:cubicBezTo>
                    <a:pt x="257" y="352"/>
                    <a:pt x="346" y="290"/>
                    <a:pt x="366" y="210"/>
                  </a:cubicBezTo>
                  <a:cubicBezTo>
                    <a:pt x="389" y="119"/>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9"/>
            <p:cNvSpPr/>
            <p:nvPr/>
          </p:nvSpPr>
          <p:spPr>
            <a:xfrm>
              <a:off x="6334750" y="1376825"/>
              <a:ext cx="6875" cy="6450"/>
            </a:xfrm>
            <a:custGeom>
              <a:avLst/>
              <a:gdLst/>
              <a:ahLst/>
              <a:cxnLst/>
              <a:rect l="l" t="t" r="r" b="b"/>
              <a:pathLst>
                <a:path w="275" h="258" extrusionOk="0">
                  <a:moveTo>
                    <a:pt x="147" y="1"/>
                  </a:moveTo>
                  <a:cubicBezTo>
                    <a:pt x="92" y="1"/>
                    <a:pt x="42" y="42"/>
                    <a:pt x="23" y="98"/>
                  </a:cubicBezTo>
                  <a:cubicBezTo>
                    <a:pt x="1" y="167"/>
                    <a:pt x="46" y="235"/>
                    <a:pt x="115" y="258"/>
                  </a:cubicBezTo>
                  <a:cubicBezTo>
                    <a:pt x="183" y="258"/>
                    <a:pt x="252" y="235"/>
                    <a:pt x="252" y="167"/>
                  </a:cubicBezTo>
                  <a:cubicBezTo>
                    <a:pt x="274" y="98"/>
                    <a:pt x="229"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9"/>
            <p:cNvSpPr/>
            <p:nvPr/>
          </p:nvSpPr>
          <p:spPr>
            <a:xfrm>
              <a:off x="6214925" y="1197075"/>
              <a:ext cx="7425" cy="6600"/>
            </a:xfrm>
            <a:custGeom>
              <a:avLst/>
              <a:gdLst/>
              <a:ahLst/>
              <a:cxnLst/>
              <a:rect l="l" t="t" r="r" b="b"/>
              <a:pathLst>
                <a:path w="297" h="264" extrusionOk="0">
                  <a:moveTo>
                    <a:pt x="147" y="1"/>
                  </a:moveTo>
                  <a:cubicBezTo>
                    <a:pt x="92" y="1"/>
                    <a:pt x="42" y="42"/>
                    <a:pt x="23" y="98"/>
                  </a:cubicBezTo>
                  <a:cubicBezTo>
                    <a:pt x="0" y="167"/>
                    <a:pt x="46" y="235"/>
                    <a:pt x="114" y="258"/>
                  </a:cubicBezTo>
                  <a:cubicBezTo>
                    <a:pt x="127" y="262"/>
                    <a:pt x="139" y="264"/>
                    <a:pt x="151"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9"/>
            <p:cNvSpPr/>
            <p:nvPr/>
          </p:nvSpPr>
          <p:spPr>
            <a:xfrm>
              <a:off x="6338175" y="1347200"/>
              <a:ext cx="10875" cy="9950"/>
            </a:xfrm>
            <a:custGeom>
              <a:avLst/>
              <a:gdLst/>
              <a:ahLst/>
              <a:cxnLst/>
              <a:rect l="l" t="t" r="r" b="b"/>
              <a:pathLst>
                <a:path w="435" h="398" extrusionOk="0">
                  <a:moveTo>
                    <a:pt x="215" y="1"/>
                  </a:moveTo>
                  <a:cubicBezTo>
                    <a:pt x="132" y="1"/>
                    <a:pt x="43" y="65"/>
                    <a:pt x="23" y="165"/>
                  </a:cubicBezTo>
                  <a:cubicBezTo>
                    <a:pt x="1" y="256"/>
                    <a:pt x="69" y="370"/>
                    <a:pt x="160" y="393"/>
                  </a:cubicBezTo>
                  <a:cubicBezTo>
                    <a:pt x="175" y="396"/>
                    <a:pt x="190" y="397"/>
                    <a:pt x="204" y="397"/>
                  </a:cubicBezTo>
                  <a:cubicBezTo>
                    <a:pt x="298" y="397"/>
                    <a:pt x="372" y="335"/>
                    <a:pt x="411" y="256"/>
                  </a:cubicBezTo>
                  <a:cubicBezTo>
                    <a:pt x="434" y="142"/>
                    <a:pt x="366" y="51"/>
                    <a:pt x="252" y="5"/>
                  </a:cubicBezTo>
                  <a:cubicBezTo>
                    <a:pt x="240" y="2"/>
                    <a:pt x="228"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9"/>
            <p:cNvSpPr/>
            <p:nvPr/>
          </p:nvSpPr>
          <p:spPr>
            <a:xfrm>
              <a:off x="6325050" y="1316925"/>
              <a:ext cx="7450" cy="7025"/>
            </a:xfrm>
            <a:custGeom>
              <a:avLst/>
              <a:gdLst/>
              <a:ahLst/>
              <a:cxnLst/>
              <a:rect l="l" t="t" r="r" b="b"/>
              <a:pathLst>
                <a:path w="298" h="281" extrusionOk="0">
                  <a:moveTo>
                    <a:pt x="147" y="0"/>
                  </a:moveTo>
                  <a:cubicBezTo>
                    <a:pt x="92" y="0"/>
                    <a:pt x="42" y="41"/>
                    <a:pt x="23" y="98"/>
                  </a:cubicBezTo>
                  <a:cubicBezTo>
                    <a:pt x="1" y="189"/>
                    <a:pt x="46" y="257"/>
                    <a:pt x="115" y="280"/>
                  </a:cubicBezTo>
                  <a:cubicBezTo>
                    <a:pt x="206" y="280"/>
                    <a:pt x="274" y="234"/>
                    <a:pt x="297" y="166"/>
                  </a:cubicBezTo>
                  <a:cubicBezTo>
                    <a:pt x="297" y="98"/>
                    <a:pt x="252"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9"/>
            <p:cNvSpPr/>
            <p:nvPr/>
          </p:nvSpPr>
          <p:spPr>
            <a:xfrm>
              <a:off x="6260575" y="1249625"/>
              <a:ext cx="8575" cy="7700"/>
            </a:xfrm>
            <a:custGeom>
              <a:avLst/>
              <a:gdLst/>
              <a:ahLst/>
              <a:cxnLst/>
              <a:rect l="l" t="t" r="r" b="b"/>
              <a:pathLst>
                <a:path w="343" h="308" extrusionOk="0">
                  <a:moveTo>
                    <a:pt x="177" y="0"/>
                  </a:moveTo>
                  <a:cubicBezTo>
                    <a:pt x="114" y="0"/>
                    <a:pt x="43" y="60"/>
                    <a:pt x="23" y="119"/>
                  </a:cubicBezTo>
                  <a:cubicBezTo>
                    <a:pt x="0" y="210"/>
                    <a:pt x="46" y="302"/>
                    <a:pt x="137" y="302"/>
                  </a:cubicBezTo>
                  <a:cubicBezTo>
                    <a:pt x="153" y="306"/>
                    <a:pt x="169" y="307"/>
                    <a:pt x="183" y="307"/>
                  </a:cubicBezTo>
                  <a:cubicBezTo>
                    <a:pt x="251" y="307"/>
                    <a:pt x="301" y="267"/>
                    <a:pt x="320" y="210"/>
                  </a:cubicBezTo>
                  <a:cubicBezTo>
                    <a:pt x="343" y="119"/>
                    <a:pt x="297" y="28"/>
                    <a:pt x="206" y="5"/>
                  </a:cubicBezTo>
                  <a:cubicBezTo>
                    <a:pt x="197" y="2"/>
                    <a:pt x="187" y="0"/>
                    <a:pt x="17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9"/>
            <p:cNvSpPr/>
            <p:nvPr/>
          </p:nvSpPr>
          <p:spPr>
            <a:xfrm>
              <a:off x="5614625" y="837725"/>
              <a:ext cx="8000" cy="7575"/>
            </a:xfrm>
            <a:custGeom>
              <a:avLst/>
              <a:gdLst/>
              <a:ahLst/>
              <a:cxnLst/>
              <a:rect l="l" t="t" r="r" b="b"/>
              <a:pathLst>
                <a:path w="320" h="303" extrusionOk="0">
                  <a:moveTo>
                    <a:pt x="183" y="1"/>
                  </a:moveTo>
                  <a:cubicBezTo>
                    <a:pt x="114" y="1"/>
                    <a:pt x="46" y="47"/>
                    <a:pt x="23" y="115"/>
                  </a:cubicBezTo>
                  <a:cubicBezTo>
                    <a:pt x="0" y="184"/>
                    <a:pt x="46" y="275"/>
                    <a:pt x="114" y="298"/>
                  </a:cubicBezTo>
                  <a:cubicBezTo>
                    <a:pt x="126" y="301"/>
                    <a:pt x="138" y="302"/>
                    <a:pt x="150" y="302"/>
                  </a:cubicBezTo>
                  <a:cubicBezTo>
                    <a:pt x="223" y="302"/>
                    <a:pt x="277" y="243"/>
                    <a:pt x="297" y="184"/>
                  </a:cubicBezTo>
                  <a:cubicBezTo>
                    <a:pt x="320" y="115"/>
                    <a:pt x="274"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9"/>
            <p:cNvSpPr/>
            <p:nvPr/>
          </p:nvSpPr>
          <p:spPr>
            <a:xfrm>
              <a:off x="5655700" y="1408000"/>
              <a:ext cx="11425" cy="10200"/>
            </a:xfrm>
            <a:custGeom>
              <a:avLst/>
              <a:gdLst/>
              <a:ahLst/>
              <a:cxnLst/>
              <a:rect l="l" t="t" r="r" b="b"/>
              <a:pathLst>
                <a:path w="457" h="408" extrusionOk="0">
                  <a:moveTo>
                    <a:pt x="202" y="1"/>
                  </a:moveTo>
                  <a:cubicBezTo>
                    <a:pt x="116" y="1"/>
                    <a:pt x="41" y="62"/>
                    <a:pt x="23" y="152"/>
                  </a:cubicBezTo>
                  <a:cubicBezTo>
                    <a:pt x="0" y="266"/>
                    <a:pt x="69" y="380"/>
                    <a:pt x="183" y="403"/>
                  </a:cubicBezTo>
                  <a:cubicBezTo>
                    <a:pt x="195" y="406"/>
                    <a:pt x="207" y="408"/>
                    <a:pt x="220" y="408"/>
                  </a:cubicBezTo>
                  <a:cubicBezTo>
                    <a:pt x="303" y="408"/>
                    <a:pt x="391" y="346"/>
                    <a:pt x="411" y="266"/>
                  </a:cubicBezTo>
                  <a:cubicBezTo>
                    <a:pt x="457" y="152"/>
                    <a:pt x="388" y="38"/>
                    <a:pt x="274" y="15"/>
                  </a:cubicBezTo>
                  <a:cubicBezTo>
                    <a:pt x="250" y="5"/>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9"/>
            <p:cNvSpPr/>
            <p:nvPr/>
          </p:nvSpPr>
          <p:spPr>
            <a:xfrm>
              <a:off x="5660825" y="1394525"/>
              <a:ext cx="9175" cy="8300"/>
            </a:xfrm>
            <a:custGeom>
              <a:avLst/>
              <a:gdLst/>
              <a:ahLst/>
              <a:cxnLst/>
              <a:rect l="l" t="t" r="r" b="b"/>
              <a:pathLst>
                <a:path w="367" h="332" extrusionOk="0">
                  <a:moveTo>
                    <a:pt x="182" y="1"/>
                  </a:moveTo>
                  <a:cubicBezTo>
                    <a:pt x="109" y="1"/>
                    <a:pt x="43" y="45"/>
                    <a:pt x="24" y="121"/>
                  </a:cubicBezTo>
                  <a:cubicBezTo>
                    <a:pt x="1" y="212"/>
                    <a:pt x="47" y="303"/>
                    <a:pt x="138" y="326"/>
                  </a:cubicBezTo>
                  <a:cubicBezTo>
                    <a:pt x="154" y="330"/>
                    <a:pt x="169" y="332"/>
                    <a:pt x="184" y="332"/>
                  </a:cubicBezTo>
                  <a:cubicBezTo>
                    <a:pt x="258" y="332"/>
                    <a:pt x="324" y="288"/>
                    <a:pt x="343" y="212"/>
                  </a:cubicBezTo>
                  <a:cubicBezTo>
                    <a:pt x="366" y="121"/>
                    <a:pt x="320" y="29"/>
                    <a:pt x="229" y="6"/>
                  </a:cubicBezTo>
                  <a:cubicBezTo>
                    <a:pt x="213" y="3"/>
                    <a:pt x="198"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9"/>
            <p:cNvSpPr/>
            <p:nvPr/>
          </p:nvSpPr>
          <p:spPr>
            <a:xfrm>
              <a:off x="5673950" y="1387825"/>
              <a:ext cx="7450" cy="7025"/>
            </a:xfrm>
            <a:custGeom>
              <a:avLst/>
              <a:gdLst/>
              <a:ahLst/>
              <a:cxnLst/>
              <a:rect l="l" t="t" r="r" b="b"/>
              <a:pathLst>
                <a:path w="298" h="281" extrusionOk="0">
                  <a:moveTo>
                    <a:pt x="183" y="1"/>
                  </a:moveTo>
                  <a:cubicBezTo>
                    <a:pt x="115" y="1"/>
                    <a:pt x="24" y="46"/>
                    <a:pt x="1" y="115"/>
                  </a:cubicBezTo>
                  <a:cubicBezTo>
                    <a:pt x="1" y="183"/>
                    <a:pt x="47" y="274"/>
                    <a:pt x="115" y="274"/>
                  </a:cubicBezTo>
                  <a:cubicBezTo>
                    <a:pt x="127" y="278"/>
                    <a:pt x="140" y="280"/>
                    <a:pt x="153" y="280"/>
                  </a:cubicBezTo>
                  <a:cubicBezTo>
                    <a:pt x="213" y="280"/>
                    <a:pt x="275" y="239"/>
                    <a:pt x="275" y="183"/>
                  </a:cubicBezTo>
                  <a:cubicBezTo>
                    <a:pt x="298" y="115"/>
                    <a:pt x="252" y="23"/>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9"/>
            <p:cNvSpPr/>
            <p:nvPr/>
          </p:nvSpPr>
          <p:spPr>
            <a:xfrm>
              <a:off x="5683650" y="1376425"/>
              <a:ext cx="8025" cy="7425"/>
            </a:xfrm>
            <a:custGeom>
              <a:avLst/>
              <a:gdLst/>
              <a:ahLst/>
              <a:cxnLst/>
              <a:rect l="l" t="t" r="r" b="b"/>
              <a:pathLst>
                <a:path w="321" h="297" extrusionOk="0">
                  <a:moveTo>
                    <a:pt x="184" y="0"/>
                  </a:moveTo>
                  <a:cubicBezTo>
                    <a:pt x="115" y="0"/>
                    <a:pt x="24" y="46"/>
                    <a:pt x="24" y="114"/>
                  </a:cubicBezTo>
                  <a:cubicBezTo>
                    <a:pt x="1" y="183"/>
                    <a:pt x="47" y="274"/>
                    <a:pt x="115" y="297"/>
                  </a:cubicBezTo>
                  <a:cubicBezTo>
                    <a:pt x="184" y="297"/>
                    <a:pt x="275" y="251"/>
                    <a:pt x="298" y="183"/>
                  </a:cubicBezTo>
                  <a:cubicBezTo>
                    <a:pt x="320" y="114"/>
                    <a:pt x="275" y="23"/>
                    <a:pt x="18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9"/>
            <p:cNvSpPr/>
            <p:nvPr/>
          </p:nvSpPr>
          <p:spPr>
            <a:xfrm>
              <a:off x="5882250" y="1540025"/>
              <a:ext cx="5725" cy="5475"/>
            </a:xfrm>
            <a:custGeom>
              <a:avLst/>
              <a:gdLst/>
              <a:ahLst/>
              <a:cxnLst/>
              <a:rect l="l" t="t" r="r" b="b"/>
              <a:pathLst>
                <a:path w="229" h="219" extrusionOk="0">
                  <a:moveTo>
                    <a:pt x="110" y="1"/>
                  </a:moveTo>
                  <a:cubicBezTo>
                    <a:pt x="69" y="1"/>
                    <a:pt x="23" y="38"/>
                    <a:pt x="23" y="75"/>
                  </a:cubicBezTo>
                  <a:cubicBezTo>
                    <a:pt x="0" y="144"/>
                    <a:pt x="46" y="189"/>
                    <a:pt x="91" y="212"/>
                  </a:cubicBezTo>
                  <a:cubicBezTo>
                    <a:pt x="100" y="217"/>
                    <a:pt x="109" y="218"/>
                    <a:pt x="118" y="218"/>
                  </a:cubicBezTo>
                  <a:cubicBezTo>
                    <a:pt x="160" y="218"/>
                    <a:pt x="206" y="181"/>
                    <a:pt x="206" y="144"/>
                  </a:cubicBezTo>
                  <a:cubicBezTo>
                    <a:pt x="228" y="75"/>
                    <a:pt x="206" y="30"/>
                    <a:pt x="137" y="7"/>
                  </a:cubicBezTo>
                  <a:cubicBezTo>
                    <a:pt x="129" y="3"/>
                    <a:pt x="120"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9"/>
            <p:cNvSpPr/>
            <p:nvPr/>
          </p:nvSpPr>
          <p:spPr>
            <a:xfrm>
              <a:off x="6095650" y="988850"/>
              <a:ext cx="8600" cy="7700"/>
            </a:xfrm>
            <a:custGeom>
              <a:avLst/>
              <a:gdLst/>
              <a:ahLst/>
              <a:cxnLst/>
              <a:rect l="l" t="t" r="r" b="b"/>
              <a:pathLst>
                <a:path w="344" h="308" extrusionOk="0">
                  <a:moveTo>
                    <a:pt x="178" y="0"/>
                  </a:moveTo>
                  <a:cubicBezTo>
                    <a:pt x="114" y="0"/>
                    <a:pt x="43" y="60"/>
                    <a:pt x="24" y="119"/>
                  </a:cubicBezTo>
                  <a:cubicBezTo>
                    <a:pt x="1" y="210"/>
                    <a:pt x="46" y="301"/>
                    <a:pt x="138" y="301"/>
                  </a:cubicBezTo>
                  <a:cubicBezTo>
                    <a:pt x="154" y="305"/>
                    <a:pt x="169" y="307"/>
                    <a:pt x="184" y="307"/>
                  </a:cubicBezTo>
                  <a:cubicBezTo>
                    <a:pt x="252" y="307"/>
                    <a:pt x="302" y="266"/>
                    <a:pt x="320" y="210"/>
                  </a:cubicBezTo>
                  <a:cubicBezTo>
                    <a:pt x="343" y="119"/>
                    <a:pt x="297" y="28"/>
                    <a:pt x="206" y="5"/>
                  </a:cubicBezTo>
                  <a:cubicBezTo>
                    <a:pt x="197" y="2"/>
                    <a:pt x="187"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9"/>
            <p:cNvSpPr/>
            <p:nvPr/>
          </p:nvSpPr>
          <p:spPr>
            <a:xfrm>
              <a:off x="6099075" y="1000800"/>
              <a:ext cx="6875" cy="6025"/>
            </a:xfrm>
            <a:custGeom>
              <a:avLst/>
              <a:gdLst/>
              <a:ahLst/>
              <a:cxnLst/>
              <a:rect l="l" t="t" r="r" b="b"/>
              <a:pathLst>
                <a:path w="275" h="241" extrusionOk="0">
                  <a:moveTo>
                    <a:pt x="147" y="0"/>
                  </a:moveTo>
                  <a:cubicBezTo>
                    <a:pt x="92" y="0"/>
                    <a:pt x="42" y="41"/>
                    <a:pt x="24" y="97"/>
                  </a:cubicBezTo>
                  <a:cubicBezTo>
                    <a:pt x="1" y="166"/>
                    <a:pt x="46" y="234"/>
                    <a:pt x="115" y="234"/>
                  </a:cubicBezTo>
                  <a:cubicBezTo>
                    <a:pt x="127" y="238"/>
                    <a:pt x="139" y="240"/>
                    <a:pt x="151" y="240"/>
                  </a:cubicBezTo>
                  <a:cubicBezTo>
                    <a:pt x="205" y="240"/>
                    <a:pt x="252" y="199"/>
                    <a:pt x="252" y="143"/>
                  </a:cubicBezTo>
                  <a:cubicBezTo>
                    <a:pt x="275" y="97"/>
                    <a:pt x="229"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9"/>
            <p:cNvSpPr/>
            <p:nvPr/>
          </p:nvSpPr>
          <p:spPr>
            <a:xfrm>
              <a:off x="6043725" y="1023400"/>
              <a:ext cx="11450" cy="10200"/>
            </a:xfrm>
            <a:custGeom>
              <a:avLst/>
              <a:gdLst/>
              <a:ahLst/>
              <a:cxnLst/>
              <a:rect l="l" t="t" r="r" b="b"/>
              <a:pathLst>
                <a:path w="458" h="408" extrusionOk="0">
                  <a:moveTo>
                    <a:pt x="214" y="1"/>
                  </a:moveTo>
                  <a:cubicBezTo>
                    <a:pt x="138" y="1"/>
                    <a:pt x="59" y="62"/>
                    <a:pt x="23" y="152"/>
                  </a:cubicBezTo>
                  <a:cubicBezTo>
                    <a:pt x="1" y="266"/>
                    <a:pt x="69" y="380"/>
                    <a:pt x="183" y="403"/>
                  </a:cubicBezTo>
                  <a:cubicBezTo>
                    <a:pt x="198" y="406"/>
                    <a:pt x="213" y="407"/>
                    <a:pt x="228" y="407"/>
                  </a:cubicBezTo>
                  <a:cubicBezTo>
                    <a:pt x="326" y="407"/>
                    <a:pt x="415" y="345"/>
                    <a:pt x="434" y="266"/>
                  </a:cubicBezTo>
                  <a:cubicBezTo>
                    <a:pt x="457" y="152"/>
                    <a:pt x="389" y="38"/>
                    <a:pt x="275" y="15"/>
                  </a:cubicBezTo>
                  <a:cubicBezTo>
                    <a:pt x="255" y="5"/>
                    <a:pt x="235" y="1"/>
                    <a:pt x="21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9"/>
            <p:cNvSpPr/>
            <p:nvPr/>
          </p:nvSpPr>
          <p:spPr>
            <a:xfrm>
              <a:off x="6072825" y="1003800"/>
              <a:ext cx="5725" cy="5725"/>
            </a:xfrm>
            <a:custGeom>
              <a:avLst/>
              <a:gdLst/>
              <a:ahLst/>
              <a:cxnLst/>
              <a:rect l="l" t="t" r="r" b="b"/>
              <a:pathLst>
                <a:path w="229" h="229" extrusionOk="0">
                  <a:moveTo>
                    <a:pt x="138" y="0"/>
                  </a:moveTo>
                  <a:cubicBezTo>
                    <a:pt x="69" y="0"/>
                    <a:pt x="24" y="23"/>
                    <a:pt x="1" y="91"/>
                  </a:cubicBezTo>
                  <a:cubicBezTo>
                    <a:pt x="1" y="137"/>
                    <a:pt x="24" y="206"/>
                    <a:pt x="92" y="228"/>
                  </a:cubicBezTo>
                  <a:cubicBezTo>
                    <a:pt x="138" y="228"/>
                    <a:pt x="206" y="206"/>
                    <a:pt x="206" y="137"/>
                  </a:cubicBezTo>
                  <a:cubicBezTo>
                    <a:pt x="229" y="91"/>
                    <a:pt x="206" y="23"/>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9"/>
            <p:cNvSpPr/>
            <p:nvPr/>
          </p:nvSpPr>
          <p:spPr>
            <a:xfrm>
              <a:off x="6714225" y="1160000"/>
              <a:ext cx="7450" cy="6600"/>
            </a:xfrm>
            <a:custGeom>
              <a:avLst/>
              <a:gdLst/>
              <a:ahLst/>
              <a:cxnLst/>
              <a:rect l="l" t="t" r="r" b="b"/>
              <a:pathLst>
                <a:path w="298" h="264" extrusionOk="0">
                  <a:moveTo>
                    <a:pt x="145" y="0"/>
                  </a:moveTo>
                  <a:cubicBezTo>
                    <a:pt x="85" y="0"/>
                    <a:pt x="23" y="41"/>
                    <a:pt x="23" y="98"/>
                  </a:cubicBezTo>
                  <a:cubicBezTo>
                    <a:pt x="0" y="166"/>
                    <a:pt x="46" y="257"/>
                    <a:pt x="115" y="257"/>
                  </a:cubicBezTo>
                  <a:cubicBezTo>
                    <a:pt x="127" y="261"/>
                    <a:pt x="140" y="263"/>
                    <a:pt x="152" y="263"/>
                  </a:cubicBezTo>
                  <a:cubicBezTo>
                    <a:pt x="212" y="263"/>
                    <a:pt x="274" y="222"/>
                    <a:pt x="274" y="166"/>
                  </a:cubicBezTo>
                  <a:cubicBezTo>
                    <a:pt x="297" y="98"/>
                    <a:pt x="251" y="6"/>
                    <a:pt x="183" y="6"/>
                  </a:cubicBezTo>
                  <a:cubicBezTo>
                    <a:pt x="171" y="2"/>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9"/>
            <p:cNvSpPr/>
            <p:nvPr/>
          </p:nvSpPr>
          <p:spPr>
            <a:xfrm>
              <a:off x="6736475" y="1128025"/>
              <a:ext cx="6300" cy="5900"/>
            </a:xfrm>
            <a:custGeom>
              <a:avLst/>
              <a:gdLst/>
              <a:ahLst/>
              <a:cxnLst/>
              <a:rect l="l" t="t" r="r" b="b"/>
              <a:pathLst>
                <a:path w="252" h="236" extrusionOk="0">
                  <a:moveTo>
                    <a:pt x="123" y="1"/>
                  </a:moveTo>
                  <a:cubicBezTo>
                    <a:pt x="69" y="1"/>
                    <a:pt x="23" y="38"/>
                    <a:pt x="23" y="76"/>
                  </a:cubicBezTo>
                  <a:cubicBezTo>
                    <a:pt x="1" y="144"/>
                    <a:pt x="46" y="212"/>
                    <a:pt x="92" y="235"/>
                  </a:cubicBezTo>
                  <a:cubicBezTo>
                    <a:pt x="160" y="235"/>
                    <a:pt x="229" y="212"/>
                    <a:pt x="252" y="144"/>
                  </a:cubicBezTo>
                  <a:cubicBezTo>
                    <a:pt x="252" y="76"/>
                    <a:pt x="229"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9"/>
            <p:cNvSpPr/>
            <p:nvPr/>
          </p:nvSpPr>
          <p:spPr>
            <a:xfrm>
              <a:off x="5535875" y="1837025"/>
              <a:ext cx="8000" cy="6975"/>
            </a:xfrm>
            <a:custGeom>
              <a:avLst/>
              <a:gdLst/>
              <a:ahLst/>
              <a:cxnLst/>
              <a:rect l="l" t="t" r="r" b="b"/>
              <a:pathLst>
                <a:path w="320" h="279" extrusionOk="0">
                  <a:moveTo>
                    <a:pt x="149" y="0"/>
                  </a:moveTo>
                  <a:cubicBezTo>
                    <a:pt x="101" y="0"/>
                    <a:pt x="56" y="38"/>
                    <a:pt x="23" y="87"/>
                  </a:cubicBezTo>
                  <a:cubicBezTo>
                    <a:pt x="0" y="156"/>
                    <a:pt x="23" y="224"/>
                    <a:pt x="91" y="270"/>
                  </a:cubicBezTo>
                  <a:cubicBezTo>
                    <a:pt x="109" y="276"/>
                    <a:pt x="127" y="278"/>
                    <a:pt x="146" y="278"/>
                  </a:cubicBezTo>
                  <a:cubicBezTo>
                    <a:pt x="201" y="278"/>
                    <a:pt x="257" y="253"/>
                    <a:pt x="274" y="201"/>
                  </a:cubicBezTo>
                  <a:cubicBezTo>
                    <a:pt x="320" y="133"/>
                    <a:pt x="274" y="42"/>
                    <a:pt x="206" y="19"/>
                  </a:cubicBezTo>
                  <a:cubicBezTo>
                    <a:pt x="186" y="6"/>
                    <a:pt x="167" y="0"/>
                    <a:pt x="14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9"/>
            <p:cNvSpPr/>
            <p:nvPr/>
          </p:nvSpPr>
          <p:spPr>
            <a:xfrm>
              <a:off x="5753275" y="1807575"/>
              <a:ext cx="12000" cy="10400"/>
            </a:xfrm>
            <a:custGeom>
              <a:avLst/>
              <a:gdLst/>
              <a:ahLst/>
              <a:cxnLst/>
              <a:rect l="l" t="t" r="r" b="b"/>
              <a:pathLst>
                <a:path w="480" h="416" extrusionOk="0">
                  <a:moveTo>
                    <a:pt x="228" y="1"/>
                  </a:moveTo>
                  <a:cubicBezTo>
                    <a:pt x="160" y="1"/>
                    <a:pt x="93" y="47"/>
                    <a:pt x="46" y="124"/>
                  </a:cubicBezTo>
                  <a:cubicBezTo>
                    <a:pt x="1" y="215"/>
                    <a:pt x="46" y="352"/>
                    <a:pt x="160" y="398"/>
                  </a:cubicBezTo>
                  <a:cubicBezTo>
                    <a:pt x="185" y="410"/>
                    <a:pt x="211" y="416"/>
                    <a:pt x="237" y="416"/>
                  </a:cubicBezTo>
                  <a:cubicBezTo>
                    <a:pt x="310" y="416"/>
                    <a:pt x="384" y="374"/>
                    <a:pt x="434" y="307"/>
                  </a:cubicBezTo>
                  <a:cubicBezTo>
                    <a:pt x="480" y="193"/>
                    <a:pt x="434" y="78"/>
                    <a:pt x="320" y="33"/>
                  </a:cubicBezTo>
                  <a:cubicBezTo>
                    <a:pt x="291" y="11"/>
                    <a:pt x="259" y="1"/>
                    <a:pt x="2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9"/>
            <p:cNvSpPr/>
            <p:nvPr/>
          </p:nvSpPr>
          <p:spPr>
            <a:xfrm>
              <a:off x="5846850" y="1960850"/>
              <a:ext cx="9725" cy="8675"/>
            </a:xfrm>
            <a:custGeom>
              <a:avLst/>
              <a:gdLst/>
              <a:ahLst/>
              <a:cxnLst/>
              <a:rect l="l" t="t" r="r" b="b"/>
              <a:pathLst>
                <a:path w="389" h="347" extrusionOk="0">
                  <a:moveTo>
                    <a:pt x="195" y="1"/>
                  </a:moveTo>
                  <a:cubicBezTo>
                    <a:pt x="125" y="1"/>
                    <a:pt x="57" y="38"/>
                    <a:pt x="24" y="87"/>
                  </a:cubicBezTo>
                  <a:cubicBezTo>
                    <a:pt x="1" y="179"/>
                    <a:pt x="24" y="293"/>
                    <a:pt x="115" y="338"/>
                  </a:cubicBezTo>
                  <a:cubicBezTo>
                    <a:pt x="137" y="344"/>
                    <a:pt x="158" y="347"/>
                    <a:pt x="179" y="347"/>
                  </a:cubicBezTo>
                  <a:cubicBezTo>
                    <a:pt x="247" y="347"/>
                    <a:pt x="308" y="317"/>
                    <a:pt x="343" y="247"/>
                  </a:cubicBezTo>
                  <a:cubicBezTo>
                    <a:pt x="389" y="156"/>
                    <a:pt x="343" y="65"/>
                    <a:pt x="275" y="19"/>
                  </a:cubicBezTo>
                  <a:cubicBezTo>
                    <a:pt x="249" y="6"/>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9"/>
            <p:cNvSpPr/>
            <p:nvPr/>
          </p:nvSpPr>
          <p:spPr>
            <a:xfrm>
              <a:off x="5853150" y="1946600"/>
              <a:ext cx="10850" cy="9475"/>
            </a:xfrm>
            <a:custGeom>
              <a:avLst/>
              <a:gdLst/>
              <a:ahLst/>
              <a:cxnLst/>
              <a:rect l="l" t="t" r="r" b="b"/>
              <a:pathLst>
                <a:path w="434" h="379" extrusionOk="0">
                  <a:moveTo>
                    <a:pt x="220" y="0"/>
                  </a:moveTo>
                  <a:cubicBezTo>
                    <a:pt x="149" y="0"/>
                    <a:pt x="79" y="43"/>
                    <a:pt x="46" y="110"/>
                  </a:cubicBezTo>
                  <a:cubicBezTo>
                    <a:pt x="0" y="201"/>
                    <a:pt x="23" y="315"/>
                    <a:pt x="137" y="361"/>
                  </a:cubicBezTo>
                  <a:cubicBezTo>
                    <a:pt x="161" y="373"/>
                    <a:pt x="188" y="379"/>
                    <a:pt x="214" y="379"/>
                  </a:cubicBezTo>
                  <a:cubicBezTo>
                    <a:pt x="285" y="379"/>
                    <a:pt x="355" y="336"/>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9"/>
            <p:cNvSpPr/>
            <p:nvPr/>
          </p:nvSpPr>
          <p:spPr>
            <a:xfrm>
              <a:off x="5867400" y="1956850"/>
              <a:ext cx="9150" cy="7900"/>
            </a:xfrm>
            <a:custGeom>
              <a:avLst/>
              <a:gdLst/>
              <a:ahLst/>
              <a:cxnLst/>
              <a:rect l="l" t="t" r="r" b="b"/>
              <a:pathLst>
                <a:path w="366" h="316" extrusionOk="0">
                  <a:moveTo>
                    <a:pt x="176" y="1"/>
                  </a:moveTo>
                  <a:cubicBezTo>
                    <a:pt x="113" y="1"/>
                    <a:pt x="56" y="38"/>
                    <a:pt x="23" y="88"/>
                  </a:cubicBezTo>
                  <a:cubicBezTo>
                    <a:pt x="1" y="179"/>
                    <a:pt x="23" y="270"/>
                    <a:pt x="115" y="293"/>
                  </a:cubicBezTo>
                  <a:cubicBezTo>
                    <a:pt x="138" y="308"/>
                    <a:pt x="163" y="316"/>
                    <a:pt x="188" y="316"/>
                  </a:cubicBezTo>
                  <a:cubicBezTo>
                    <a:pt x="239" y="316"/>
                    <a:pt x="290" y="285"/>
                    <a:pt x="320" y="225"/>
                  </a:cubicBezTo>
                  <a:cubicBezTo>
                    <a:pt x="366" y="156"/>
                    <a:pt x="320" y="65"/>
                    <a:pt x="252" y="19"/>
                  </a:cubicBezTo>
                  <a:cubicBezTo>
                    <a:pt x="226" y="6"/>
                    <a:pt x="201" y="1"/>
                    <a:pt x="17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9"/>
            <p:cNvSpPr/>
            <p:nvPr/>
          </p:nvSpPr>
          <p:spPr>
            <a:xfrm>
              <a:off x="6384975" y="1916925"/>
              <a:ext cx="9725" cy="8675"/>
            </a:xfrm>
            <a:custGeom>
              <a:avLst/>
              <a:gdLst/>
              <a:ahLst/>
              <a:cxnLst/>
              <a:rect l="l" t="t" r="r" b="b"/>
              <a:pathLst>
                <a:path w="389" h="347" extrusionOk="0">
                  <a:moveTo>
                    <a:pt x="199" y="0"/>
                  </a:moveTo>
                  <a:cubicBezTo>
                    <a:pt x="135" y="0"/>
                    <a:pt x="79" y="38"/>
                    <a:pt x="46" y="87"/>
                  </a:cubicBezTo>
                  <a:cubicBezTo>
                    <a:pt x="0" y="178"/>
                    <a:pt x="46" y="292"/>
                    <a:pt x="114" y="338"/>
                  </a:cubicBezTo>
                  <a:cubicBezTo>
                    <a:pt x="136" y="343"/>
                    <a:pt x="159" y="346"/>
                    <a:pt x="181" y="346"/>
                  </a:cubicBezTo>
                  <a:cubicBezTo>
                    <a:pt x="254" y="346"/>
                    <a:pt x="325" y="316"/>
                    <a:pt x="343" y="247"/>
                  </a:cubicBezTo>
                  <a:cubicBezTo>
                    <a:pt x="388" y="155"/>
                    <a:pt x="365" y="64"/>
                    <a:pt x="274" y="18"/>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9"/>
            <p:cNvSpPr/>
            <p:nvPr/>
          </p:nvSpPr>
          <p:spPr>
            <a:xfrm>
              <a:off x="5665975" y="1677500"/>
              <a:ext cx="7450" cy="6150"/>
            </a:xfrm>
            <a:custGeom>
              <a:avLst/>
              <a:gdLst/>
              <a:ahLst/>
              <a:cxnLst/>
              <a:rect l="l" t="t" r="r" b="b"/>
              <a:pathLst>
                <a:path w="298" h="246" extrusionOk="0">
                  <a:moveTo>
                    <a:pt x="155" y="0"/>
                  </a:moveTo>
                  <a:cubicBezTo>
                    <a:pt x="106" y="0"/>
                    <a:pt x="63" y="26"/>
                    <a:pt x="46" y="77"/>
                  </a:cubicBezTo>
                  <a:cubicBezTo>
                    <a:pt x="0" y="123"/>
                    <a:pt x="23" y="191"/>
                    <a:pt x="92" y="237"/>
                  </a:cubicBezTo>
                  <a:cubicBezTo>
                    <a:pt x="109" y="243"/>
                    <a:pt x="126" y="246"/>
                    <a:pt x="142" y="246"/>
                  </a:cubicBezTo>
                  <a:cubicBezTo>
                    <a:pt x="191" y="246"/>
                    <a:pt x="234" y="220"/>
                    <a:pt x="251" y="169"/>
                  </a:cubicBezTo>
                  <a:cubicBezTo>
                    <a:pt x="297" y="123"/>
                    <a:pt x="251" y="32"/>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9"/>
            <p:cNvSpPr/>
            <p:nvPr/>
          </p:nvSpPr>
          <p:spPr>
            <a:xfrm>
              <a:off x="5416600" y="1791950"/>
              <a:ext cx="8025" cy="6975"/>
            </a:xfrm>
            <a:custGeom>
              <a:avLst/>
              <a:gdLst/>
              <a:ahLst/>
              <a:cxnLst/>
              <a:rect l="l" t="t" r="r" b="b"/>
              <a:pathLst>
                <a:path w="321" h="279" extrusionOk="0">
                  <a:moveTo>
                    <a:pt x="168" y="0"/>
                  </a:moveTo>
                  <a:cubicBezTo>
                    <a:pt x="115" y="0"/>
                    <a:pt x="63" y="38"/>
                    <a:pt x="46" y="87"/>
                  </a:cubicBezTo>
                  <a:cubicBezTo>
                    <a:pt x="1" y="156"/>
                    <a:pt x="23" y="224"/>
                    <a:pt x="92" y="270"/>
                  </a:cubicBezTo>
                  <a:cubicBezTo>
                    <a:pt x="109" y="275"/>
                    <a:pt x="128" y="278"/>
                    <a:pt x="146" y="278"/>
                  </a:cubicBezTo>
                  <a:cubicBezTo>
                    <a:pt x="202" y="278"/>
                    <a:pt x="257" y="253"/>
                    <a:pt x="275" y="201"/>
                  </a:cubicBezTo>
                  <a:cubicBezTo>
                    <a:pt x="320" y="133"/>
                    <a:pt x="297" y="41"/>
                    <a:pt x="229" y="19"/>
                  </a:cubicBezTo>
                  <a:cubicBezTo>
                    <a:pt x="210" y="6"/>
                    <a:pt x="189" y="0"/>
                    <a:pt x="16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9"/>
            <p:cNvSpPr/>
            <p:nvPr/>
          </p:nvSpPr>
          <p:spPr>
            <a:xfrm>
              <a:off x="5527300" y="1623050"/>
              <a:ext cx="11450" cy="10050"/>
            </a:xfrm>
            <a:custGeom>
              <a:avLst/>
              <a:gdLst/>
              <a:ahLst/>
              <a:cxnLst/>
              <a:rect l="l" t="t" r="r" b="b"/>
              <a:pathLst>
                <a:path w="458" h="402" extrusionOk="0">
                  <a:moveTo>
                    <a:pt x="240" y="0"/>
                  </a:moveTo>
                  <a:cubicBezTo>
                    <a:pt x="162" y="0"/>
                    <a:pt x="80" y="43"/>
                    <a:pt x="46" y="110"/>
                  </a:cubicBezTo>
                  <a:cubicBezTo>
                    <a:pt x="1" y="201"/>
                    <a:pt x="46" y="338"/>
                    <a:pt x="138" y="384"/>
                  </a:cubicBezTo>
                  <a:cubicBezTo>
                    <a:pt x="168" y="396"/>
                    <a:pt x="199" y="401"/>
                    <a:pt x="228" y="401"/>
                  </a:cubicBezTo>
                  <a:cubicBezTo>
                    <a:pt x="308" y="401"/>
                    <a:pt x="378" y="359"/>
                    <a:pt x="412" y="292"/>
                  </a:cubicBezTo>
                  <a:cubicBezTo>
                    <a:pt x="457" y="178"/>
                    <a:pt x="412" y="64"/>
                    <a:pt x="320" y="18"/>
                  </a:cubicBezTo>
                  <a:cubicBezTo>
                    <a:pt x="296" y="6"/>
                    <a:pt x="268" y="0"/>
                    <a:pt x="24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9"/>
            <p:cNvSpPr/>
            <p:nvPr/>
          </p:nvSpPr>
          <p:spPr>
            <a:xfrm>
              <a:off x="5461675" y="1860425"/>
              <a:ext cx="10300" cy="8925"/>
            </a:xfrm>
            <a:custGeom>
              <a:avLst/>
              <a:gdLst/>
              <a:ahLst/>
              <a:cxnLst/>
              <a:rect l="l" t="t" r="r" b="b"/>
              <a:pathLst>
                <a:path w="412" h="357" extrusionOk="0">
                  <a:moveTo>
                    <a:pt x="221" y="1"/>
                  </a:moveTo>
                  <a:cubicBezTo>
                    <a:pt x="150" y="1"/>
                    <a:pt x="80" y="43"/>
                    <a:pt x="47" y="110"/>
                  </a:cubicBezTo>
                  <a:cubicBezTo>
                    <a:pt x="1" y="178"/>
                    <a:pt x="47" y="293"/>
                    <a:pt x="138" y="338"/>
                  </a:cubicBezTo>
                  <a:cubicBezTo>
                    <a:pt x="162" y="350"/>
                    <a:pt x="188" y="356"/>
                    <a:pt x="214" y="356"/>
                  </a:cubicBezTo>
                  <a:cubicBezTo>
                    <a:pt x="284" y="356"/>
                    <a:pt x="349" y="314"/>
                    <a:pt x="366" y="247"/>
                  </a:cubicBezTo>
                  <a:cubicBezTo>
                    <a:pt x="412"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9"/>
            <p:cNvSpPr/>
            <p:nvPr/>
          </p:nvSpPr>
          <p:spPr>
            <a:xfrm>
              <a:off x="5465675" y="1813075"/>
              <a:ext cx="11450" cy="10050"/>
            </a:xfrm>
            <a:custGeom>
              <a:avLst/>
              <a:gdLst/>
              <a:ahLst/>
              <a:cxnLst/>
              <a:rect l="l" t="t" r="r" b="b"/>
              <a:pathLst>
                <a:path w="458" h="402" extrusionOk="0">
                  <a:moveTo>
                    <a:pt x="230" y="0"/>
                  </a:moveTo>
                  <a:cubicBezTo>
                    <a:pt x="150" y="0"/>
                    <a:pt x="80" y="43"/>
                    <a:pt x="46" y="109"/>
                  </a:cubicBezTo>
                  <a:cubicBezTo>
                    <a:pt x="1" y="201"/>
                    <a:pt x="46" y="338"/>
                    <a:pt x="138" y="383"/>
                  </a:cubicBezTo>
                  <a:cubicBezTo>
                    <a:pt x="162" y="396"/>
                    <a:pt x="190" y="401"/>
                    <a:pt x="218" y="401"/>
                  </a:cubicBezTo>
                  <a:cubicBezTo>
                    <a:pt x="296" y="401"/>
                    <a:pt x="378" y="359"/>
                    <a:pt x="411" y="292"/>
                  </a:cubicBezTo>
                  <a:cubicBezTo>
                    <a:pt x="457" y="178"/>
                    <a:pt x="411" y="64"/>
                    <a:pt x="320" y="18"/>
                  </a:cubicBezTo>
                  <a:cubicBezTo>
                    <a:pt x="290" y="6"/>
                    <a:pt x="259"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9"/>
            <p:cNvSpPr/>
            <p:nvPr/>
          </p:nvSpPr>
          <p:spPr>
            <a:xfrm>
              <a:off x="5555275" y="1755875"/>
              <a:ext cx="9725" cy="8600"/>
            </a:xfrm>
            <a:custGeom>
              <a:avLst/>
              <a:gdLst/>
              <a:ahLst/>
              <a:cxnLst/>
              <a:rect l="l" t="t" r="r" b="b"/>
              <a:pathLst>
                <a:path w="389" h="344" extrusionOk="0">
                  <a:moveTo>
                    <a:pt x="172" y="1"/>
                  </a:moveTo>
                  <a:cubicBezTo>
                    <a:pt x="114" y="1"/>
                    <a:pt x="53" y="31"/>
                    <a:pt x="23" y="92"/>
                  </a:cubicBezTo>
                  <a:cubicBezTo>
                    <a:pt x="0" y="183"/>
                    <a:pt x="23" y="298"/>
                    <a:pt x="114" y="320"/>
                  </a:cubicBezTo>
                  <a:cubicBezTo>
                    <a:pt x="145" y="336"/>
                    <a:pt x="175" y="343"/>
                    <a:pt x="204" y="343"/>
                  </a:cubicBezTo>
                  <a:cubicBezTo>
                    <a:pt x="261" y="343"/>
                    <a:pt x="312" y="313"/>
                    <a:pt x="343" y="252"/>
                  </a:cubicBezTo>
                  <a:cubicBezTo>
                    <a:pt x="388" y="161"/>
                    <a:pt x="343" y="69"/>
                    <a:pt x="251" y="24"/>
                  </a:cubicBezTo>
                  <a:cubicBezTo>
                    <a:pt x="228"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9"/>
            <p:cNvSpPr/>
            <p:nvPr/>
          </p:nvSpPr>
          <p:spPr>
            <a:xfrm>
              <a:off x="5503900" y="1639575"/>
              <a:ext cx="9725" cy="8475"/>
            </a:xfrm>
            <a:custGeom>
              <a:avLst/>
              <a:gdLst/>
              <a:ahLst/>
              <a:cxnLst/>
              <a:rect l="l" t="t" r="r" b="b"/>
              <a:pathLst>
                <a:path w="389" h="339" extrusionOk="0">
                  <a:moveTo>
                    <a:pt x="186" y="1"/>
                  </a:moveTo>
                  <a:cubicBezTo>
                    <a:pt x="125" y="1"/>
                    <a:pt x="57" y="38"/>
                    <a:pt x="24" y="88"/>
                  </a:cubicBezTo>
                  <a:cubicBezTo>
                    <a:pt x="1" y="179"/>
                    <a:pt x="24" y="293"/>
                    <a:pt x="115" y="316"/>
                  </a:cubicBezTo>
                  <a:cubicBezTo>
                    <a:pt x="138" y="331"/>
                    <a:pt x="166" y="339"/>
                    <a:pt x="195" y="339"/>
                  </a:cubicBezTo>
                  <a:cubicBezTo>
                    <a:pt x="252" y="339"/>
                    <a:pt x="313" y="308"/>
                    <a:pt x="343" y="248"/>
                  </a:cubicBezTo>
                  <a:cubicBezTo>
                    <a:pt x="389" y="156"/>
                    <a:pt x="343" y="65"/>
                    <a:pt x="252" y="19"/>
                  </a:cubicBezTo>
                  <a:cubicBezTo>
                    <a:pt x="233" y="7"/>
                    <a:pt x="210" y="1"/>
                    <a:pt x="18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9"/>
            <p:cNvSpPr/>
            <p:nvPr/>
          </p:nvSpPr>
          <p:spPr>
            <a:xfrm>
              <a:off x="5700775" y="1631850"/>
              <a:ext cx="7450" cy="6525"/>
            </a:xfrm>
            <a:custGeom>
              <a:avLst/>
              <a:gdLst/>
              <a:ahLst/>
              <a:cxnLst/>
              <a:rect l="l" t="t" r="r" b="b"/>
              <a:pathLst>
                <a:path w="298" h="261" extrusionOk="0">
                  <a:moveTo>
                    <a:pt x="155" y="0"/>
                  </a:moveTo>
                  <a:cubicBezTo>
                    <a:pt x="105" y="0"/>
                    <a:pt x="58" y="26"/>
                    <a:pt x="23" y="77"/>
                  </a:cubicBezTo>
                  <a:cubicBezTo>
                    <a:pt x="1" y="146"/>
                    <a:pt x="23" y="214"/>
                    <a:pt x="92" y="237"/>
                  </a:cubicBezTo>
                  <a:cubicBezTo>
                    <a:pt x="116" y="253"/>
                    <a:pt x="140" y="261"/>
                    <a:pt x="163" y="261"/>
                  </a:cubicBezTo>
                  <a:cubicBezTo>
                    <a:pt x="203" y="261"/>
                    <a:pt x="237" y="236"/>
                    <a:pt x="252" y="191"/>
                  </a:cubicBezTo>
                  <a:cubicBezTo>
                    <a:pt x="297" y="123"/>
                    <a:pt x="275" y="54"/>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9"/>
            <p:cNvSpPr/>
            <p:nvPr/>
          </p:nvSpPr>
          <p:spPr>
            <a:xfrm>
              <a:off x="5455400" y="1698275"/>
              <a:ext cx="10875" cy="9575"/>
            </a:xfrm>
            <a:custGeom>
              <a:avLst/>
              <a:gdLst/>
              <a:ahLst/>
              <a:cxnLst/>
              <a:rect l="l" t="t" r="r" b="b"/>
              <a:pathLst>
                <a:path w="435" h="383" extrusionOk="0">
                  <a:moveTo>
                    <a:pt x="207" y="0"/>
                  </a:moveTo>
                  <a:cubicBezTo>
                    <a:pt x="141" y="0"/>
                    <a:pt x="78" y="36"/>
                    <a:pt x="46" y="114"/>
                  </a:cubicBezTo>
                  <a:cubicBezTo>
                    <a:pt x="1" y="205"/>
                    <a:pt x="46" y="319"/>
                    <a:pt x="138" y="365"/>
                  </a:cubicBezTo>
                  <a:cubicBezTo>
                    <a:pt x="162" y="377"/>
                    <a:pt x="188" y="383"/>
                    <a:pt x="214" y="383"/>
                  </a:cubicBezTo>
                  <a:cubicBezTo>
                    <a:pt x="285" y="383"/>
                    <a:pt x="355" y="340"/>
                    <a:pt x="389" y="273"/>
                  </a:cubicBezTo>
                  <a:cubicBezTo>
                    <a:pt x="434" y="182"/>
                    <a:pt x="412" y="68"/>
                    <a:pt x="298" y="22"/>
                  </a:cubicBezTo>
                  <a:cubicBezTo>
                    <a:pt x="269" y="8"/>
                    <a:pt x="237"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9"/>
            <p:cNvSpPr/>
            <p:nvPr/>
          </p:nvSpPr>
          <p:spPr>
            <a:xfrm>
              <a:off x="5660275" y="1668550"/>
              <a:ext cx="8000" cy="7125"/>
            </a:xfrm>
            <a:custGeom>
              <a:avLst/>
              <a:gdLst/>
              <a:ahLst/>
              <a:cxnLst/>
              <a:rect l="l" t="t" r="r" b="b"/>
              <a:pathLst>
                <a:path w="320" h="285" extrusionOk="0">
                  <a:moveTo>
                    <a:pt x="150" y="1"/>
                  </a:moveTo>
                  <a:cubicBezTo>
                    <a:pt x="101" y="1"/>
                    <a:pt x="52" y="26"/>
                    <a:pt x="23" y="70"/>
                  </a:cubicBezTo>
                  <a:cubicBezTo>
                    <a:pt x="0" y="161"/>
                    <a:pt x="23" y="230"/>
                    <a:pt x="91" y="275"/>
                  </a:cubicBezTo>
                  <a:cubicBezTo>
                    <a:pt x="108" y="281"/>
                    <a:pt x="127" y="284"/>
                    <a:pt x="146" y="284"/>
                  </a:cubicBezTo>
                  <a:cubicBezTo>
                    <a:pt x="203" y="284"/>
                    <a:pt x="263" y="258"/>
                    <a:pt x="297" y="207"/>
                  </a:cubicBezTo>
                  <a:cubicBezTo>
                    <a:pt x="320" y="139"/>
                    <a:pt x="297" y="47"/>
                    <a:pt x="228" y="24"/>
                  </a:cubicBezTo>
                  <a:cubicBezTo>
                    <a:pt x="204" y="8"/>
                    <a:pt x="177" y="1"/>
                    <a:pt x="15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9"/>
            <p:cNvSpPr/>
            <p:nvPr/>
          </p:nvSpPr>
          <p:spPr>
            <a:xfrm>
              <a:off x="6747325" y="1892825"/>
              <a:ext cx="10850" cy="9175"/>
            </a:xfrm>
            <a:custGeom>
              <a:avLst/>
              <a:gdLst/>
              <a:ahLst/>
              <a:cxnLst/>
              <a:rect l="l" t="t" r="r" b="b"/>
              <a:pathLst>
                <a:path w="434" h="367" extrusionOk="0">
                  <a:moveTo>
                    <a:pt x="201" y="1"/>
                  </a:moveTo>
                  <a:cubicBezTo>
                    <a:pt x="137" y="1"/>
                    <a:pt x="76" y="31"/>
                    <a:pt x="46" y="92"/>
                  </a:cubicBezTo>
                  <a:cubicBezTo>
                    <a:pt x="0" y="184"/>
                    <a:pt x="23" y="298"/>
                    <a:pt x="137" y="343"/>
                  </a:cubicBezTo>
                  <a:cubicBezTo>
                    <a:pt x="168" y="358"/>
                    <a:pt x="201" y="366"/>
                    <a:pt x="233" y="366"/>
                  </a:cubicBezTo>
                  <a:cubicBezTo>
                    <a:pt x="297" y="366"/>
                    <a:pt x="358" y="336"/>
                    <a:pt x="388" y="275"/>
                  </a:cubicBezTo>
                  <a:cubicBezTo>
                    <a:pt x="434" y="161"/>
                    <a:pt x="388" y="69"/>
                    <a:pt x="297" y="24"/>
                  </a:cubicBezTo>
                  <a:cubicBezTo>
                    <a:pt x="267" y="9"/>
                    <a:pt x="234" y="1"/>
                    <a:pt x="2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9"/>
            <p:cNvSpPr/>
            <p:nvPr/>
          </p:nvSpPr>
          <p:spPr>
            <a:xfrm>
              <a:off x="5404050" y="1840450"/>
              <a:ext cx="12000" cy="10175"/>
            </a:xfrm>
            <a:custGeom>
              <a:avLst/>
              <a:gdLst/>
              <a:ahLst/>
              <a:cxnLst/>
              <a:rect l="l" t="t" r="r" b="b"/>
              <a:pathLst>
                <a:path w="480" h="407" extrusionOk="0">
                  <a:moveTo>
                    <a:pt x="252" y="1"/>
                  </a:moveTo>
                  <a:cubicBezTo>
                    <a:pt x="171" y="1"/>
                    <a:pt x="96" y="43"/>
                    <a:pt x="46" y="110"/>
                  </a:cubicBezTo>
                  <a:cubicBezTo>
                    <a:pt x="0" y="224"/>
                    <a:pt x="46" y="338"/>
                    <a:pt x="160" y="384"/>
                  </a:cubicBezTo>
                  <a:cubicBezTo>
                    <a:pt x="189" y="398"/>
                    <a:pt x="223" y="406"/>
                    <a:pt x="256" y="406"/>
                  </a:cubicBezTo>
                  <a:cubicBezTo>
                    <a:pt x="329" y="406"/>
                    <a:pt x="403" y="371"/>
                    <a:pt x="434" y="293"/>
                  </a:cubicBezTo>
                  <a:cubicBezTo>
                    <a:pt x="480" y="201"/>
                    <a:pt x="434" y="64"/>
                    <a:pt x="343" y="19"/>
                  </a:cubicBezTo>
                  <a:cubicBezTo>
                    <a:pt x="312" y="7"/>
                    <a:pt x="282" y="1"/>
                    <a:pt x="2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9"/>
            <p:cNvSpPr/>
            <p:nvPr/>
          </p:nvSpPr>
          <p:spPr>
            <a:xfrm>
              <a:off x="5437725" y="1862025"/>
              <a:ext cx="8000" cy="5725"/>
            </a:xfrm>
            <a:custGeom>
              <a:avLst/>
              <a:gdLst/>
              <a:ahLst/>
              <a:cxnLst/>
              <a:rect l="l" t="t" r="r" b="b"/>
              <a:pathLst>
                <a:path w="320" h="229" extrusionOk="0">
                  <a:moveTo>
                    <a:pt x="127" y="0"/>
                  </a:moveTo>
                  <a:cubicBezTo>
                    <a:pt x="71" y="0"/>
                    <a:pt x="15" y="31"/>
                    <a:pt x="0" y="92"/>
                  </a:cubicBezTo>
                  <a:lnTo>
                    <a:pt x="297" y="229"/>
                  </a:lnTo>
                  <a:cubicBezTo>
                    <a:pt x="320" y="160"/>
                    <a:pt x="297" y="46"/>
                    <a:pt x="206" y="23"/>
                  </a:cubicBezTo>
                  <a:cubicBezTo>
                    <a:pt x="183" y="8"/>
                    <a:pt x="155" y="0"/>
                    <a:pt x="12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9"/>
            <p:cNvSpPr/>
            <p:nvPr/>
          </p:nvSpPr>
          <p:spPr>
            <a:xfrm>
              <a:off x="5393200" y="1309200"/>
              <a:ext cx="10300" cy="9250"/>
            </a:xfrm>
            <a:custGeom>
              <a:avLst/>
              <a:gdLst/>
              <a:ahLst/>
              <a:cxnLst/>
              <a:rect l="l" t="t" r="r" b="b"/>
              <a:pathLst>
                <a:path w="412" h="370" extrusionOk="0">
                  <a:moveTo>
                    <a:pt x="221" y="1"/>
                  </a:moveTo>
                  <a:cubicBezTo>
                    <a:pt x="150" y="1"/>
                    <a:pt x="80" y="43"/>
                    <a:pt x="46" y="110"/>
                  </a:cubicBezTo>
                  <a:cubicBezTo>
                    <a:pt x="1" y="201"/>
                    <a:pt x="46" y="315"/>
                    <a:pt x="138" y="361"/>
                  </a:cubicBezTo>
                  <a:cubicBezTo>
                    <a:pt x="159" y="366"/>
                    <a:pt x="181" y="369"/>
                    <a:pt x="202" y="369"/>
                  </a:cubicBezTo>
                  <a:cubicBezTo>
                    <a:pt x="270" y="369"/>
                    <a:pt x="331" y="339"/>
                    <a:pt x="366" y="270"/>
                  </a:cubicBezTo>
                  <a:cubicBezTo>
                    <a:pt x="412" y="178"/>
                    <a:pt x="389" y="64"/>
                    <a:pt x="298" y="18"/>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9"/>
            <p:cNvSpPr/>
            <p:nvPr/>
          </p:nvSpPr>
          <p:spPr>
            <a:xfrm>
              <a:off x="5412600" y="1296075"/>
              <a:ext cx="10875" cy="9250"/>
            </a:xfrm>
            <a:custGeom>
              <a:avLst/>
              <a:gdLst/>
              <a:ahLst/>
              <a:cxnLst/>
              <a:rect l="l" t="t" r="r" b="b"/>
              <a:pathLst>
                <a:path w="435" h="370" extrusionOk="0">
                  <a:moveTo>
                    <a:pt x="221" y="1"/>
                  </a:moveTo>
                  <a:cubicBezTo>
                    <a:pt x="150" y="1"/>
                    <a:pt x="80" y="43"/>
                    <a:pt x="47" y="110"/>
                  </a:cubicBezTo>
                  <a:cubicBezTo>
                    <a:pt x="1" y="201"/>
                    <a:pt x="47" y="315"/>
                    <a:pt x="138" y="361"/>
                  </a:cubicBezTo>
                  <a:cubicBezTo>
                    <a:pt x="159" y="366"/>
                    <a:pt x="182" y="369"/>
                    <a:pt x="205" y="369"/>
                  </a:cubicBezTo>
                  <a:cubicBezTo>
                    <a:pt x="279" y="369"/>
                    <a:pt x="354" y="339"/>
                    <a:pt x="389" y="270"/>
                  </a:cubicBezTo>
                  <a:cubicBezTo>
                    <a:pt x="435"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9"/>
            <p:cNvSpPr/>
            <p:nvPr/>
          </p:nvSpPr>
          <p:spPr>
            <a:xfrm>
              <a:off x="5279075" y="1423000"/>
              <a:ext cx="8600" cy="7650"/>
            </a:xfrm>
            <a:custGeom>
              <a:avLst/>
              <a:gdLst/>
              <a:ahLst/>
              <a:cxnLst/>
              <a:rect l="l" t="t" r="r" b="b"/>
              <a:pathLst>
                <a:path w="344" h="306" extrusionOk="0">
                  <a:moveTo>
                    <a:pt x="174" y="0"/>
                  </a:moveTo>
                  <a:cubicBezTo>
                    <a:pt x="118" y="0"/>
                    <a:pt x="58" y="26"/>
                    <a:pt x="24" y="77"/>
                  </a:cubicBezTo>
                  <a:cubicBezTo>
                    <a:pt x="1" y="168"/>
                    <a:pt x="24" y="260"/>
                    <a:pt x="92" y="283"/>
                  </a:cubicBezTo>
                  <a:cubicBezTo>
                    <a:pt x="122" y="298"/>
                    <a:pt x="153" y="305"/>
                    <a:pt x="181" y="305"/>
                  </a:cubicBezTo>
                  <a:cubicBezTo>
                    <a:pt x="237" y="305"/>
                    <a:pt x="282" y="275"/>
                    <a:pt x="297" y="214"/>
                  </a:cubicBezTo>
                  <a:cubicBezTo>
                    <a:pt x="343" y="146"/>
                    <a:pt x="297" y="54"/>
                    <a:pt x="229" y="9"/>
                  </a:cubicBezTo>
                  <a:cubicBezTo>
                    <a:pt x="212"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9"/>
            <p:cNvSpPr/>
            <p:nvPr/>
          </p:nvSpPr>
          <p:spPr>
            <a:xfrm>
              <a:off x="5434300" y="1240400"/>
              <a:ext cx="9150" cy="7850"/>
            </a:xfrm>
            <a:custGeom>
              <a:avLst/>
              <a:gdLst/>
              <a:ahLst/>
              <a:cxnLst/>
              <a:rect l="l" t="t" r="r" b="b"/>
              <a:pathLst>
                <a:path w="366" h="314" extrusionOk="0">
                  <a:moveTo>
                    <a:pt x="197" y="0"/>
                  </a:moveTo>
                  <a:cubicBezTo>
                    <a:pt x="140" y="0"/>
                    <a:pt x="80" y="26"/>
                    <a:pt x="46" y="77"/>
                  </a:cubicBezTo>
                  <a:cubicBezTo>
                    <a:pt x="0" y="168"/>
                    <a:pt x="46" y="260"/>
                    <a:pt x="114" y="305"/>
                  </a:cubicBezTo>
                  <a:cubicBezTo>
                    <a:pt x="131" y="311"/>
                    <a:pt x="149" y="314"/>
                    <a:pt x="169" y="314"/>
                  </a:cubicBezTo>
                  <a:cubicBezTo>
                    <a:pt x="232" y="314"/>
                    <a:pt x="302" y="284"/>
                    <a:pt x="320" y="214"/>
                  </a:cubicBezTo>
                  <a:cubicBezTo>
                    <a:pt x="365" y="146"/>
                    <a:pt x="320" y="54"/>
                    <a:pt x="251" y="9"/>
                  </a:cubicBezTo>
                  <a:cubicBezTo>
                    <a:pt x="234"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9"/>
            <p:cNvSpPr/>
            <p:nvPr/>
          </p:nvSpPr>
          <p:spPr>
            <a:xfrm>
              <a:off x="5283075" y="1674400"/>
              <a:ext cx="11450" cy="10150"/>
            </a:xfrm>
            <a:custGeom>
              <a:avLst/>
              <a:gdLst/>
              <a:ahLst/>
              <a:cxnLst/>
              <a:rect l="l" t="t" r="r" b="b"/>
              <a:pathLst>
                <a:path w="458" h="406" extrusionOk="0">
                  <a:moveTo>
                    <a:pt x="239" y="1"/>
                  </a:moveTo>
                  <a:cubicBezTo>
                    <a:pt x="162" y="1"/>
                    <a:pt x="80" y="43"/>
                    <a:pt x="46" y="110"/>
                  </a:cubicBezTo>
                  <a:cubicBezTo>
                    <a:pt x="1" y="224"/>
                    <a:pt x="46" y="338"/>
                    <a:pt x="137" y="384"/>
                  </a:cubicBezTo>
                  <a:cubicBezTo>
                    <a:pt x="174" y="398"/>
                    <a:pt x="210" y="406"/>
                    <a:pt x="244" y="406"/>
                  </a:cubicBezTo>
                  <a:cubicBezTo>
                    <a:pt x="317" y="406"/>
                    <a:pt x="380" y="371"/>
                    <a:pt x="411" y="293"/>
                  </a:cubicBezTo>
                  <a:cubicBezTo>
                    <a:pt x="457" y="201"/>
                    <a:pt x="411" y="64"/>
                    <a:pt x="320" y="19"/>
                  </a:cubicBezTo>
                  <a:cubicBezTo>
                    <a:pt x="296" y="6"/>
                    <a:pt x="268" y="1"/>
                    <a:pt x="23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9"/>
            <p:cNvSpPr/>
            <p:nvPr/>
          </p:nvSpPr>
          <p:spPr>
            <a:xfrm>
              <a:off x="5496500" y="1491800"/>
              <a:ext cx="10300" cy="8925"/>
            </a:xfrm>
            <a:custGeom>
              <a:avLst/>
              <a:gdLst/>
              <a:ahLst/>
              <a:cxnLst/>
              <a:rect l="l" t="t" r="r" b="b"/>
              <a:pathLst>
                <a:path w="412" h="357" extrusionOk="0">
                  <a:moveTo>
                    <a:pt x="202" y="1"/>
                  </a:moveTo>
                  <a:cubicBezTo>
                    <a:pt x="137" y="1"/>
                    <a:pt x="79" y="43"/>
                    <a:pt x="46" y="110"/>
                  </a:cubicBezTo>
                  <a:cubicBezTo>
                    <a:pt x="0" y="178"/>
                    <a:pt x="46" y="292"/>
                    <a:pt x="114" y="338"/>
                  </a:cubicBezTo>
                  <a:cubicBezTo>
                    <a:pt x="139" y="350"/>
                    <a:pt x="165" y="356"/>
                    <a:pt x="191" y="356"/>
                  </a:cubicBezTo>
                  <a:cubicBezTo>
                    <a:pt x="262" y="356"/>
                    <a:pt x="332" y="314"/>
                    <a:pt x="365" y="247"/>
                  </a:cubicBezTo>
                  <a:cubicBezTo>
                    <a:pt x="411" y="156"/>
                    <a:pt x="365" y="64"/>
                    <a:pt x="274" y="19"/>
                  </a:cubicBezTo>
                  <a:cubicBezTo>
                    <a:pt x="250" y="6"/>
                    <a:pt x="225"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9"/>
            <p:cNvSpPr/>
            <p:nvPr/>
          </p:nvSpPr>
          <p:spPr>
            <a:xfrm>
              <a:off x="5640875" y="1408500"/>
              <a:ext cx="10850" cy="9575"/>
            </a:xfrm>
            <a:custGeom>
              <a:avLst/>
              <a:gdLst/>
              <a:ahLst/>
              <a:cxnLst/>
              <a:rect l="l" t="t" r="r" b="b"/>
              <a:pathLst>
                <a:path w="434" h="383" extrusionOk="0">
                  <a:moveTo>
                    <a:pt x="220" y="0"/>
                  </a:moveTo>
                  <a:cubicBezTo>
                    <a:pt x="149" y="0"/>
                    <a:pt x="79" y="43"/>
                    <a:pt x="46" y="109"/>
                  </a:cubicBezTo>
                  <a:cubicBezTo>
                    <a:pt x="0" y="201"/>
                    <a:pt x="46" y="315"/>
                    <a:pt x="137" y="360"/>
                  </a:cubicBezTo>
                  <a:cubicBezTo>
                    <a:pt x="166" y="375"/>
                    <a:pt x="197" y="383"/>
                    <a:pt x="228" y="383"/>
                  </a:cubicBezTo>
                  <a:cubicBezTo>
                    <a:pt x="294" y="383"/>
                    <a:pt x="357" y="347"/>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9"/>
            <p:cNvSpPr/>
            <p:nvPr/>
          </p:nvSpPr>
          <p:spPr>
            <a:xfrm>
              <a:off x="5762400" y="1344825"/>
              <a:ext cx="9150" cy="8100"/>
            </a:xfrm>
            <a:custGeom>
              <a:avLst/>
              <a:gdLst/>
              <a:ahLst/>
              <a:cxnLst/>
              <a:rect l="l" t="t" r="r" b="b"/>
              <a:pathLst>
                <a:path w="366" h="324" extrusionOk="0">
                  <a:moveTo>
                    <a:pt x="198" y="0"/>
                  </a:moveTo>
                  <a:cubicBezTo>
                    <a:pt x="135" y="0"/>
                    <a:pt x="64" y="30"/>
                    <a:pt x="46" y="100"/>
                  </a:cubicBezTo>
                  <a:cubicBezTo>
                    <a:pt x="1" y="168"/>
                    <a:pt x="24" y="283"/>
                    <a:pt x="115" y="305"/>
                  </a:cubicBezTo>
                  <a:cubicBezTo>
                    <a:pt x="140" y="318"/>
                    <a:pt x="166" y="324"/>
                    <a:pt x="190" y="324"/>
                  </a:cubicBezTo>
                  <a:cubicBezTo>
                    <a:pt x="254" y="324"/>
                    <a:pt x="310" y="286"/>
                    <a:pt x="343" y="237"/>
                  </a:cubicBezTo>
                  <a:cubicBezTo>
                    <a:pt x="366" y="146"/>
                    <a:pt x="343" y="54"/>
                    <a:pt x="252" y="9"/>
                  </a:cubicBezTo>
                  <a:cubicBezTo>
                    <a:pt x="236" y="3"/>
                    <a:pt x="217" y="0"/>
                    <a:pt x="19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9"/>
            <p:cNvSpPr/>
            <p:nvPr/>
          </p:nvSpPr>
          <p:spPr>
            <a:xfrm>
              <a:off x="5733875" y="1357700"/>
              <a:ext cx="11450" cy="10150"/>
            </a:xfrm>
            <a:custGeom>
              <a:avLst/>
              <a:gdLst/>
              <a:ahLst/>
              <a:cxnLst/>
              <a:rect l="l" t="t" r="r" b="b"/>
              <a:pathLst>
                <a:path w="458" h="406" extrusionOk="0">
                  <a:moveTo>
                    <a:pt x="230" y="1"/>
                  </a:moveTo>
                  <a:cubicBezTo>
                    <a:pt x="150" y="1"/>
                    <a:pt x="80" y="43"/>
                    <a:pt x="46" y="110"/>
                  </a:cubicBezTo>
                  <a:cubicBezTo>
                    <a:pt x="1" y="224"/>
                    <a:pt x="46" y="338"/>
                    <a:pt x="137" y="384"/>
                  </a:cubicBezTo>
                  <a:cubicBezTo>
                    <a:pt x="166" y="398"/>
                    <a:pt x="200" y="406"/>
                    <a:pt x="234" y="406"/>
                  </a:cubicBezTo>
                  <a:cubicBezTo>
                    <a:pt x="306" y="406"/>
                    <a:pt x="380" y="371"/>
                    <a:pt x="411" y="293"/>
                  </a:cubicBezTo>
                  <a:cubicBezTo>
                    <a:pt x="457" y="201"/>
                    <a:pt x="411" y="64"/>
                    <a:pt x="320" y="19"/>
                  </a:cubicBezTo>
                  <a:cubicBezTo>
                    <a:pt x="289"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9"/>
            <p:cNvSpPr/>
            <p:nvPr/>
          </p:nvSpPr>
          <p:spPr>
            <a:xfrm>
              <a:off x="5775525" y="1357000"/>
              <a:ext cx="6875" cy="5950"/>
            </a:xfrm>
            <a:custGeom>
              <a:avLst/>
              <a:gdLst/>
              <a:ahLst/>
              <a:cxnLst/>
              <a:rect l="l" t="t" r="r" b="b"/>
              <a:pathLst>
                <a:path w="275" h="238" extrusionOk="0">
                  <a:moveTo>
                    <a:pt x="129" y="0"/>
                  </a:moveTo>
                  <a:cubicBezTo>
                    <a:pt x="95" y="0"/>
                    <a:pt x="61" y="25"/>
                    <a:pt x="46" y="69"/>
                  </a:cubicBezTo>
                  <a:cubicBezTo>
                    <a:pt x="1" y="115"/>
                    <a:pt x="24" y="184"/>
                    <a:pt x="92" y="229"/>
                  </a:cubicBezTo>
                  <a:cubicBezTo>
                    <a:pt x="103" y="235"/>
                    <a:pt x="116" y="238"/>
                    <a:pt x="130" y="238"/>
                  </a:cubicBezTo>
                  <a:cubicBezTo>
                    <a:pt x="171" y="238"/>
                    <a:pt x="218" y="212"/>
                    <a:pt x="252" y="161"/>
                  </a:cubicBezTo>
                  <a:cubicBezTo>
                    <a:pt x="275" y="115"/>
                    <a:pt x="252" y="47"/>
                    <a:pt x="183" y="24"/>
                  </a:cubicBezTo>
                  <a:cubicBezTo>
                    <a:pt x="167" y="8"/>
                    <a:pt x="148"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9"/>
            <p:cNvSpPr/>
            <p:nvPr/>
          </p:nvSpPr>
          <p:spPr>
            <a:xfrm>
              <a:off x="5747000" y="1368775"/>
              <a:ext cx="8025" cy="6975"/>
            </a:xfrm>
            <a:custGeom>
              <a:avLst/>
              <a:gdLst/>
              <a:ahLst/>
              <a:cxnLst/>
              <a:rect l="l" t="t" r="r" b="b"/>
              <a:pathLst>
                <a:path w="321" h="279" extrusionOk="0">
                  <a:moveTo>
                    <a:pt x="175" y="1"/>
                  </a:moveTo>
                  <a:cubicBezTo>
                    <a:pt x="119" y="1"/>
                    <a:pt x="63" y="26"/>
                    <a:pt x="46" y="78"/>
                  </a:cubicBezTo>
                  <a:cubicBezTo>
                    <a:pt x="1" y="146"/>
                    <a:pt x="46" y="238"/>
                    <a:pt x="115" y="260"/>
                  </a:cubicBezTo>
                  <a:cubicBezTo>
                    <a:pt x="134" y="273"/>
                    <a:pt x="153" y="279"/>
                    <a:pt x="172" y="279"/>
                  </a:cubicBezTo>
                  <a:cubicBezTo>
                    <a:pt x="220" y="279"/>
                    <a:pt x="264" y="241"/>
                    <a:pt x="297" y="192"/>
                  </a:cubicBezTo>
                  <a:cubicBezTo>
                    <a:pt x="320" y="123"/>
                    <a:pt x="297" y="55"/>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9"/>
            <p:cNvSpPr/>
            <p:nvPr/>
          </p:nvSpPr>
          <p:spPr>
            <a:xfrm>
              <a:off x="5304750" y="1697675"/>
              <a:ext cx="10300" cy="9025"/>
            </a:xfrm>
            <a:custGeom>
              <a:avLst/>
              <a:gdLst/>
              <a:ahLst/>
              <a:cxnLst/>
              <a:rect l="l" t="t" r="r" b="b"/>
              <a:pathLst>
                <a:path w="412" h="361" extrusionOk="0">
                  <a:moveTo>
                    <a:pt x="180" y="1"/>
                  </a:moveTo>
                  <a:cubicBezTo>
                    <a:pt x="118" y="1"/>
                    <a:pt x="62" y="31"/>
                    <a:pt x="47" y="92"/>
                  </a:cubicBezTo>
                  <a:cubicBezTo>
                    <a:pt x="1" y="183"/>
                    <a:pt x="24" y="297"/>
                    <a:pt x="115" y="343"/>
                  </a:cubicBezTo>
                  <a:cubicBezTo>
                    <a:pt x="139" y="355"/>
                    <a:pt x="166" y="361"/>
                    <a:pt x="192" y="361"/>
                  </a:cubicBezTo>
                  <a:cubicBezTo>
                    <a:pt x="263" y="361"/>
                    <a:pt x="333" y="319"/>
                    <a:pt x="366" y="252"/>
                  </a:cubicBezTo>
                  <a:cubicBezTo>
                    <a:pt x="412" y="160"/>
                    <a:pt x="366" y="69"/>
                    <a:pt x="275" y="23"/>
                  </a:cubicBezTo>
                  <a:cubicBezTo>
                    <a:pt x="244" y="8"/>
                    <a:pt x="211" y="1"/>
                    <a:pt x="18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9"/>
            <p:cNvSpPr/>
            <p:nvPr/>
          </p:nvSpPr>
          <p:spPr>
            <a:xfrm>
              <a:off x="5763550" y="1498550"/>
              <a:ext cx="11425" cy="9950"/>
            </a:xfrm>
            <a:custGeom>
              <a:avLst/>
              <a:gdLst/>
              <a:ahLst/>
              <a:cxnLst/>
              <a:rect l="l" t="t" r="r" b="b"/>
              <a:pathLst>
                <a:path w="457" h="398" extrusionOk="0">
                  <a:moveTo>
                    <a:pt x="214" y="0"/>
                  </a:moveTo>
                  <a:cubicBezTo>
                    <a:pt x="140" y="0"/>
                    <a:pt x="77" y="36"/>
                    <a:pt x="46" y="114"/>
                  </a:cubicBezTo>
                  <a:cubicBezTo>
                    <a:pt x="0" y="205"/>
                    <a:pt x="46" y="319"/>
                    <a:pt x="137" y="365"/>
                  </a:cubicBezTo>
                  <a:cubicBezTo>
                    <a:pt x="167" y="387"/>
                    <a:pt x="201" y="397"/>
                    <a:pt x="235" y="397"/>
                  </a:cubicBezTo>
                  <a:cubicBezTo>
                    <a:pt x="307" y="397"/>
                    <a:pt x="380" y="351"/>
                    <a:pt x="411" y="274"/>
                  </a:cubicBezTo>
                  <a:cubicBezTo>
                    <a:pt x="457" y="182"/>
                    <a:pt x="411" y="68"/>
                    <a:pt x="320" y="22"/>
                  </a:cubicBezTo>
                  <a:cubicBezTo>
                    <a:pt x="284" y="8"/>
                    <a:pt x="248"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9"/>
            <p:cNvSpPr/>
            <p:nvPr/>
          </p:nvSpPr>
          <p:spPr>
            <a:xfrm>
              <a:off x="5637450" y="1448650"/>
              <a:ext cx="5725" cy="5050"/>
            </a:xfrm>
            <a:custGeom>
              <a:avLst/>
              <a:gdLst/>
              <a:ahLst/>
              <a:cxnLst/>
              <a:rect l="l" t="t" r="r" b="b"/>
              <a:pathLst>
                <a:path w="229" h="202" extrusionOk="0">
                  <a:moveTo>
                    <a:pt x="120" y="1"/>
                  </a:moveTo>
                  <a:cubicBezTo>
                    <a:pt x="81" y="1"/>
                    <a:pt x="40" y="22"/>
                    <a:pt x="23" y="55"/>
                  </a:cubicBezTo>
                  <a:cubicBezTo>
                    <a:pt x="0" y="101"/>
                    <a:pt x="23" y="170"/>
                    <a:pt x="69" y="192"/>
                  </a:cubicBezTo>
                  <a:cubicBezTo>
                    <a:pt x="81" y="199"/>
                    <a:pt x="95" y="201"/>
                    <a:pt x="109" y="201"/>
                  </a:cubicBezTo>
                  <a:cubicBezTo>
                    <a:pt x="148" y="201"/>
                    <a:pt x="189" y="180"/>
                    <a:pt x="205" y="147"/>
                  </a:cubicBezTo>
                  <a:cubicBezTo>
                    <a:pt x="228" y="101"/>
                    <a:pt x="205" y="33"/>
                    <a:pt x="160" y="10"/>
                  </a:cubicBezTo>
                  <a:cubicBezTo>
                    <a:pt x="148" y="4"/>
                    <a:pt x="134" y="1"/>
                    <a:pt x="1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9"/>
            <p:cNvSpPr/>
            <p:nvPr/>
          </p:nvSpPr>
          <p:spPr>
            <a:xfrm>
              <a:off x="5318450" y="1533125"/>
              <a:ext cx="8600" cy="7850"/>
            </a:xfrm>
            <a:custGeom>
              <a:avLst/>
              <a:gdLst/>
              <a:ahLst/>
              <a:cxnLst/>
              <a:rect l="l" t="t" r="r" b="b"/>
              <a:pathLst>
                <a:path w="344" h="314" extrusionOk="0">
                  <a:moveTo>
                    <a:pt x="188" y="1"/>
                  </a:moveTo>
                  <a:cubicBezTo>
                    <a:pt x="120" y="1"/>
                    <a:pt x="58" y="31"/>
                    <a:pt x="24" y="100"/>
                  </a:cubicBezTo>
                  <a:cubicBezTo>
                    <a:pt x="1" y="169"/>
                    <a:pt x="24" y="260"/>
                    <a:pt x="115" y="306"/>
                  </a:cubicBezTo>
                  <a:cubicBezTo>
                    <a:pt x="131" y="311"/>
                    <a:pt x="148" y="314"/>
                    <a:pt x="166" y="314"/>
                  </a:cubicBezTo>
                  <a:cubicBezTo>
                    <a:pt x="224" y="314"/>
                    <a:pt x="285" y="284"/>
                    <a:pt x="320" y="214"/>
                  </a:cubicBezTo>
                  <a:cubicBezTo>
                    <a:pt x="343" y="146"/>
                    <a:pt x="320" y="55"/>
                    <a:pt x="252" y="9"/>
                  </a:cubicBezTo>
                  <a:cubicBezTo>
                    <a:pt x="230" y="4"/>
                    <a:pt x="209" y="1"/>
                    <a:pt x="18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9"/>
            <p:cNvSpPr/>
            <p:nvPr/>
          </p:nvSpPr>
          <p:spPr>
            <a:xfrm>
              <a:off x="5992950" y="1251800"/>
              <a:ext cx="8575" cy="7550"/>
            </a:xfrm>
            <a:custGeom>
              <a:avLst/>
              <a:gdLst/>
              <a:ahLst/>
              <a:cxnLst/>
              <a:rect l="l" t="t" r="r" b="b"/>
              <a:pathLst>
                <a:path w="343" h="302" extrusionOk="0">
                  <a:moveTo>
                    <a:pt x="174" y="1"/>
                  </a:moveTo>
                  <a:cubicBezTo>
                    <a:pt x="119" y="1"/>
                    <a:pt x="63" y="26"/>
                    <a:pt x="46" y="78"/>
                  </a:cubicBezTo>
                  <a:cubicBezTo>
                    <a:pt x="0" y="146"/>
                    <a:pt x="46" y="237"/>
                    <a:pt x="114" y="283"/>
                  </a:cubicBezTo>
                  <a:cubicBezTo>
                    <a:pt x="133" y="296"/>
                    <a:pt x="154" y="301"/>
                    <a:pt x="176" y="301"/>
                  </a:cubicBezTo>
                  <a:cubicBezTo>
                    <a:pt x="230" y="301"/>
                    <a:pt x="287" y="264"/>
                    <a:pt x="320" y="215"/>
                  </a:cubicBezTo>
                  <a:cubicBezTo>
                    <a:pt x="343" y="146"/>
                    <a:pt x="320"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9"/>
            <p:cNvSpPr/>
            <p:nvPr/>
          </p:nvSpPr>
          <p:spPr>
            <a:xfrm>
              <a:off x="5697350" y="1384525"/>
              <a:ext cx="10300" cy="8900"/>
            </a:xfrm>
            <a:custGeom>
              <a:avLst/>
              <a:gdLst/>
              <a:ahLst/>
              <a:cxnLst/>
              <a:rect l="l" t="t" r="r" b="b"/>
              <a:pathLst>
                <a:path w="412" h="356" extrusionOk="0">
                  <a:moveTo>
                    <a:pt x="202" y="1"/>
                  </a:moveTo>
                  <a:cubicBezTo>
                    <a:pt x="138" y="1"/>
                    <a:pt x="80" y="43"/>
                    <a:pt x="46" y="110"/>
                  </a:cubicBezTo>
                  <a:cubicBezTo>
                    <a:pt x="1" y="178"/>
                    <a:pt x="46" y="292"/>
                    <a:pt x="115" y="338"/>
                  </a:cubicBezTo>
                  <a:cubicBezTo>
                    <a:pt x="139" y="350"/>
                    <a:pt x="165" y="356"/>
                    <a:pt x="191" y="356"/>
                  </a:cubicBezTo>
                  <a:cubicBezTo>
                    <a:pt x="262" y="356"/>
                    <a:pt x="332" y="314"/>
                    <a:pt x="366" y="247"/>
                  </a:cubicBezTo>
                  <a:cubicBezTo>
                    <a:pt x="412" y="178"/>
                    <a:pt x="366" y="64"/>
                    <a:pt x="275" y="18"/>
                  </a:cubicBezTo>
                  <a:cubicBezTo>
                    <a:pt x="250" y="6"/>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9"/>
            <p:cNvSpPr/>
            <p:nvPr/>
          </p:nvSpPr>
          <p:spPr>
            <a:xfrm>
              <a:off x="5722475" y="1373550"/>
              <a:ext cx="8575" cy="7450"/>
            </a:xfrm>
            <a:custGeom>
              <a:avLst/>
              <a:gdLst/>
              <a:ahLst/>
              <a:cxnLst/>
              <a:rect l="l" t="t" r="r" b="b"/>
              <a:pathLst>
                <a:path w="343" h="298" extrusionOk="0">
                  <a:moveTo>
                    <a:pt x="178" y="1"/>
                  </a:moveTo>
                  <a:cubicBezTo>
                    <a:pt x="127" y="1"/>
                    <a:pt x="76" y="31"/>
                    <a:pt x="46" y="92"/>
                  </a:cubicBezTo>
                  <a:cubicBezTo>
                    <a:pt x="0" y="161"/>
                    <a:pt x="46" y="252"/>
                    <a:pt x="114" y="275"/>
                  </a:cubicBezTo>
                  <a:cubicBezTo>
                    <a:pt x="137" y="290"/>
                    <a:pt x="162" y="298"/>
                    <a:pt x="188" y="298"/>
                  </a:cubicBezTo>
                  <a:cubicBezTo>
                    <a:pt x="238" y="298"/>
                    <a:pt x="289" y="267"/>
                    <a:pt x="320" y="206"/>
                  </a:cubicBezTo>
                  <a:cubicBezTo>
                    <a:pt x="342" y="138"/>
                    <a:pt x="320" y="47"/>
                    <a:pt x="251" y="24"/>
                  </a:cubicBezTo>
                  <a:cubicBezTo>
                    <a:pt x="228" y="9"/>
                    <a:pt x="203"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9"/>
            <p:cNvSpPr/>
            <p:nvPr/>
          </p:nvSpPr>
          <p:spPr>
            <a:xfrm>
              <a:off x="5906200" y="1296625"/>
              <a:ext cx="9725" cy="8375"/>
            </a:xfrm>
            <a:custGeom>
              <a:avLst/>
              <a:gdLst/>
              <a:ahLst/>
              <a:cxnLst/>
              <a:rect l="l" t="t" r="r" b="b"/>
              <a:pathLst>
                <a:path w="389" h="335" extrusionOk="0">
                  <a:moveTo>
                    <a:pt x="199" y="1"/>
                  </a:moveTo>
                  <a:cubicBezTo>
                    <a:pt x="136" y="1"/>
                    <a:pt x="79" y="38"/>
                    <a:pt x="46" y="88"/>
                  </a:cubicBezTo>
                  <a:cubicBezTo>
                    <a:pt x="1" y="179"/>
                    <a:pt x="46" y="270"/>
                    <a:pt x="115" y="316"/>
                  </a:cubicBezTo>
                  <a:cubicBezTo>
                    <a:pt x="140" y="329"/>
                    <a:pt x="166" y="334"/>
                    <a:pt x="190" y="334"/>
                  </a:cubicBezTo>
                  <a:cubicBezTo>
                    <a:pt x="254" y="334"/>
                    <a:pt x="310" y="297"/>
                    <a:pt x="343" y="248"/>
                  </a:cubicBezTo>
                  <a:cubicBezTo>
                    <a:pt x="389" y="156"/>
                    <a:pt x="343" y="65"/>
                    <a:pt x="275" y="19"/>
                  </a:cubicBezTo>
                  <a:cubicBezTo>
                    <a:pt x="249" y="7"/>
                    <a:pt x="224"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9"/>
            <p:cNvSpPr/>
            <p:nvPr/>
          </p:nvSpPr>
          <p:spPr>
            <a:xfrm>
              <a:off x="5542150" y="1355875"/>
              <a:ext cx="10300" cy="9050"/>
            </a:xfrm>
            <a:custGeom>
              <a:avLst/>
              <a:gdLst/>
              <a:ahLst/>
              <a:cxnLst/>
              <a:rect l="l" t="t" r="r" b="b"/>
              <a:pathLst>
                <a:path w="412" h="362" extrusionOk="0">
                  <a:moveTo>
                    <a:pt x="179" y="0"/>
                  </a:moveTo>
                  <a:cubicBezTo>
                    <a:pt x="117" y="0"/>
                    <a:pt x="61" y="31"/>
                    <a:pt x="46" y="92"/>
                  </a:cubicBezTo>
                  <a:cubicBezTo>
                    <a:pt x="0" y="183"/>
                    <a:pt x="23" y="297"/>
                    <a:pt x="114" y="343"/>
                  </a:cubicBezTo>
                  <a:cubicBezTo>
                    <a:pt x="140" y="355"/>
                    <a:pt x="167" y="361"/>
                    <a:pt x="194" y="361"/>
                  </a:cubicBezTo>
                  <a:cubicBezTo>
                    <a:pt x="264" y="361"/>
                    <a:pt x="333" y="324"/>
                    <a:pt x="365" y="274"/>
                  </a:cubicBezTo>
                  <a:cubicBezTo>
                    <a:pt x="411" y="183"/>
                    <a:pt x="365" y="69"/>
                    <a:pt x="274" y="23"/>
                  </a:cubicBezTo>
                  <a:cubicBezTo>
                    <a:pt x="244" y="8"/>
                    <a:pt x="211" y="0"/>
                    <a:pt x="17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9"/>
            <p:cNvSpPr/>
            <p:nvPr/>
          </p:nvSpPr>
          <p:spPr>
            <a:xfrm>
              <a:off x="6186950" y="1940200"/>
              <a:ext cx="9175" cy="7900"/>
            </a:xfrm>
            <a:custGeom>
              <a:avLst/>
              <a:gdLst/>
              <a:ahLst/>
              <a:cxnLst/>
              <a:rect l="l" t="t" r="r" b="b"/>
              <a:pathLst>
                <a:path w="367" h="316" extrusionOk="0">
                  <a:moveTo>
                    <a:pt x="178" y="0"/>
                  </a:moveTo>
                  <a:cubicBezTo>
                    <a:pt x="128" y="0"/>
                    <a:pt x="77" y="31"/>
                    <a:pt x="46" y="92"/>
                  </a:cubicBezTo>
                  <a:cubicBezTo>
                    <a:pt x="1" y="160"/>
                    <a:pt x="46" y="251"/>
                    <a:pt x="115" y="297"/>
                  </a:cubicBezTo>
                  <a:cubicBezTo>
                    <a:pt x="140" y="310"/>
                    <a:pt x="166" y="316"/>
                    <a:pt x="190" y="316"/>
                  </a:cubicBezTo>
                  <a:cubicBezTo>
                    <a:pt x="252" y="316"/>
                    <a:pt x="304" y="278"/>
                    <a:pt x="320" y="229"/>
                  </a:cubicBezTo>
                  <a:cubicBezTo>
                    <a:pt x="366" y="137"/>
                    <a:pt x="343" y="46"/>
                    <a:pt x="252" y="23"/>
                  </a:cubicBezTo>
                  <a:cubicBezTo>
                    <a:pt x="229" y="8"/>
                    <a:pt x="204"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9"/>
            <p:cNvSpPr/>
            <p:nvPr/>
          </p:nvSpPr>
          <p:spPr>
            <a:xfrm>
              <a:off x="6139600" y="1815900"/>
              <a:ext cx="10300" cy="8925"/>
            </a:xfrm>
            <a:custGeom>
              <a:avLst/>
              <a:gdLst/>
              <a:ahLst/>
              <a:cxnLst/>
              <a:rect l="l" t="t" r="r" b="b"/>
              <a:pathLst>
                <a:path w="412" h="357" extrusionOk="0">
                  <a:moveTo>
                    <a:pt x="217" y="1"/>
                  </a:moveTo>
                  <a:cubicBezTo>
                    <a:pt x="147" y="1"/>
                    <a:pt x="79" y="38"/>
                    <a:pt x="46" y="88"/>
                  </a:cubicBezTo>
                  <a:cubicBezTo>
                    <a:pt x="0" y="179"/>
                    <a:pt x="46" y="293"/>
                    <a:pt x="137" y="339"/>
                  </a:cubicBezTo>
                  <a:cubicBezTo>
                    <a:pt x="162" y="351"/>
                    <a:pt x="188" y="357"/>
                    <a:pt x="213" y="357"/>
                  </a:cubicBezTo>
                  <a:cubicBezTo>
                    <a:pt x="283" y="357"/>
                    <a:pt x="349" y="314"/>
                    <a:pt x="366" y="248"/>
                  </a:cubicBezTo>
                  <a:cubicBezTo>
                    <a:pt x="411" y="156"/>
                    <a:pt x="388" y="65"/>
                    <a:pt x="297" y="19"/>
                  </a:cubicBezTo>
                  <a:cubicBezTo>
                    <a:pt x="272" y="7"/>
                    <a:pt x="244" y="1"/>
                    <a:pt x="2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9"/>
            <p:cNvSpPr/>
            <p:nvPr/>
          </p:nvSpPr>
          <p:spPr>
            <a:xfrm>
              <a:off x="5478225" y="1580475"/>
              <a:ext cx="6875" cy="5600"/>
            </a:xfrm>
            <a:custGeom>
              <a:avLst/>
              <a:gdLst/>
              <a:ahLst/>
              <a:cxnLst/>
              <a:rect l="l" t="t" r="r" b="b"/>
              <a:pathLst>
                <a:path w="275" h="224" extrusionOk="0">
                  <a:moveTo>
                    <a:pt x="129" y="1"/>
                  </a:moveTo>
                  <a:cubicBezTo>
                    <a:pt x="81" y="1"/>
                    <a:pt x="40" y="22"/>
                    <a:pt x="24" y="55"/>
                  </a:cubicBezTo>
                  <a:cubicBezTo>
                    <a:pt x="1" y="124"/>
                    <a:pt x="24" y="192"/>
                    <a:pt x="69" y="215"/>
                  </a:cubicBezTo>
                  <a:cubicBezTo>
                    <a:pt x="88" y="221"/>
                    <a:pt x="106" y="224"/>
                    <a:pt x="123" y="224"/>
                  </a:cubicBezTo>
                  <a:cubicBezTo>
                    <a:pt x="171" y="224"/>
                    <a:pt x="212" y="203"/>
                    <a:pt x="229" y="169"/>
                  </a:cubicBezTo>
                  <a:cubicBezTo>
                    <a:pt x="275" y="101"/>
                    <a:pt x="252" y="32"/>
                    <a:pt x="183" y="9"/>
                  </a:cubicBezTo>
                  <a:cubicBezTo>
                    <a:pt x="165"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9"/>
            <p:cNvSpPr/>
            <p:nvPr/>
          </p:nvSpPr>
          <p:spPr>
            <a:xfrm>
              <a:off x="5567825" y="1510500"/>
              <a:ext cx="9725" cy="8600"/>
            </a:xfrm>
            <a:custGeom>
              <a:avLst/>
              <a:gdLst/>
              <a:ahLst/>
              <a:cxnLst/>
              <a:rect l="l" t="t" r="r" b="b"/>
              <a:pathLst>
                <a:path w="389" h="344" extrusionOk="0">
                  <a:moveTo>
                    <a:pt x="179" y="1"/>
                  </a:moveTo>
                  <a:cubicBezTo>
                    <a:pt x="114" y="1"/>
                    <a:pt x="54" y="31"/>
                    <a:pt x="23" y="92"/>
                  </a:cubicBezTo>
                  <a:cubicBezTo>
                    <a:pt x="0" y="184"/>
                    <a:pt x="23" y="298"/>
                    <a:pt x="114" y="321"/>
                  </a:cubicBezTo>
                  <a:cubicBezTo>
                    <a:pt x="145" y="336"/>
                    <a:pt x="175" y="343"/>
                    <a:pt x="204" y="343"/>
                  </a:cubicBezTo>
                  <a:cubicBezTo>
                    <a:pt x="262" y="343"/>
                    <a:pt x="312" y="313"/>
                    <a:pt x="343" y="252"/>
                  </a:cubicBezTo>
                  <a:cubicBezTo>
                    <a:pt x="388" y="161"/>
                    <a:pt x="343" y="69"/>
                    <a:pt x="274" y="24"/>
                  </a:cubicBezTo>
                  <a:cubicBezTo>
                    <a:pt x="244" y="9"/>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9"/>
            <p:cNvSpPr/>
            <p:nvPr/>
          </p:nvSpPr>
          <p:spPr>
            <a:xfrm>
              <a:off x="5613475" y="1620175"/>
              <a:ext cx="8000" cy="7225"/>
            </a:xfrm>
            <a:custGeom>
              <a:avLst/>
              <a:gdLst/>
              <a:ahLst/>
              <a:cxnLst/>
              <a:rect l="l" t="t" r="r" b="b"/>
              <a:pathLst>
                <a:path w="320" h="289" extrusionOk="0">
                  <a:moveTo>
                    <a:pt x="167" y="1"/>
                  </a:moveTo>
                  <a:cubicBezTo>
                    <a:pt x="113" y="1"/>
                    <a:pt x="56" y="38"/>
                    <a:pt x="23" y="88"/>
                  </a:cubicBezTo>
                  <a:cubicBezTo>
                    <a:pt x="0" y="156"/>
                    <a:pt x="23" y="248"/>
                    <a:pt x="92" y="270"/>
                  </a:cubicBezTo>
                  <a:cubicBezTo>
                    <a:pt x="111" y="283"/>
                    <a:pt x="132" y="289"/>
                    <a:pt x="153" y="289"/>
                  </a:cubicBezTo>
                  <a:cubicBezTo>
                    <a:pt x="208" y="289"/>
                    <a:pt x="264" y="251"/>
                    <a:pt x="297" y="202"/>
                  </a:cubicBezTo>
                  <a:cubicBezTo>
                    <a:pt x="320" y="133"/>
                    <a:pt x="297" y="65"/>
                    <a:pt x="229" y="19"/>
                  </a:cubicBezTo>
                  <a:cubicBezTo>
                    <a:pt x="210" y="7"/>
                    <a:pt x="189" y="1"/>
                    <a:pt x="16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9"/>
            <p:cNvSpPr/>
            <p:nvPr/>
          </p:nvSpPr>
          <p:spPr>
            <a:xfrm>
              <a:off x="6384975" y="2316600"/>
              <a:ext cx="6875" cy="5375"/>
            </a:xfrm>
            <a:custGeom>
              <a:avLst/>
              <a:gdLst/>
              <a:ahLst/>
              <a:cxnLst/>
              <a:rect l="l" t="t" r="r" b="b"/>
              <a:pathLst>
                <a:path w="275" h="215" extrusionOk="0">
                  <a:moveTo>
                    <a:pt x="129" y="1"/>
                  </a:moveTo>
                  <a:cubicBezTo>
                    <a:pt x="73" y="1"/>
                    <a:pt x="17" y="26"/>
                    <a:pt x="0" y="78"/>
                  </a:cubicBezTo>
                  <a:lnTo>
                    <a:pt x="251" y="214"/>
                  </a:lnTo>
                  <a:cubicBezTo>
                    <a:pt x="274" y="146"/>
                    <a:pt x="251" y="55"/>
                    <a:pt x="183" y="9"/>
                  </a:cubicBezTo>
                  <a:cubicBezTo>
                    <a:pt x="166"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9"/>
            <p:cNvSpPr/>
            <p:nvPr/>
          </p:nvSpPr>
          <p:spPr>
            <a:xfrm>
              <a:off x="5201475" y="1509350"/>
              <a:ext cx="8025" cy="7100"/>
            </a:xfrm>
            <a:custGeom>
              <a:avLst/>
              <a:gdLst/>
              <a:ahLst/>
              <a:cxnLst/>
              <a:rect l="l" t="t" r="r" b="b"/>
              <a:pathLst>
                <a:path w="321" h="284" extrusionOk="0">
                  <a:moveTo>
                    <a:pt x="150" y="0"/>
                  </a:moveTo>
                  <a:cubicBezTo>
                    <a:pt x="101" y="0"/>
                    <a:pt x="53" y="26"/>
                    <a:pt x="23" y="70"/>
                  </a:cubicBezTo>
                  <a:cubicBezTo>
                    <a:pt x="1" y="138"/>
                    <a:pt x="23" y="230"/>
                    <a:pt x="92" y="275"/>
                  </a:cubicBezTo>
                  <a:cubicBezTo>
                    <a:pt x="109" y="281"/>
                    <a:pt x="127" y="284"/>
                    <a:pt x="146" y="284"/>
                  </a:cubicBezTo>
                  <a:cubicBezTo>
                    <a:pt x="202" y="284"/>
                    <a:pt x="257" y="258"/>
                    <a:pt x="274" y="207"/>
                  </a:cubicBezTo>
                  <a:cubicBezTo>
                    <a:pt x="320" y="138"/>
                    <a:pt x="297" y="47"/>
                    <a:pt x="229" y="24"/>
                  </a:cubicBezTo>
                  <a:cubicBezTo>
                    <a:pt x="205" y="8"/>
                    <a:pt x="177" y="0"/>
                    <a:pt x="15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9"/>
            <p:cNvSpPr/>
            <p:nvPr/>
          </p:nvSpPr>
          <p:spPr>
            <a:xfrm>
              <a:off x="5187775" y="1534250"/>
              <a:ext cx="6300" cy="5600"/>
            </a:xfrm>
            <a:custGeom>
              <a:avLst/>
              <a:gdLst/>
              <a:ahLst/>
              <a:cxnLst/>
              <a:rect l="l" t="t" r="r" b="b"/>
              <a:pathLst>
                <a:path w="252" h="224" extrusionOk="0">
                  <a:moveTo>
                    <a:pt x="129" y="1"/>
                  </a:moveTo>
                  <a:cubicBezTo>
                    <a:pt x="81" y="1"/>
                    <a:pt x="40" y="22"/>
                    <a:pt x="24" y="55"/>
                  </a:cubicBezTo>
                  <a:cubicBezTo>
                    <a:pt x="1" y="124"/>
                    <a:pt x="24" y="192"/>
                    <a:pt x="69" y="215"/>
                  </a:cubicBezTo>
                  <a:cubicBezTo>
                    <a:pt x="86" y="221"/>
                    <a:pt x="103" y="224"/>
                    <a:pt x="120" y="224"/>
                  </a:cubicBezTo>
                  <a:cubicBezTo>
                    <a:pt x="169" y="224"/>
                    <a:pt x="212" y="198"/>
                    <a:pt x="229" y="147"/>
                  </a:cubicBezTo>
                  <a:cubicBezTo>
                    <a:pt x="252" y="101"/>
                    <a:pt x="229" y="32"/>
                    <a:pt x="183" y="10"/>
                  </a:cubicBezTo>
                  <a:cubicBezTo>
                    <a:pt x="165" y="4"/>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9"/>
            <p:cNvSpPr/>
            <p:nvPr/>
          </p:nvSpPr>
          <p:spPr>
            <a:xfrm>
              <a:off x="5635725" y="1965325"/>
              <a:ext cx="9725" cy="6850"/>
            </a:xfrm>
            <a:custGeom>
              <a:avLst/>
              <a:gdLst/>
              <a:ahLst/>
              <a:cxnLst/>
              <a:rect l="l" t="t" r="r" b="b"/>
              <a:pathLst>
                <a:path w="389" h="274" extrusionOk="0">
                  <a:moveTo>
                    <a:pt x="161" y="0"/>
                  </a:moveTo>
                  <a:cubicBezTo>
                    <a:pt x="95" y="0"/>
                    <a:pt x="32" y="36"/>
                    <a:pt x="1" y="114"/>
                  </a:cubicBezTo>
                  <a:lnTo>
                    <a:pt x="343" y="274"/>
                  </a:lnTo>
                  <a:cubicBezTo>
                    <a:pt x="389" y="182"/>
                    <a:pt x="366" y="68"/>
                    <a:pt x="252" y="23"/>
                  </a:cubicBezTo>
                  <a:cubicBezTo>
                    <a:pt x="223" y="8"/>
                    <a:pt x="192"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9"/>
            <p:cNvSpPr/>
            <p:nvPr/>
          </p:nvSpPr>
          <p:spPr>
            <a:xfrm>
              <a:off x="6372425" y="1720300"/>
              <a:ext cx="8575" cy="7525"/>
            </a:xfrm>
            <a:custGeom>
              <a:avLst/>
              <a:gdLst/>
              <a:ahLst/>
              <a:cxnLst/>
              <a:rect l="l" t="t" r="r" b="b"/>
              <a:pathLst>
                <a:path w="343" h="301" extrusionOk="0">
                  <a:moveTo>
                    <a:pt x="174" y="0"/>
                  </a:moveTo>
                  <a:cubicBezTo>
                    <a:pt x="117" y="0"/>
                    <a:pt x="57" y="26"/>
                    <a:pt x="23" y="77"/>
                  </a:cubicBezTo>
                  <a:cubicBezTo>
                    <a:pt x="0" y="168"/>
                    <a:pt x="23" y="260"/>
                    <a:pt x="114" y="283"/>
                  </a:cubicBezTo>
                  <a:cubicBezTo>
                    <a:pt x="133" y="295"/>
                    <a:pt x="154" y="301"/>
                    <a:pt x="175" y="301"/>
                  </a:cubicBezTo>
                  <a:cubicBezTo>
                    <a:pt x="228" y="301"/>
                    <a:pt x="280" y="263"/>
                    <a:pt x="297" y="214"/>
                  </a:cubicBezTo>
                  <a:cubicBezTo>
                    <a:pt x="342" y="146"/>
                    <a:pt x="297" y="54"/>
                    <a:pt x="228" y="9"/>
                  </a:cubicBezTo>
                  <a:cubicBezTo>
                    <a:pt x="211"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9"/>
            <p:cNvSpPr/>
            <p:nvPr/>
          </p:nvSpPr>
          <p:spPr>
            <a:xfrm>
              <a:off x="6505375" y="1711725"/>
              <a:ext cx="8575" cy="7550"/>
            </a:xfrm>
            <a:custGeom>
              <a:avLst/>
              <a:gdLst/>
              <a:ahLst/>
              <a:cxnLst/>
              <a:rect l="l" t="t" r="r" b="b"/>
              <a:pathLst>
                <a:path w="343" h="302" extrusionOk="0">
                  <a:moveTo>
                    <a:pt x="174" y="1"/>
                  </a:moveTo>
                  <a:cubicBezTo>
                    <a:pt x="117" y="1"/>
                    <a:pt x="57" y="26"/>
                    <a:pt x="23" y="78"/>
                  </a:cubicBezTo>
                  <a:cubicBezTo>
                    <a:pt x="0" y="169"/>
                    <a:pt x="23" y="238"/>
                    <a:pt x="92" y="283"/>
                  </a:cubicBezTo>
                  <a:cubicBezTo>
                    <a:pt x="117" y="296"/>
                    <a:pt x="143" y="302"/>
                    <a:pt x="167" y="302"/>
                  </a:cubicBezTo>
                  <a:cubicBezTo>
                    <a:pt x="229" y="302"/>
                    <a:pt x="281" y="264"/>
                    <a:pt x="297" y="215"/>
                  </a:cubicBezTo>
                  <a:cubicBezTo>
                    <a:pt x="343" y="146"/>
                    <a:pt x="320" y="55"/>
                    <a:pt x="229"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9"/>
            <p:cNvSpPr/>
            <p:nvPr/>
          </p:nvSpPr>
          <p:spPr>
            <a:xfrm>
              <a:off x="6101375" y="1756575"/>
              <a:ext cx="10850" cy="9475"/>
            </a:xfrm>
            <a:custGeom>
              <a:avLst/>
              <a:gdLst/>
              <a:ahLst/>
              <a:cxnLst/>
              <a:rect l="l" t="t" r="r" b="b"/>
              <a:pathLst>
                <a:path w="434" h="379" extrusionOk="0">
                  <a:moveTo>
                    <a:pt x="220" y="1"/>
                  </a:moveTo>
                  <a:cubicBezTo>
                    <a:pt x="149" y="1"/>
                    <a:pt x="79" y="43"/>
                    <a:pt x="46" y="110"/>
                  </a:cubicBezTo>
                  <a:cubicBezTo>
                    <a:pt x="0" y="201"/>
                    <a:pt x="46" y="315"/>
                    <a:pt x="137" y="361"/>
                  </a:cubicBezTo>
                  <a:cubicBezTo>
                    <a:pt x="161" y="373"/>
                    <a:pt x="188" y="379"/>
                    <a:pt x="214" y="379"/>
                  </a:cubicBezTo>
                  <a:cubicBezTo>
                    <a:pt x="285" y="379"/>
                    <a:pt x="355" y="336"/>
                    <a:pt x="388" y="270"/>
                  </a:cubicBezTo>
                  <a:cubicBezTo>
                    <a:pt x="434" y="178"/>
                    <a:pt x="388" y="64"/>
                    <a:pt x="297" y="18"/>
                  </a:cubicBezTo>
                  <a:cubicBezTo>
                    <a:pt x="272" y="6"/>
                    <a:pt x="246"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9"/>
            <p:cNvSpPr/>
            <p:nvPr/>
          </p:nvSpPr>
          <p:spPr>
            <a:xfrm>
              <a:off x="6251450" y="1740850"/>
              <a:ext cx="9725" cy="8425"/>
            </a:xfrm>
            <a:custGeom>
              <a:avLst/>
              <a:gdLst/>
              <a:ahLst/>
              <a:cxnLst/>
              <a:rect l="l" t="t" r="r" b="b"/>
              <a:pathLst>
                <a:path w="389" h="337" extrusionOk="0">
                  <a:moveTo>
                    <a:pt x="197" y="0"/>
                  </a:moveTo>
                  <a:cubicBezTo>
                    <a:pt x="134" y="0"/>
                    <a:pt x="63" y="30"/>
                    <a:pt x="46" y="100"/>
                  </a:cubicBezTo>
                  <a:cubicBezTo>
                    <a:pt x="0" y="168"/>
                    <a:pt x="23" y="282"/>
                    <a:pt x="114" y="328"/>
                  </a:cubicBezTo>
                  <a:cubicBezTo>
                    <a:pt x="136" y="333"/>
                    <a:pt x="157" y="336"/>
                    <a:pt x="178" y="336"/>
                  </a:cubicBezTo>
                  <a:cubicBezTo>
                    <a:pt x="246" y="336"/>
                    <a:pt x="308" y="306"/>
                    <a:pt x="342" y="237"/>
                  </a:cubicBezTo>
                  <a:cubicBezTo>
                    <a:pt x="388" y="168"/>
                    <a:pt x="342" y="54"/>
                    <a:pt x="251" y="8"/>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9"/>
            <p:cNvSpPr/>
            <p:nvPr/>
          </p:nvSpPr>
          <p:spPr>
            <a:xfrm>
              <a:off x="5610625" y="1938050"/>
              <a:ext cx="9725" cy="8650"/>
            </a:xfrm>
            <a:custGeom>
              <a:avLst/>
              <a:gdLst/>
              <a:ahLst/>
              <a:cxnLst/>
              <a:rect l="l" t="t" r="r" b="b"/>
              <a:pathLst>
                <a:path w="389" h="346" extrusionOk="0">
                  <a:moveTo>
                    <a:pt x="189" y="0"/>
                  </a:moveTo>
                  <a:cubicBezTo>
                    <a:pt x="128" y="0"/>
                    <a:pt x="63" y="42"/>
                    <a:pt x="46" y="109"/>
                  </a:cubicBezTo>
                  <a:cubicBezTo>
                    <a:pt x="0" y="178"/>
                    <a:pt x="23" y="292"/>
                    <a:pt x="114" y="337"/>
                  </a:cubicBezTo>
                  <a:cubicBezTo>
                    <a:pt x="136" y="343"/>
                    <a:pt x="157" y="346"/>
                    <a:pt x="178" y="346"/>
                  </a:cubicBezTo>
                  <a:cubicBezTo>
                    <a:pt x="246" y="346"/>
                    <a:pt x="308" y="316"/>
                    <a:pt x="343" y="246"/>
                  </a:cubicBezTo>
                  <a:cubicBezTo>
                    <a:pt x="388" y="178"/>
                    <a:pt x="343" y="64"/>
                    <a:pt x="251" y="18"/>
                  </a:cubicBezTo>
                  <a:cubicBezTo>
                    <a:pt x="233" y="6"/>
                    <a:pt x="211"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9"/>
            <p:cNvSpPr/>
            <p:nvPr/>
          </p:nvSpPr>
          <p:spPr>
            <a:xfrm>
              <a:off x="6083675" y="1881975"/>
              <a:ext cx="6300" cy="5775"/>
            </a:xfrm>
            <a:custGeom>
              <a:avLst/>
              <a:gdLst/>
              <a:ahLst/>
              <a:cxnLst/>
              <a:rect l="l" t="t" r="r" b="b"/>
              <a:pathLst>
                <a:path w="252" h="231" extrusionOk="0">
                  <a:moveTo>
                    <a:pt x="106" y="0"/>
                  </a:moveTo>
                  <a:cubicBezTo>
                    <a:pt x="72" y="0"/>
                    <a:pt x="38" y="25"/>
                    <a:pt x="23" y="70"/>
                  </a:cubicBezTo>
                  <a:cubicBezTo>
                    <a:pt x="0" y="115"/>
                    <a:pt x="23" y="184"/>
                    <a:pt x="69" y="207"/>
                  </a:cubicBezTo>
                  <a:cubicBezTo>
                    <a:pt x="93" y="223"/>
                    <a:pt x="115" y="230"/>
                    <a:pt x="134" y="230"/>
                  </a:cubicBezTo>
                  <a:cubicBezTo>
                    <a:pt x="170" y="230"/>
                    <a:pt x="199" y="205"/>
                    <a:pt x="229" y="161"/>
                  </a:cubicBezTo>
                  <a:cubicBezTo>
                    <a:pt x="252" y="115"/>
                    <a:pt x="229" y="47"/>
                    <a:pt x="160" y="24"/>
                  </a:cubicBezTo>
                  <a:cubicBezTo>
                    <a:pt x="144" y="8"/>
                    <a:pt x="125" y="0"/>
                    <a:pt x="1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9"/>
            <p:cNvSpPr/>
            <p:nvPr/>
          </p:nvSpPr>
          <p:spPr>
            <a:xfrm>
              <a:off x="6080250" y="1867825"/>
              <a:ext cx="7450" cy="6225"/>
            </a:xfrm>
            <a:custGeom>
              <a:avLst/>
              <a:gdLst/>
              <a:ahLst/>
              <a:cxnLst/>
              <a:rect l="l" t="t" r="r" b="b"/>
              <a:pathLst>
                <a:path w="298" h="249" extrusionOk="0">
                  <a:moveTo>
                    <a:pt x="147" y="1"/>
                  </a:moveTo>
                  <a:cubicBezTo>
                    <a:pt x="101" y="1"/>
                    <a:pt x="62" y="33"/>
                    <a:pt x="46" y="65"/>
                  </a:cubicBezTo>
                  <a:cubicBezTo>
                    <a:pt x="0" y="134"/>
                    <a:pt x="46" y="202"/>
                    <a:pt x="92" y="225"/>
                  </a:cubicBezTo>
                  <a:cubicBezTo>
                    <a:pt x="116" y="241"/>
                    <a:pt x="140" y="249"/>
                    <a:pt x="164" y="249"/>
                  </a:cubicBezTo>
                  <a:cubicBezTo>
                    <a:pt x="206" y="249"/>
                    <a:pt x="245" y="223"/>
                    <a:pt x="274" y="179"/>
                  </a:cubicBezTo>
                  <a:cubicBezTo>
                    <a:pt x="297" y="111"/>
                    <a:pt x="274" y="42"/>
                    <a:pt x="206" y="19"/>
                  </a:cubicBezTo>
                  <a:cubicBezTo>
                    <a:pt x="186" y="6"/>
                    <a:pt x="166"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9"/>
            <p:cNvSpPr/>
            <p:nvPr/>
          </p:nvSpPr>
          <p:spPr>
            <a:xfrm>
              <a:off x="5512475" y="1362275"/>
              <a:ext cx="10850" cy="9575"/>
            </a:xfrm>
            <a:custGeom>
              <a:avLst/>
              <a:gdLst/>
              <a:ahLst/>
              <a:cxnLst/>
              <a:rect l="l" t="t" r="r" b="b"/>
              <a:pathLst>
                <a:path w="434" h="383" extrusionOk="0">
                  <a:moveTo>
                    <a:pt x="220" y="0"/>
                  </a:moveTo>
                  <a:cubicBezTo>
                    <a:pt x="149" y="0"/>
                    <a:pt x="79" y="43"/>
                    <a:pt x="46" y="110"/>
                  </a:cubicBezTo>
                  <a:cubicBezTo>
                    <a:pt x="0" y="201"/>
                    <a:pt x="46" y="315"/>
                    <a:pt x="137" y="361"/>
                  </a:cubicBezTo>
                  <a:cubicBezTo>
                    <a:pt x="166" y="375"/>
                    <a:pt x="197" y="383"/>
                    <a:pt x="228" y="383"/>
                  </a:cubicBezTo>
                  <a:cubicBezTo>
                    <a:pt x="294" y="383"/>
                    <a:pt x="357" y="347"/>
                    <a:pt x="388" y="269"/>
                  </a:cubicBezTo>
                  <a:cubicBezTo>
                    <a:pt x="434" y="178"/>
                    <a:pt x="388" y="64"/>
                    <a:pt x="297" y="18"/>
                  </a:cubicBezTo>
                  <a:cubicBezTo>
                    <a:pt x="273"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9"/>
            <p:cNvSpPr/>
            <p:nvPr/>
          </p:nvSpPr>
          <p:spPr>
            <a:xfrm>
              <a:off x="5345850" y="1593050"/>
              <a:ext cx="10300" cy="8800"/>
            </a:xfrm>
            <a:custGeom>
              <a:avLst/>
              <a:gdLst/>
              <a:ahLst/>
              <a:cxnLst/>
              <a:rect l="l" t="t" r="r" b="b"/>
              <a:pathLst>
                <a:path w="412" h="352" extrusionOk="0">
                  <a:moveTo>
                    <a:pt x="230" y="0"/>
                  </a:moveTo>
                  <a:cubicBezTo>
                    <a:pt x="156" y="0"/>
                    <a:pt x="81" y="30"/>
                    <a:pt x="46" y="100"/>
                  </a:cubicBezTo>
                  <a:cubicBezTo>
                    <a:pt x="0" y="191"/>
                    <a:pt x="46" y="305"/>
                    <a:pt x="137" y="328"/>
                  </a:cubicBezTo>
                  <a:cubicBezTo>
                    <a:pt x="168" y="343"/>
                    <a:pt x="198" y="351"/>
                    <a:pt x="227" y="351"/>
                  </a:cubicBezTo>
                  <a:cubicBezTo>
                    <a:pt x="284" y="351"/>
                    <a:pt x="335" y="321"/>
                    <a:pt x="366" y="260"/>
                  </a:cubicBezTo>
                  <a:cubicBezTo>
                    <a:pt x="411" y="168"/>
                    <a:pt x="388" y="54"/>
                    <a:pt x="297" y="9"/>
                  </a:cubicBezTo>
                  <a:cubicBezTo>
                    <a:pt x="275" y="3"/>
                    <a:pt x="253"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9"/>
            <p:cNvSpPr/>
            <p:nvPr/>
          </p:nvSpPr>
          <p:spPr>
            <a:xfrm>
              <a:off x="5846850" y="1798800"/>
              <a:ext cx="11450" cy="9600"/>
            </a:xfrm>
            <a:custGeom>
              <a:avLst/>
              <a:gdLst/>
              <a:ahLst/>
              <a:cxnLst/>
              <a:rect l="l" t="t" r="r" b="b"/>
              <a:pathLst>
                <a:path w="458" h="384" extrusionOk="0">
                  <a:moveTo>
                    <a:pt x="240" y="1"/>
                  </a:moveTo>
                  <a:cubicBezTo>
                    <a:pt x="162" y="1"/>
                    <a:pt x="80" y="43"/>
                    <a:pt x="47" y="110"/>
                  </a:cubicBezTo>
                  <a:cubicBezTo>
                    <a:pt x="1" y="201"/>
                    <a:pt x="47" y="315"/>
                    <a:pt x="138" y="361"/>
                  </a:cubicBezTo>
                  <a:cubicBezTo>
                    <a:pt x="176" y="376"/>
                    <a:pt x="214" y="384"/>
                    <a:pt x="249" y="384"/>
                  </a:cubicBezTo>
                  <a:cubicBezTo>
                    <a:pt x="320" y="384"/>
                    <a:pt x="381" y="353"/>
                    <a:pt x="412" y="292"/>
                  </a:cubicBezTo>
                  <a:cubicBezTo>
                    <a:pt x="457" y="178"/>
                    <a:pt x="412" y="64"/>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9"/>
            <p:cNvSpPr/>
            <p:nvPr/>
          </p:nvSpPr>
          <p:spPr>
            <a:xfrm>
              <a:off x="5652275" y="1726550"/>
              <a:ext cx="6875" cy="6175"/>
            </a:xfrm>
            <a:custGeom>
              <a:avLst/>
              <a:gdLst/>
              <a:ahLst/>
              <a:cxnLst/>
              <a:rect l="l" t="t" r="r" b="b"/>
              <a:pathLst>
                <a:path w="275" h="247" extrusionOk="0">
                  <a:moveTo>
                    <a:pt x="151" y="1"/>
                  </a:moveTo>
                  <a:cubicBezTo>
                    <a:pt x="102" y="1"/>
                    <a:pt x="57" y="22"/>
                    <a:pt x="23" y="55"/>
                  </a:cubicBezTo>
                  <a:cubicBezTo>
                    <a:pt x="1" y="124"/>
                    <a:pt x="23" y="215"/>
                    <a:pt x="92" y="238"/>
                  </a:cubicBezTo>
                  <a:cubicBezTo>
                    <a:pt x="103" y="244"/>
                    <a:pt x="117" y="247"/>
                    <a:pt x="133" y="247"/>
                  </a:cubicBezTo>
                  <a:cubicBezTo>
                    <a:pt x="179" y="247"/>
                    <a:pt x="234" y="221"/>
                    <a:pt x="252" y="170"/>
                  </a:cubicBezTo>
                  <a:cubicBezTo>
                    <a:pt x="274" y="124"/>
                    <a:pt x="252" y="33"/>
                    <a:pt x="206" y="10"/>
                  </a:cubicBezTo>
                  <a:cubicBezTo>
                    <a:pt x="188" y="4"/>
                    <a:pt x="169"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9"/>
            <p:cNvSpPr/>
            <p:nvPr/>
          </p:nvSpPr>
          <p:spPr>
            <a:xfrm>
              <a:off x="5633450" y="1740600"/>
              <a:ext cx="12000" cy="10050"/>
            </a:xfrm>
            <a:custGeom>
              <a:avLst/>
              <a:gdLst/>
              <a:ahLst/>
              <a:cxnLst/>
              <a:rect l="l" t="t" r="r" b="b"/>
              <a:pathLst>
                <a:path w="480" h="402" extrusionOk="0">
                  <a:moveTo>
                    <a:pt x="243" y="0"/>
                  </a:moveTo>
                  <a:cubicBezTo>
                    <a:pt x="172" y="0"/>
                    <a:pt x="102" y="43"/>
                    <a:pt x="69" y="110"/>
                  </a:cubicBezTo>
                  <a:cubicBezTo>
                    <a:pt x="0" y="201"/>
                    <a:pt x="46" y="338"/>
                    <a:pt x="160" y="384"/>
                  </a:cubicBezTo>
                  <a:cubicBezTo>
                    <a:pt x="185" y="396"/>
                    <a:pt x="211" y="401"/>
                    <a:pt x="237" y="401"/>
                  </a:cubicBezTo>
                  <a:cubicBezTo>
                    <a:pt x="308" y="401"/>
                    <a:pt x="378" y="359"/>
                    <a:pt x="411" y="292"/>
                  </a:cubicBezTo>
                  <a:cubicBezTo>
                    <a:pt x="480" y="178"/>
                    <a:pt x="434" y="64"/>
                    <a:pt x="320" y="18"/>
                  </a:cubicBezTo>
                  <a:cubicBezTo>
                    <a:pt x="295" y="6"/>
                    <a:pt x="269" y="0"/>
                    <a:pt x="24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9"/>
            <p:cNvSpPr/>
            <p:nvPr/>
          </p:nvSpPr>
          <p:spPr>
            <a:xfrm>
              <a:off x="5787525" y="1397875"/>
              <a:ext cx="6850" cy="5600"/>
            </a:xfrm>
            <a:custGeom>
              <a:avLst/>
              <a:gdLst/>
              <a:ahLst/>
              <a:cxnLst/>
              <a:rect l="l" t="t" r="r" b="b"/>
              <a:pathLst>
                <a:path w="274" h="224" extrusionOk="0">
                  <a:moveTo>
                    <a:pt x="142" y="0"/>
                  </a:moveTo>
                  <a:cubicBezTo>
                    <a:pt x="102" y="0"/>
                    <a:pt x="56" y="22"/>
                    <a:pt x="23" y="55"/>
                  </a:cubicBezTo>
                  <a:cubicBezTo>
                    <a:pt x="0" y="124"/>
                    <a:pt x="23" y="192"/>
                    <a:pt x="91" y="215"/>
                  </a:cubicBezTo>
                  <a:cubicBezTo>
                    <a:pt x="104" y="221"/>
                    <a:pt x="118" y="224"/>
                    <a:pt x="132" y="224"/>
                  </a:cubicBezTo>
                  <a:cubicBezTo>
                    <a:pt x="172" y="224"/>
                    <a:pt x="218" y="203"/>
                    <a:pt x="251" y="169"/>
                  </a:cubicBezTo>
                  <a:cubicBezTo>
                    <a:pt x="274" y="101"/>
                    <a:pt x="251" y="32"/>
                    <a:pt x="183" y="9"/>
                  </a:cubicBezTo>
                  <a:cubicBezTo>
                    <a:pt x="170"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9"/>
            <p:cNvSpPr/>
            <p:nvPr/>
          </p:nvSpPr>
          <p:spPr>
            <a:xfrm>
              <a:off x="5448550" y="1407900"/>
              <a:ext cx="9725" cy="8475"/>
            </a:xfrm>
            <a:custGeom>
              <a:avLst/>
              <a:gdLst/>
              <a:ahLst/>
              <a:cxnLst/>
              <a:rect l="l" t="t" r="r" b="b"/>
              <a:pathLst>
                <a:path w="389" h="339" extrusionOk="0">
                  <a:moveTo>
                    <a:pt x="195" y="1"/>
                  </a:moveTo>
                  <a:cubicBezTo>
                    <a:pt x="127" y="1"/>
                    <a:pt x="63" y="38"/>
                    <a:pt x="47" y="88"/>
                  </a:cubicBezTo>
                  <a:cubicBezTo>
                    <a:pt x="1" y="179"/>
                    <a:pt x="24" y="293"/>
                    <a:pt x="115" y="316"/>
                  </a:cubicBezTo>
                  <a:cubicBezTo>
                    <a:pt x="145" y="331"/>
                    <a:pt x="176" y="339"/>
                    <a:pt x="205" y="339"/>
                  </a:cubicBezTo>
                  <a:cubicBezTo>
                    <a:pt x="262" y="339"/>
                    <a:pt x="313" y="308"/>
                    <a:pt x="343" y="248"/>
                  </a:cubicBezTo>
                  <a:cubicBezTo>
                    <a:pt x="389" y="156"/>
                    <a:pt x="343" y="65"/>
                    <a:pt x="275" y="19"/>
                  </a:cubicBezTo>
                  <a:cubicBezTo>
                    <a:pt x="249" y="7"/>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9"/>
            <p:cNvSpPr/>
            <p:nvPr/>
          </p:nvSpPr>
          <p:spPr>
            <a:xfrm>
              <a:off x="5371525" y="1557300"/>
              <a:ext cx="8000" cy="7100"/>
            </a:xfrm>
            <a:custGeom>
              <a:avLst/>
              <a:gdLst/>
              <a:ahLst/>
              <a:cxnLst/>
              <a:rect l="l" t="t" r="r" b="b"/>
              <a:pathLst>
                <a:path w="320" h="284" extrusionOk="0">
                  <a:moveTo>
                    <a:pt x="156" y="1"/>
                  </a:moveTo>
                  <a:cubicBezTo>
                    <a:pt x="107" y="1"/>
                    <a:pt x="61" y="31"/>
                    <a:pt x="46" y="92"/>
                  </a:cubicBezTo>
                  <a:cubicBezTo>
                    <a:pt x="0" y="160"/>
                    <a:pt x="23" y="229"/>
                    <a:pt x="115" y="275"/>
                  </a:cubicBezTo>
                  <a:cubicBezTo>
                    <a:pt x="132" y="280"/>
                    <a:pt x="149" y="283"/>
                    <a:pt x="166" y="283"/>
                  </a:cubicBezTo>
                  <a:cubicBezTo>
                    <a:pt x="216" y="283"/>
                    <a:pt x="263" y="257"/>
                    <a:pt x="297" y="206"/>
                  </a:cubicBezTo>
                  <a:cubicBezTo>
                    <a:pt x="320" y="138"/>
                    <a:pt x="297" y="46"/>
                    <a:pt x="229" y="23"/>
                  </a:cubicBezTo>
                  <a:cubicBezTo>
                    <a:pt x="206" y="8"/>
                    <a:pt x="181"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9"/>
            <p:cNvSpPr/>
            <p:nvPr/>
          </p:nvSpPr>
          <p:spPr>
            <a:xfrm>
              <a:off x="5711625" y="1884250"/>
              <a:ext cx="8575" cy="7100"/>
            </a:xfrm>
            <a:custGeom>
              <a:avLst/>
              <a:gdLst/>
              <a:ahLst/>
              <a:cxnLst/>
              <a:rect l="l" t="t" r="r" b="b"/>
              <a:pathLst>
                <a:path w="343" h="284" extrusionOk="0">
                  <a:moveTo>
                    <a:pt x="151" y="1"/>
                  </a:moveTo>
                  <a:cubicBezTo>
                    <a:pt x="104" y="1"/>
                    <a:pt x="61" y="26"/>
                    <a:pt x="46" y="70"/>
                  </a:cubicBezTo>
                  <a:cubicBezTo>
                    <a:pt x="0" y="161"/>
                    <a:pt x="46" y="230"/>
                    <a:pt x="114" y="275"/>
                  </a:cubicBezTo>
                  <a:cubicBezTo>
                    <a:pt x="132" y="281"/>
                    <a:pt x="150" y="284"/>
                    <a:pt x="169" y="284"/>
                  </a:cubicBezTo>
                  <a:cubicBezTo>
                    <a:pt x="224" y="284"/>
                    <a:pt x="280" y="258"/>
                    <a:pt x="297" y="207"/>
                  </a:cubicBezTo>
                  <a:cubicBezTo>
                    <a:pt x="343" y="138"/>
                    <a:pt x="297" y="47"/>
                    <a:pt x="229" y="24"/>
                  </a:cubicBezTo>
                  <a:cubicBezTo>
                    <a:pt x="204" y="8"/>
                    <a:pt x="177"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9"/>
            <p:cNvSpPr/>
            <p:nvPr/>
          </p:nvSpPr>
          <p:spPr>
            <a:xfrm>
              <a:off x="5778950" y="1384750"/>
              <a:ext cx="11450" cy="10400"/>
            </a:xfrm>
            <a:custGeom>
              <a:avLst/>
              <a:gdLst/>
              <a:ahLst/>
              <a:cxnLst/>
              <a:rect l="l" t="t" r="r" b="b"/>
              <a:pathLst>
                <a:path w="458" h="416" extrusionOk="0">
                  <a:moveTo>
                    <a:pt x="213" y="0"/>
                  </a:moveTo>
                  <a:cubicBezTo>
                    <a:pt x="140" y="0"/>
                    <a:pt x="77" y="46"/>
                    <a:pt x="46" y="124"/>
                  </a:cubicBezTo>
                  <a:cubicBezTo>
                    <a:pt x="1" y="215"/>
                    <a:pt x="24" y="352"/>
                    <a:pt x="138" y="397"/>
                  </a:cubicBezTo>
                  <a:cubicBezTo>
                    <a:pt x="162" y="410"/>
                    <a:pt x="190" y="415"/>
                    <a:pt x="218" y="415"/>
                  </a:cubicBezTo>
                  <a:cubicBezTo>
                    <a:pt x="296" y="415"/>
                    <a:pt x="378" y="373"/>
                    <a:pt x="412" y="306"/>
                  </a:cubicBezTo>
                  <a:cubicBezTo>
                    <a:pt x="457" y="192"/>
                    <a:pt x="412"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9"/>
            <p:cNvSpPr/>
            <p:nvPr/>
          </p:nvSpPr>
          <p:spPr>
            <a:xfrm>
              <a:off x="6199500" y="2208750"/>
              <a:ext cx="7450" cy="6425"/>
            </a:xfrm>
            <a:custGeom>
              <a:avLst/>
              <a:gdLst/>
              <a:ahLst/>
              <a:cxnLst/>
              <a:rect l="l" t="t" r="r" b="b"/>
              <a:pathLst>
                <a:path w="298" h="257" extrusionOk="0">
                  <a:moveTo>
                    <a:pt x="152" y="1"/>
                  </a:moveTo>
                  <a:cubicBezTo>
                    <a:pt x="97" y="1"/>
                    <a:pt x="41" y="26"/>
                    <a:pt x="24" y="78"/>
                  </a:cubicBezTo>
                  <a:cubicBezTo>
                    <a:pt x="1" y="123"/>
                    <a:pt x="24" y="215"/>
                    <a:pt x="92" y="237"/>
                  </a:cubicBezTo>
                  <a:cubicBezTo>
                    <a:pt x="112" y="251"/>
                    <a:pt x="132" y="256"/>
                    <a:pt x="151" y="256"/>
                  </a:cubicBezTo>
                  <a:cubicBezTo>
                    <a:pt x="197" y="256"/>
                    <a:pt x="236" y="224"/>
                    <a:pt x="252" y="192"/>
                  </a:cubicBezTo>
                  <a:cubicBezTo>
                    <a:pt x="298" y="123"/>
                    <a:pt x="275" y="32"/>
                    <a:pt x="206" y="9"/>
                  </a:cubicBezTo>
                  <a:cubicBezTo>
                    <a:pt x="189" y="3"/>
                    <a:pt x="171" y="1"/>
                    <a:pt x="1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9"/>
            <p:cNvSpPr/>
            <p:nvPr/>
          </p:nvSpPr>
          <p:spPr>
            <a:xfrm>
              <a:off x="5382375" y="1455150"/>
              <a:ext cx="7425" cy="6775"/>
            </a:xfrm>
            <a:custGeom>
              <a:avLst/>
              <a:gdLst/>
              <a:ahLst/>
              <a:cxnLst/>
              <a:rect l="l" t="t" r="r" b="b"/>
              <a:pathLst>
                <a:path w="297" h="271" extrusionOk="0">
                  <a:moveTo>
                    <a:pt x="128" y="0"/>
                  </a:moveTo>
                  <a:cubicBezTo>
                    <a:pt x="81" y="0"/>
                    <a:pt x="38" y="25"/>
                    <a:pt x="23" y="69"/>
                  </a:cubicBezTo>
                  <a:cubicBezTo>
                    <a:pt x="0" y="138"/>
                    <a:pt x="23" y="229"/>
                    <a:pt x="91" y="252"/>
                  </a:cubicBezTo>
                  <a:cubicBezTo>
                    <a:pt x="111" y="265"/>
                    <a:pt x="130" y="270"/>
                    <a:pt x="148" y="270"/>
                  </a:cubicBezTo>
                  <a:cubicBezTo>
                    <a:pt x="196" y="270"/>
                    <a:pt x="241" y="233"/>
                    <a:pt x="274" y="184"/>
                  </a:cubicBezTo>
                  <a:cubicBezTo>
                    <a:pt x="297" y="138"/>
                    <a:pt x="274" y="47"/>
                    <a:pt x="206" y="24"/>
                  </a:cubicBezTo>
                  <a:cubicBezTo>
                    <a:pt x="181" y="8"/>
                    <a:pt x="154" y="0"/>
                    <a:pt x="12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9"/>
            <p:cNvSpPr/>
            <p:nvPr/>
          </p:nvSpPr>
          <p:spPr>
            <a:xfrm>
              <a:off x="5525025" y="1479125"/>
              <a:ext cx="9150" cy="8225"/>
            </a:xfrm>
            <a:custGeom>
              <a:avLst/>
              <a:gdLst/>
              <a:ahLst/>
              <a:cxnLst/>
              <a:rect l="l" t="t" r="r" b="b"/>
              <a:pathLst>
                <a:path w="366" h="329" extrusionOk="0">
                  <a:moveTo>
                    <a:pt x="172" y="1"/>
                  </a:moveTo>
                  <a:cubicBezTo>
                    <a:pt x="115" y="1"/>
                    <a:pt x="54" y="31"/>
                    <a:pt x="23" y="92"/>
                  </a:cubicBezTo>
                  <a:cubicBezTo>
                    <a:pt x="0" y="183"/>
                    <a:pt x="23" y="274"/>
                    <a:pt x="115" y="320"/>
                  </a:cubicBezTo>
                  <a:cubicBezTo>
                    <a:pt x="131" y="326"/>
                    <a:pt x="149" y="328"/>
                    <a:pt x="169" y="328"/>
                  </a:cubicBezTo>
                  <a:cubicBezTo>
                    <a:pt x="233" y="328"/>
                    <a:pt x="308" y="299"/>
                    <a:pt x="343" y="229"/>
                  </a:cubicBezTo>
                  <a:cubicBezTo>
                    <a:pt x="366" y="160"/>
                    <a:pt x="343" y="46"/>
                    <a:pt x="252" y="23"/>
                  </a:cubicBezTo>
                  <a:cubicBezTo>
                    <a:pt x="229"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9"/>
            <p:cNvSpPr/>
            <p:nvPr/>
          </p:nvSpPr>
          <p:spPr>
            <a:xfrm>
              <a:off x="5456550" y="1496025"/>
              <a:ext cx="7450" cy="6175"/>
            </a:xfrm>
            <a:custGeom>
              <a:avLst/>
              <a:gdLst/>
              <a:ahLst/>
              <a:cxnLst/>
              <a:rect l="l" t="t" r="r" b="b"/>
              <a:pathLst>
                <a:path w="298" h="247" extrusionOk="0">
                  <a:moveTo>
                    <a:pt x="155" y="1"/>
                  </a:moveTo>
                  <a:cubicBezTo>
                    <a:pt x="106" y="1"/>
                    <a:pt x="63" y="26"/>
                    <a:pt x="46" y="78"/>
                  </a:cubicBezTo>
                  <a:cubicBezTo>
                    <a:pt x="0" y="123"/>
                    <a:pt x="46" y="192"/>
                    <a:pt x="92" y="238"/>
                  </a:cubicBezTo>
                  <a:cubicBezTo>
                    <a:pt x="109" y="243"/>
                    <a:pt x="126" y="246"/>
                    <a:pt x="143" y="246"/>
                  </a:cubicBezTo>
                  <a:cubicBezTo>
                    <a:pt x="193" y="246"/>
                    <a:pt x="240" y="220"/>
                    <a:pt x="274" y="169"/>
                  </a:cubicBezTo>
                  <a:cubicBezTo>
                    <a:pt x="297" y="123"/>
                    <a:pt x="274" y="32"/>
                    <a:pt x="206" y="9"/>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9"/>
            <p:cNvSpPr/>
            <p:nvPr/>
          </p:nvSpPr>
          <p:spPr>
            <a:xfrm>
              <a:off x="6972725" y="1992475"/>
              <a:ext cx="6875" cy="5600"/>
            </a:xfrm>
            <a:custGeom>
              <a:avLst/>
              <a:gdLst/>
              <a:ahLst/>
              <a:cxnLst/>
              <a:rect l="l" t="t" r="r" b="b"/>
              <a:pathLst>
                <a:path w="275" h="224" extrusionOk="0">
                  <a:moveTo>
                    <a:pt x="129" y="0"/>
                  </a:moveTo>
                  <a:cubicBezTo>
                    <a:pt x="81" y="0"/>
                    <a:pt x="40" y="22"/>
                    <a:pt x="23" y="55"/>
                  </a:cubicBezTo>
                  <a:cubicBezTo>
                    <a:pt x="0" y="123"/>
                    <a:pt x="23" y="192"/>
                    <a:pt x="69" y="215"/>
                  </a:cubicBezTo>
                  <a:cubicBezTo>
                    <a:pt x="87" y="221"/>
                    <a:pt x="105" y="224"/>
                    <a:pt x="123" y="224"/>
                  </a:cubicBezTo>
                  <a:cubicBezTo>
                    <a:pt x="171" y="224"/>
                    <a:pt x="212" y="203"/>
                    <a:pt x="229" y="169"/>
                  </a:cubicBezTo>
                  <a:cubicBezTo>
                    <a:pt x="274" y="101"/>
                    <a:pt x="251" y="32"/>
                    <a:pt x="183" y="9"/>
                  </a:cubicBezTo>
                  <a:cubicBezTo>
                    <a:pt x="165" y="3"/>
                    <a:pt x="146"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9"/>
            <p:cNvSpPr/>
            <p:nvPr/>
          </p:nvSpPr>
          <p:spPr>
            <a:xfrm>
              <a:off x="6098500" y="1334300"/>
              <a:ext cx="10300" cy="8925"/>
            </a:xfrm>
            <a:custGeom>
              <a:avLst/>
              <a:gdLst/>
              <a:ahLst/>
              <a:cxnLst/>
              <a:rect l="l" t="t" r="r" b="b"/>
              <a:pathLst>
                <a:path w="412" h="357" extrusionOk="0">
                  <a:moveTo>
                    <a:pt x="202" y="1"/>
                  </a:moveTo>
                  <a:cubicBezTo>
                    <a:pt x="138" y="1"/>
                    <a:pt x="80" y="43"/>
                    <a:pt x="47" y="110"/>
                  </a:cubicBezTo>
                  <a:cubicBezTo>
                    <a:pt x="1" y="179"/>
                    <a:pt x="47" y="293"/>
                    <a:pt x="138" y="338"/>
                  </a:cubicBezTo>
                  <a:cubicBezTo>
                    <a:pt x="156" y="351"/>
                    <a:pt x="178" y="356"/>
                    <a:pt x="201" y="356"/>
                  </a:cubicBezTo>
                  <a:cubicBezTo>
                    <a:pt x="263" y="356"/>
                    <a:pt x="333" y="314"/>
                    <a:pt x="366" y="247"/>
                  </a:cubicBezTo>
                  <a:cubicBezTo>
                    <a:pt x="412" y="179"/>
                    <a:pt x="366" y="64"/>
                    <a:pt x="275" y="19"/>
                  </a:cubicBezTo>
                  <a:cubicBezTo>
                    <a:pt x="250" y="7"/>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9"/>
            <p:cNvSpPr/>
            <p:nvPr/>
          </p:nvSpPr>
          <p:spPr>
            <a:xfrm>
              <a:off x="5459975" y="1611075"/>
              <a:ext cx="10875" cy="9475"/>
            </a:xfrm>
            <a:custGeom>
              <a:avLst/>
              <a:gdLst/>
              <a:ahLst/>
              <a:cxnLst/>
              <a:rect l="l" t="t" r="r" b="b"/>
              <a:pathLst>
                <a:path w="435" h="379" extrusionOk="0">
                  <a:moveTo>
                    <a:pt x="221" y="0"/>
                  </a:moveTo>
                  <a:cubicBezTo>
                    <a:pt x="150" y="0"/>
                    <a:pt x="79" y="43"/>
                    <a:pt x="46" y="109"/>
                  </a:cubicBezTo>
                  <a:cubicBezTo>
                    <a:pt x="0" y="201"/>
                    <a:pt x="46" y="315"/>
                    <a:pt x="137" y="360"/>
                  </a:cubicBezTo>
                  <a:cubicBezTo>
                    <a:pt x="162" y="373"/>
                    <a:pt x="188" y="378"/>
                    <a:pt x="214" y="378"/>
                  </a:cubicBezTo>
                  <a:cubicBezTo>
                    <a:pt x="285" y="378"/>
                    <a:pt x="355" y="336"/>
                    <a:pt x="388" y="269"/>
                  </a:cubicBezTo>
                  <a:cubicBezTo>
                    <a:pt x="434" y="178"/>
                    <a:pt x="388"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9"/>
            <p:cNvSpPr/>
            <p:nvPr/>
          </p:nvSpPr>
          <p:spPr>
            <a:xfrm>
              <a:off x="6440325" y="1172475"/>
              <a:ext cx="6875" cy="5975"/>
            </a:xfrm>
            <a:custGeom>
              <a:avLst/>
              <a:gdLst/>
              <a:ahLst/>
              <a:cxnLst/>
              <a:rect l="l" t="t" r="r" b="b"/>
              <a:pathLst>
                <a:path w="275" h="239" extrusionOk="0">
                  <a:moveTo>
                    <a:pt x="142" y="0"/>
                  </a:moveTo>
                  <a:cubicBezTo>
                    <a:pt x="102" y="0"/>
                    <a:pt x="56" y="22"/>
                    <a:pt x="23" y="55"/>
                  </a:cubicBezTo>
                  <a:cubicBezTo>
                    <a:pt x="0" y="124"/>
                    <a:pt x="23" y="192"/>
                    <a:pt x="92" y="215"/>
                  </a:cubicBezTo>
                  <a:cubicBezTo>
                    <a:pt x="108" y="231"/>
                    <a:pt x="127" y="239"/>
                    <a:pt x="147" y="239"/>
                  </a:cubicBezTo>
                  <a:cubicBezTo>
                    <a:pt x="183" y="239"/>
                    <a:pt x="222" y="213"/>
                    <a:pt x="251" y="169"/>
                  </a:cubicBezTo>
                  <a:cubicBezTo>
                    <a:pt x="274" y="101"/>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9"/>
            <p:cNvSpPr/>
            <p:nvPr/>
          </p:nvSpPr>
          <p:spPr>
            <a:xfrm>
              <a:off x="5753850" y="2000125"/>
              <a:ext cx="10875" cy="9125"/>
            </a:xfrm>
            <a:custGeom>
              <a:avLst/>
              <a:gdLst/>
              <a:ahLst/>
              <a:cxnLst/>
              <a:rect l="l" t="t" r="r" b="b"/>
              <a:pathLst>
                <a:path w="435" h="365" extrusionOk="0">
                  <a:moveTo>
                    <a:pt x="202" y="0"/>
                  </a:moveTo>
                  <a:cubicBezTo>
                    <a:pt x="137" y="0"/>
                    <a:pt x="76" y="30"/>
                    <a:pt x="46" y="91"/>
                  </a:cubicBezTo>
                  <a:cubicBezTo>
                    <a:pt x="0" y="183"/>
                    <a:pt x="46" y="297"/>
                    <a:pt x="137" y="342"/>
                  </a:cubicBezTo>
                  <a:cubicBezTo>
                    <a:pt x="166" y="357"/>
                    <a:pt x="197" y="364"/>
                    <a:pt x="228" y="364"/>
                  </a:cubicBezTo>
                  <a:cubicBezTo>
                    <a:pt x="294" y="364"/>
                    <a:pt x="357" y="329"/>
                    <a:pt x="388" y="251"/>
                  </a:cubicBezTo>
                  <a:cubicBezTo>
                    <a:pt x="434" y="160"/>
                    <a:pt x="388" y="69"/>
                    <a:pt x="297" y="23"/>
                  </a:cubicBezTo>
                  <a:cubicBezTo>
                    <a:pt x="267" y="8"/>
                    <a:pt x="234" y="0"/>
                    <a:pt x="20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9"/>
            <p:cNvSpPr/>
            <p:nvPr/>
          </p:nvSpPr>
          <p:spPr>
            <a:xfrm>
              <a:off x="5555275" y="1919775"/>
              <a:ext cx="9725" cy="6750"/>
            </a:xfrm>
            <a:custGeom>
              <a:avLst/>
              <a:gdLst/>
              <a:ahLst/>
              <a:cxnLst/>
              <a:rect l="l" t="t" r="r" b="b"/>
              <a:pathLst>
                <a:path w="389" h="270" extrusionOk="0">
                  <a:moveTo>
                    <a:pt x="175" y="1"/>
                  </a:moveTo>
                  <a:cubicBezTo>
                    <a:pt x="104" y="1"/>
                    <a:pt x="34" y="43"/>
                    <a:pt x="0" y="110"/>
                  </a:cubicBezTo>
                  <a:lnTo>
                    <a:pt x="343" y="270"/>
                  </a:lnTo>
                  <a:cubicBezTo>
                    <a:pt x="388" y="178"/>
                    <a:pt x="343" y="64"/>
                    <a:pt x="251" y="19"/>
                  </a:cubicBezTo>
                  <a:cubicBezTo>
                    <a:pt x="227" y="6"/>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9"/>
            <p:cNvSpPr/>
            <p:nvPr/>
          </p:nvSpPr>
          <p:spPr>
            <a:xfrm>
              <a:off x="5732175" y="1999525"/>
              <a:ext cx="6300" cy="4600"/>
            </a:xfrm>
            <a:custGeom>
              <a:avLst/>
              <a:gdLst/>
              <a:ahLst/>
              <a:cxnLst/>
              <a:rect l="l" t="t" r="r" b="b"/>
              <a:pathLst>
                <a:path w="252" h="184" extrusionOk="0">
                  <a:moveTo>
                    <a:pt x="99" y="0"/>
                  </a:moveTo>
                  <a:cubicBezTo>
                    <a:pt x="58" y="0"/>
                    <a:pt x="15" y="25"/>
                    <a:pt x="0" y="70"/>
                  </a:cubicBezTo>
                  <a:lnTo>
                    <a:pt x="228" y="184"/>
                  </a:lnTo>
                  <a:cubicBezTo>
                    <a:pt x="251" y="115"/>
                    <a:pt x="228" y="47"/>
                    <a:pt x="160" y="24"/>
                  </a:cubicBezTo>
                  <a:cubicBezTo>
                    <a:pt x="144" y="8"/>
                    <a:pt x="122" y="0"/>
                    <a:pt x="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9"/>
            <p:cNvSpPr/>
            <p:nvPr/>
          </p:nvSpPr>
          <p:spPr>
            <a:xfrm>
              <a:off x="5594650" y="1920000"/>
              <a:ext cx="6300" cy="5600"/>
            </a:xfrm>
            <a:custGeom>
              <a:avLst/>
              <a:gdLst/>
              <a:ahLst/>
              <a:cxnLst/>
              <a:rect l="l" t="t" r="r" b="b"/>
              <a:pathLst>
                <a:path w="252" h="224" extrusionOk="0">
                  <a:moveTo>
                    <a:pt x="129" y="1"/>
                  </a:moveTo>
                  <a:cubicBezTo>
                    <a:pt x="81" y="1"/>
                    <a:pt x="40" y="22"/>
                    <a:pt x="23" y="55"/>
                  </a:cubicBezTo>
                  <a:cubicBezTo>
                    <a:pt x="0" y="101"/>
                    <a:pt x="23" y="169"/>
                    <a:pt x="69" y="215"/>
                  </a:cubicBezTo>
                  <a:cubicBezTo>
                    <a:pt x="86" y="221"/>
                    <a:pt x="103" y="224"/>
                    <a:pt x="119" y="224"/>
                  </a:cubicBezTo>
                  <a:cubicBezTo>
                    <a:pt x="168" y="224"/>
                    <a:pt x="211" y="198"/>
                    <a:pt x="228" y="146"/>
                  </a:cubicBezTo>
                  <a:cubicBezTo>
                    <a:pt x="251" y="101"/>
                    <a:pt x="228" y="32"/>
                    <a:pt x="183" y="10"/>
                  </a:cubicBezTo>
                  <a:cubicBezTo>
                    <a:pt x="164" y="3"/>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9"/>
            <p:cNvSpPr/>
            <p:nvPr/>
          </p:nvSpPr>
          <p:spPr>
            <a:xfrm>
              <a:off x="5470825" y="1831575"/>
              <a:ext cx="8000" cy="6975"/>
            </a:xfrm>
            <a:custGeom>
              <a:avLst/>
              <a:gdLst/>
              <a:ahLst/>
              <a:cxnLst/>
              <a:rect l="l" t="t" r="r" b="b"/>
              <a:pathLst>
                <a:path w="320" h="279" extrusionOk="0">
                  <a:moveTo>
                    <a:pt x="164" y="0"/>
                  </a:moveTo>
                  <a:cubicBezTo>
                    <a:pt x="118" y="0"/>
                    <a:pt x="63" y="26"/>
                    <a:pt x="46" y="77"/>
                  </a:cubicBezTo>
                  <a:cubicBezTo>
                    <a:pt x="0" y="146"/>
                    <a:pt x="23" y="237"/>
                    <a:pt x="91" y="260"/>
                  </a:cubicBezTo>
                  <a:cubicBezTo>
                    <a:pt x="110" y="272"/>
                    <a:pt x="131" y="278"/>
                    <a:pt x="152" y="278"/>
                  </a:cubicBezTo>
                  <a:cubicBezTo>
                    <a:pt x="205" y="278"/>
                    <a:pt x="258" y="241"/>
                    <a:pt x="274" y="191"/>
                  </a:cubicBezTo>
                  <a:cubicBezTo>
                    <a:pt x="320" y="123"/>
                    <a:pt x="274" y="54"/>
                    <a:pt x="205" y="9"/>
                  </a:cubicBezTo>
                  <a:cubicBezTo>
                    <a:pt x="194" y="3"/>
                    <a:pt x="180" y="0"/>
                    <a:pt x="16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9"/>
            <p:cNvSpPr/>
            <p:nvPr/>
          </p:nvSpPr>
          <p:spPr>
            <a:xfrm>
              <a:off x="5824025" y="2025000"/>
              <a:ext cx="6300" cy="5600"/>
            </a:xfrm>
            <a:custGeom>
              <a:avLst/>
              <a:gdLst/>
              <a:ahLst/>
              <a:cxnLst/>
              <a:rect l="l" t="t" r="r" b="b"/>
              <a:pathLst>
                <a:path w="252" h="224" extrusionOk="0">
                  <a:moveTo>
                    <a:pt x="129" y="0"/>
                  </a:moveTo>
                  <a:cubicBezTo>
                    <a:pt x="82" y="0"/>
                    <a:pt x="40" y="22"/>
                    <a:pt x="24" y="55"/>
                  </a:cubicBezTo>
                  <a:cubicBezTo>
                    <a:pt x="1" y="123"/>
                    <a:pt x="24" y="192"/>
                    <a:pt x="69" y="215"/>
                  </a:cubicBezTo>
                  <a:cubicBezTo>
                    <a:pt x="88" y="221"/>
                    <a:pt x="106" y="224"/>
                    <a:pt x="124" y="224"/>
                  </a:cubicBezTo>
                  <a:cubicBezTo>
                    <a:pt x="171" y="224"/>
                    <a:pt x="212" y="203"/>
                    <a:pt x="229" y="169"/>
                  </a:cubicBezTo>
                  <a:cubicBezTo>
                    <a:pt x="252" y="101"/>
                    <a:pt x="229" y="32"/>
                    <a:pt x="184"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9"/>
            <p:cNvSpPr/>
            <p:nvPr/>
          </p:nvSpPr>
          <p:spPr>
            <a:xfrm>
              <a:off x="5483375" y="1880975"/>
              <a:ext cx="8000" cy="5600"/>
            </a:xfrm>
            <a:custGeom>
              <a:avLst/>
              <a:gdLst/>
              <a:ahLst/>
              <a:cxnLst/>
              <a:rect l="l" t="t" r="r" b="b"/>
              <a:pathLst>
                <a:path w="320" h="224" extrusionOk="0">
                  <a:moveTo>
                    <a:pt x="153" y="0"/>
                  </a:moveTo>
                  <a:cubicBezTo>
                    <a:pt x="90" y="0"/>
                    <a:pt x="33" y="38"/>
                    <a:pt x="0" y="87"/>
                  </a:cubicBezTo>
                  <a:lnTo>
                    <a:pt x="297" y="224"/>
                  </a:lnTo>
                  <a:cubicBezTo>
                    <a:pt x="320" y="155"/>
                    <a:pt x="297" y="64"/>
                    <a:pt x="228" y="18"/>
                  </a:cubicBezTo>
                  <a:cubicBezTo>
                    <a:pt x="203" y="6"/>
                    <a:pt x="177" y="0"/>
                    <a:pt x="15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9"/>
            <p:cNvSpPr/>
            <p:nvPr/>
          </p:nvSpPr>
          <p:spPr>
            <a:xfrm>
              <a:off x="5531300" y="1895800"/>
              <a:ext cx="9725" cy="6750"/>
            </a:xfrm>
            <a:custGeom>
              <a:avLst/>
              <a:gdLst/>
              <a:ahLst/>
              <a:cxnLst/>
              <a:rect l="l" t="t" r="r" b="b"/>
              <a:pathLst>
                <a:path w="389" h="270" extrusionOk="0">
                  <a:moveTo>
                    <a:pt x="175" y="1"/>
                  </a:moveTo>
                  <a:cubicBezTo>
                    <a:pt x="104" y="1"/>
                    <a:pt x="34" y="43"/>
                    <a:pt x="1" y="110"/>
                  </a:cubicBezTo>
                  <a:lnTo>
                    <a:pt x="343" y="270"/>
                  </a:lnTo>
                  <a:cubicBezTo>
                    <a:pt x="389" y="179"/>
                    <a:pt x="343" y="65"/>
                    <a:pt x="252" y="19"/>
                  </a:cubicBezTo>
                  <a:cubicBezTo>
                    <a:pt x="227" y="7"/>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9"/>
            <p:cNvSpPr/>
            <p:nvPr/>
          </p:nvSpPr>
          <p:spPr>
            <a:xfrm>
              <a:off x="5545000" y="1905175"/>
              <a:ext cx="8000" cy="5375"/>
            </a:xfrm>
            <a:custGeom>
              <a:avLst/>
              <a:gdLst/>
              <a:ahLst/>
              <a:cxnLst/>
              <a:rect l="l" t="t" r="r" b="b"/>
              <a:pathLst>
                <a:path w="320" h="215" extrusionOk="0">
                  <a:moveTo>
                    <a:pt x="151" y="0"/>
                  </a:moveTo>
                  <a:cubicBezTo>
                    <a:pt x="95" y="0"/>
                    <a:pt x="35" y="26"/>
                    <a:pt x="0" y="78"/>
                  </a:cubicBezTo>
                  <a:lnTo>
                    <a:pt x="274" y="214"/>
                  </a:lnTo>
                  <a:cubicBezTo>
                    <a:pt x="320" y="146"/>
                    <a:pt x="274" y="55"/>
                    <a:pt x="206" y="9"/>
                  </a:cubicBezTo>
                  <a:cubicBezTo>
                    <a:pt x="189" y="3"/>
                    <a:pt x="170" y="0"/>
                    <a:pt x="15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9"/>
            <p:cNvSpPr/>
            <p:nvPr/>
          </p:nvSpPr>
          <p:spPr>
            <a:xfrm>
              <a:off x="5637450" y="1849250"/>
              <a:ext cx="8000" cy="7300"/>
            </a:xfrm>
            <a:custGeom>
              <a:avLst/>
              <a:gdLst/>
              <a:ahLst/>
              <a:cxnLst/>
              <a:rect l="l" t="t" r="r" b="b"/>
              <a:pathLst>
                <a:path w="320" h="292" extrusionOk="0">
                  <a:moveTo>
                    <a:pt x="174" y="1"/>
                  </a:moveTo>
                  <a:cubicBezTo>
                    <a:pt x="118" y="1"/>
                    <a:pt x="63" y="26"/>
                    <a:pt x="46" y="78"/>
                  </a:cubicBezTo>
                  <a:cubicBezTo>
                    <a:pt x="0" y="146"/>
                    <a:pt x="23" y="237"/>
                    <a:pt x="91" y="283"/>
                  </a:cubicBezTo>
                  <a:cubicBezTo>
                    <a:pt x="114" y="289"/>
                    <a:pt x="136" y="292"/>
                    <a:pt x="156" y="292"/>
                  </a:cubicBezTo>
                  <a:cubicBezTo>
                    <a:pt x="215" y="292"/>
                    <a:pt x="263" y="266"/>
                    <a:pt x="297" y="215"/>
                  </a:cubicBezTo>
                  <a:cubicBezTo>
                    <a:pt x="320" y="146"/>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9"/>
            <p:cNvSpPr/>
            <p:nvPr/>
          </p:nvSpPr>
          <p:spPr>
            <a:xfrm>
              <a:off x="5412050" y="1658300"/>
              <a:ext cx="9150" cy="7900"/>
            </a:xfrm>
            <a:custGeom>
              <a:avLst/>
              <a:gdLst/>
              <a:ahLst/>
              <a:cxnLst/>
              <a:rect l="l" t="t" r="r" b="b"/>
              <a:pathLst>
                <a:path w="366" h="316" extrusionOk="0">
                  <a:moveTo>
                    <a:pt x="184" y="1"/>
                  </a:moveTo>
                  <a:cubicBezTo>
                    <a:pt x="127" y="1"/>
                    <a:pt x="76" y="31"/>
                    <a:pt x="46" y="92"/>
                  </a:cubicBezTo>
                  <a:cubicBezTo>
                    <a:pt x="0" y="160"/>
                    <a:pt x="46" y="275"/>
                    <a:pt x="114" y="297"/>
                  </a:cubicBezTo>
                  <a:cubicBezTo>
                    <a:pt x="140" y="310"/>
                    <a:pt x="165" y="316"/>
                    <a:pt x="190" y="316"/>
                  </a:cubicBezTo>
                  <a:cubicBezTo>
                    <a:pt x="253" y="316"/>
                    <a:pt x="310" y="278"/>
                    <a:pt x="342" y="229"/>
                  </a:cubicBezTo>
                  <a:cubicBezTo>
                    <a:pt x="365" y="160"/>
                    <a:pt x="342" y="46"/>
                    <a:pt x="274" y="24"/>
                  </a:cubicBezTo>
                  <a:cubicBezTo>
                    <a:pt x="244" y="8"/>
                    <a:pt x="213"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9"/>
            <p:cNvSpPr/>
            <p:nvPr/>
          </p:nvSpPr>
          <p:spPr>
            <a:xfrm>
              <a:off x="5729875" y="1918300"/>
              <a:ext cx="6875" cy="6150"/>
            </a:xfrm>
            <a:custGeom>
              <a:avLst/>
              <a:gdLst/>
              <a:ahLst/>
              <a:cxnLst/>
              <a:rect l="l" t="t" r="r" b="b"/>
              <a:pathLst>
                <a:path w="275" h="246" extrusionOk="0">
                  <a:moveTo>
                    <a:pt x="139" y="0"/>
                  </a:moveTo>
                  <a:cubicBezTo>
                    <a:pt x="94" y="0"/>
                    <a:pt x="40" y="21"/>
                    <a:pt x="24" y="55"/>
                  </a:cubicBezTo>
                  <a:cubicBezTo>
                    <a:pt x="1" y="123"/>
                    <a:pt x="24" y="192"/>
                    <a:pt x="92" y="237"/>
                  </a:cubicBezTo>
                  <a:cubicBezTo>
                    <a:pt x="103" y="243"/>
                    <a:pt x="116" y="246"/>
                    <a:pt x="130" y="246"/>
                  </a:cubicBezTo>
                  <a:cubicBezTo>
                    <a:pt x="171" y="246"/>
                    <a:pt x="218" y="220"/>
                    <a:pt x="252" y="169"/>
                  </a:cubicBezTo>
                  <a:cubicBezTo>
                    <a:pt x="275" y="100"/>
                    <a:pt x="252" y="32"/>
                    <a:pt x="183" y="9"/>
                  </a:cubicBezTo>
                  <a:cubicBezTo>
                    <a:pt x="171" y="3"/>
                    <a:pt x="156" y="0"/>
                    <a:pt x="13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9"/>
            <p:cNvSpPr/>
            <p:nvPr/>
          </p:nvSpPr>
          <p:spPr>
            <a:xfrm>
              <a:off x="6047150" y="1980500"/>
              <a:ext cx="6300" cy="5600"/>
            </a:xfrm>
            <a:custGeom>
              <a:avLst/>
              <a:gdLst/>
              <a:ahLst/>
              <a:cxnLst/>
              <a:rect l="l" t="t" r="r" b="b"/>
              <a:pathLst>
                <a:path w="252" h="224" extrusionOk="0">
                  <a:moveTo>
                    <a:pt x="129" y="0"/>
                  </a:moveTo>
                  <a:cubicBezTo>
                    <a:pt x="81" y="0"/>
                    <a:pt x="40" y="21"/>
                    <a:pt x="23" y="55"/>
                  </a:cubicBezTo>
                  <a:cubicBezTo>
                    <a:pt x="1" y="123"/>
                    <a:pt x="23" y="192"/>
                    <a:pt x="69" y="214"/>
                  </a:cubicBezTo>
                  <a:cubicBezTo>
                    <a:pt x="87" y="221"/>
                    <a:pt x="106" y="223"/>
                    <a:pt x="123" y="223"/>
                  </a:cubicBezTo>
                  <a:cubicBezTo>
                    <a:pt x="171" y="223"/>
                    <a:pt x="212" y="202"/>
                    <a:pt x="229" y="169"/>
                  </a:cubicBezTo>
                  <a:cubicBezTo>
                    <a:pt x="252" y="100"/>
                    <a:pt x="229" y="32"/>
                    <a:pt x="183"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9"/>
            <p:cNvSpPr/>
            <p:nvPr/>
          </p:nvSpPr>
          <p:spPr>
            <a:xfrm>
              <a:off x="5610050" y="1857575"/>
              <a:ext cx="8575" cy="7550"/>
            </a:xfrm>
            <a:custGeom>
              <a:avLst/>
              <a:gdLst/>
              <a:ahLst/>
              <a:cxnLst/>
              <a:rect l="l" t="t" r="r" b="b"/>
              <a:pathLst>
                <a:path w="343" h="302" extrusionOk="0">
                  <a:moveTo>
                    <a:pt x="167" y="0"/>
                  </a:moveTo>
                  <a:cubicBezTo>
                    <a:pt x="113" y="0"/>
                    <a:pt x="56" y="38"/>
                    <a:pt x="23" y="87"/>
                  </a:cubicBezTo>
                  <a:cubicBezTo>
                    <a:pt x="0" y="156"/>
                    <a:pt x="23" y="247"/>
                    <a:pt x="92" y="292"/>
                  </a:cubicBezTo>
                  <a:cubicBezTo>
                    <a:pt x="115" y="298"/>
                    <a:pt x="136" y="301"/>
                    <a:pt x="156" y="301"/>
                  </a:cubicBezTo>
                  <a:cubicBezTo>
                    <a:pt x="216" y="301"/>
                    <a:pt x="263" y="275"/>
                    <a:pt x="297" y="224"/>
                  </a:cubicBezTo>
                  <a:cubicBezTo>
                    <a:pt x="343" y="133"/>
                    <a:pt x="297" y="41"/>
                    <a:pt x="229" y="19"/>
                  </a:cubicBezTo>
                  <a:cubicBezTo>
                    <a:pt x="210" y="6"/>
                    <a:pt x="189"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9"/>
            <p:cNvSpPr/>
            <p:nvPr/>
          </p:nvSpPr>
          <p:spPr>
            <a:xfrm>
              <a:off x="5524450" y="1897975"/>
              <a:ext cx="9150" cy="6300"/>
            </a:xfrm>
            <a:custGeom>
              <a:avLst/>
              <a:gdLst/>
              <a:ahLst/>
              <a:cxnLst/>
              <a:rect l="l" t="t" r="r" b="b"/>
              <a:pathLst>
                <a:path w="366" h="252" extrusionOk="0">
                  <a:moveTo>
                    <a:pt x="134" y="0"/>
                  </a:moveTo>
                  <a:cubicBezTo>
                    <a:pt x="72" y="0"/>
                    <a:pt x="16" y="31"/>
                    <a:pt x="1" y="92"/>
                  </a:cubicBezTo>
                  <a:lnTo>
                    <a:pt x="320" y="251"/>
                  </a:lnTo>
                  <a:cubicBezTo>
                    <a:pt x="366" y="160"/>
                    <a:pt x="320" y="46"/>
                    <a:pt x="229" y="23"/>
                  </a:cubicBezTo>
                  <a:cubicBezTo>
                    <a:pt x="198" y="8"/>
                    <a:pt x="165"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9"/>
            <p:cNvSpPr/>
            <p:nvPr/>
          </p:nvSpPr>
          <p:spPr>
            <a:xfrm>
              <a:off x="5667100" y="1939975"/>
              <a:ext cx="6875" cy="6550"/>
            </a:xfrm>
            <a:custGeom>
              <a:avLst/>
              <a:gdLst/>
              <a:ahLst/>
              <a:cxnLst/>
              <a:rect l="l" t="t" r="r" b="b"/>
              <a:pathLst>
                <a:path w="275" h="262" extrusionOk="0">
                  <a:moveTo>
                    <a:pt x="143" y="1"/>
                  </a:moveTo>
                  <a:cubicBezTo>
                    <a:pt x="97" y="1"/>
                    <a:pt x="41" y="27"/>
                    <a:pt x="24" y="78"/>
                  </a:cubicBezTo>
                  <a:cubicBezTo>
                    <a:pt x="1" y="146"/>
                    <a:pt x="24" y="215"/>
                    <a:pt x="92" y="238"/>
                  </a:cubicBezTo>
                  <a:cubicBezTo>
                    <a:pt x="108" y="254"/>
                    <a:pt x="130" y="261"/>
                    <a:pt x="153" y="261"/>
                  </a:cubicBezTo>
                  <a:cubicBezTo>
                    <a:pt x="194" y="261"/>
                    <a:pt x="237" y="236"/>
                    <a:pt x="252" y="192"/>
                  </a:cubicBezTo>
                  <a:cubicBezTo>
                    <a:pt x="275" y="124"/>
                    <a:pt x="252" y="55"/>
                    <a:pt x="184" y="9"/>
                  </a:cubicBezTo>
                  <a:cubicBezTo>
                    <a:pt x="172" y="4"/>
                    <a:pt x="158"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9"/>
            <p:cNvSpPr/>
            <p:nvPr/>
          </p:nvSpPr>
          <p:spPr>
            <a:xfrm>
              <a:off x="5602625" y="1671225"/>
              <a:ext cx="9150" cy="7850"/>
            </a:xfrm>
            <a:custGeom>
              <a:avLst/>
              <a:gdLst/>
              <a:ahLst/>
              <a:cxnLst/>
              <a:rect l="l" t="t" r="r" b="b"/>
              <a:pathLst>
                <a:path w="366" h="314" extrusionOk="0">
                  <a:moveTo>
                    <a:pt x="194" y="0"/>
                  </a:moveTo>
                  <a:cubicBezTo>
                    <a:pt x="132" y="0"/>
                    <a:pt x="63" y="26"/>
                    <a:pt x="46" y="77"/>
                  </a:cubicBezTo>
                  <a:cubicBezTo>
                    <a:pt x="1" y="168"/>
                    <a:pt x="46" y="260"/>
                    <a:pt x="115" y="305"/>
                  </a:cubicBezTo>
                  <a:cubicBezTo>
                    <a:pt x="131" y="311"/>
                    <a:pt x="150" y="314"/>
                    <a:pt x="169" y="314"/>
                  </a:cubicBezTo>
                  <a:cubicBezTo>
                    <a:pt x="232" y="314"/>
                    <a:pt x="303" y="284"/>
                    <a:pt x="320" y="214"/>
                  </a:cubicBezTo>
                  <a:cubicBezTo>
                    <a:pt x="366" y="146"/>
                    <a:pt x="320" y="54"/>
                    <a:pt x="252" y="9"/>
                  </a:cubicBezTo>
                  <a:cubicBezTo>
                    <a:pt x="235" y="3"/>
                    <a:pt x="215" y="0"/>
                    <a:pt x="19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9"/>
            <p:cNvSpPr/>
            <p:nvPr/>
          </p:nvSpPr>
          <p:spPr>
            <a:xfrm>
              <a:off x="5567250" y="1918075"/>
              <a:ext cx="12000" cy="10050"/>
            </a:xfrm>
            <a:custGeom>
              <a:avLst/>
              <a:gdLst/>
              <a:ahLst/>
              <a:cxnLst/>
              <a:rect l="l" t="t" r="r" b="b"/>
              <a:pathLst>
                <a:path w="480" h="402" extrusionOk="0">
                  <a:moveTo>
                    <a:pt x="252" y="0"/>
                  </a:moveTo>
                  <a:cubicBezTo>
                    <a:pt x="173" y="0"/>
                    <a:pt x="102" y="43"/>
                    <a:pt x="69" y="109"/>
                  </a:cubicBezTo>
                  <a:cubicBezTo>
                    <a:pt x="1" y="201"/>
                    <a:pt x="46" y="338"/>
                    <a:pt x="160" y="383"/>
                  </a:cubicBezTo>
                  <a:cubicBezTo>
                    <a:pt x="185" y="395"/>
                    <a:pt x="211" y="401"/>
                    <a:pt x="237" y="401"/>
                  </a:cubicBezTo>
                  <a:cubicBezTo>
                    <a:pt x="309" y="401"/>
                    <a:pt x="384" y="359"/>
                    <a:pt x="434" y="292"/>
                  </a:cubicBezTo>
                  <a:cubicBezTo>
                    <a:pt x="480" y="178"/>
                    <a:pt x="434" y="64"/>
                    <a:pt x="343" y="18"/>
                  </a:cubicBezTo>
                  <a:cubicBezTo>
                    <a:pt x="312" y="6"/>
                    <a:pt x="282" y="0"/>
                    <a:pt x="2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9"/>
            <p:cNvSpPr/>
            <p:nvPr/>
          </p:nvSpPr>
          <p:spPr>
            <a:xfrm>
              <a:off x="5586650" y="1860425"/>
              <a:ext cx="9725" cy="8925"/>
            </a:xfrm>
            <a:custGeom>
              <a:avLst/>
              <a:gdLst/>
              <a:ahLst/>
              <a:cxnLst/>
              <a:rect l="l" t="t" r="r" b="b"/>
              <a:pathLst>
                <a:path w="389" h="357" extrusionOk="0">
                  <a:moveTo>
                    <a:pt x="198" y="1"/>
                  </a:moveTo>
                  <a:cubicBezTo>
                    <a:pt x="129" y="1"/>
                    <a:pt x="63" y="43"/>
                    <a:pt x="46" y="110"/>
                  </a:cubicBezTo>
                  <a:cubicBezTo>
                    <a:pt x="1" y="201"/>
                    <a:pt x="23" y="293"/>
                    <a:pt x="115" y="338"/>
                  </a:cubicBezTo>
                  <a:cubicBezTo>
                    <a:pt x="139" y="350"/>
                    <a:pt x="165" y="356"/>
                    <a:pt x="191" y="356"/>
                  </a:cubicBezTo>
                  <a:cubicBezTo>
                    <a:pt x="261" y="356"/>
                    <a:pt x="326" y="314"/>
                    <a:pt x="343" y="247"/>
                  </a:cubicBezTo>
                  <a:cubicBezTo>
                    <a:pt x="389" y="178"/>
                    <a:pt x="366" y="64"/>
                    <a:pt x="275" y="19"/>
                  </a:cubicBezTo>
                  <a:cubicBezTo>
                    <a:pt x="250" y="6"/>
                    <a:pt x="224" y="1"/>
                    <a:pt x="19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9"/>
            <p:cNvSpPr/>
            <p:nvPr/>
          </p:nvSpPr>
          <p:spPr>
            <a:xfrm>
              <a:off x="5506775" y="1835200"/>
              <a:ext cx="10275" cy="9025"/>
            </a:xfrm>
            <a:custGeom>
              <a:avLst/>
              <a:gdLst/>
              <a:ahLst/>
              <a:cxnLst/>
              <a:rect l="l" t="t" r="r" b="b"/>
              <a:pathLst>
                <a:path w="411" h="361" extrusionOk="0">
                  <a:moveTo>
                    <a:pt x="178" y="1"/>
                  </a:moveTo>
                  <a:cubicBezTo>
                    <a:pt x="114" y="1"/>
                    <a:pt x="53" y="31"/>
                    <a:pt x="23" y="92"/>
                  </a:cubicBezTo>
                  <a:cubicBezTo>
                    <a:pt x="0" y="183"/>
                    <a:pt x="23" y="297"/>
                    <a:pt x="114" y="343"/>
                  </a:cubicBezTo>
                  <a:cubicBezTo>
                    <a:pt x="139" y="355"/>
                    <a:pt x="165" y="361"/>
                    <a:pt x="191" y="361"/>
                  </a:cubicBezTo>
                  <a:cubicBezTo>
                    <a:pt x="262" y="361"/>
                    <a:pt x="332" y="318"/>
                    <a:pt x="365" y="252"/>
                  </a:cubicBezTo>
                  <a:cubicBezTo>
                    <a:pt x="411" y="160"/>
                    <a:pt x="365" y="69"/>
                    <a:pt x="274" y="23"/>
                  </a:cubicBezTo>
                  <a:cubicBezTo>
                    <a:pt x="244" y="8"/>
                    <a:pt x="211"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9"/>
            <p:cNvSpPr/>
            <p:nvPr/>
          </p:nvSpPr>
          <p:spPr>
            <a:xfrm>
              <a:off x="5715050" y="1973650"/>
              <a:ext cx="9725" cy="8675"/>
            </a:xfrm>
            <a:custGeom>
              <a:avLst/>
              <a:gdLst/>
              <a:ahLst/>
              <a:cxnLst/>
              <a:rect l="l" t="t" r="r" b="b"/>
              <a:pathLst>
                <a:path w="389" h="347" extrusionOk="0">
                  <a:moveTo>
                    <a:pt x="210" y="1"/>
                  </a:moveTo>
                  <a:cubicBezTo>
                    <a:pt x="142" y="1"/>
                    <a:pt x="81" y="31"/>
                    <a:pt x="46" y="100"/>
                  </a:cubicBezTo>
                  <a:cubicBezTo>
                    <a:pt x="0" y="192"/>
                    <a:pt x="23" y="283"/>
                    <a:pt x="114" y="329"/>
                  </a:cubicBezTo>
                  <a:cubicBezTo>
                    <a:pt x="139" y="341"/>
                    <a:pt x="163" y="347"/>
                    <a:pt x="187" y="347"/>
                  </a:cubicBezTo>
                  <a:cubicBezTo>
                    <a:pt x="251" y="347"/>
                    <a:pt x="309" y="304"/>
                    <a:pt x="343" y="237"/>
                  </a:cubicBezTo>
                  <a:cubicBezTo>
                    <a:pt x="388" y="169"/>
                    <a:pt x="343" y="55"/>
                    <a:pt x="274" y="9"/>
                  </a:cubicBezTo>
                  <a:cubicBezTo>
                    <a:pt x="253" y="4"/>
                    <a:pt x="231" y="1"/>
                    <a:pt x="2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9"/>
            <p:cNvSpPr/>
            <p:nvPr/>
          </p:nvSpPr>
          <p:spPr>
            <a:xfrm>
              <a:off x="5635150" y="1886675"/>
              <a:ext cx="11450" cy="10050"/>
            </a:xfrm>
            <a:custGeom>
              <a:avLst/>
              <a:gdLst/>
              <a:ahLst/>
              <a:cxnLst/>
              <a:rect l="l" t="t" r="r" b="b"/>
              <a:pathLst>
                <a:path w="458" h="402" extrusionOk="0">
                  <a:moveTo>
                    <a:pt x="240" y="1"/>
                  </a:moveTo>
                  <a:cubicBezTo>
                    <a:pt x="162" y="1"/>
                    <a:pt x="80" y="43"/>
                    <a:pt x="46" y="110"/>
                  </a:cubicBezTo>
                  <a:cubicBezTo>
                    <a:pt x="1" y="224"/>
                    <a:pt x="46" y="338"/>
                    <a:pt x="138" y="384"/>
                  </a:cubicBezTo>
                  <a:cubicBezTo>
                    <a:pt x="168" y="396"/>
                    <a:pt x="199" y="402"/>
                    <a:pt x="228" y="402"/>
                  </a:cubicBezTo>
                  <a:cubicBezTo>
                    <a:pt x="308" y="402"/>
                    <a:pt x="378" y="359"/>
                    <a:pt x="412" y="293"/>
                  </a:cubicBezTo>
                  <a:cubicBezTo>
                    <a:pt x="457" y="201"/>
                    <a:pt x="412" y="87"/>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9"/>
            <p:cNvSpPr/>
            <p:nvPr/>
          </p:nvSpPr>
          <p:spPr>
            <a:xfrm>
              <a:off x="5784100" y="2033900"/>
              <a:ext cx="8000" cy="5600"/>
            </a:xfrm>
            <a:custGeom>
              <a:avLst/>
              <a:gdLst/>
              <a:ahLst/>
              <a:cxnLst/>
              <a:rect l="l" t="t" r="r" b="b"/>
              <a:pathLst>
                <a:path w="320" h="224" extrusionOk="0">
                  <a:moveTo>
                    <a:pt x="144" y="0"/>
                  </a:moveTo>
                  <a:cubicBezTo>
                    <a:pt x="90" y="0"/>
                    <a:pt x="33" y="38"/>
                    <a:pt x="0" y="87"/>
                  </a:cubicBezTo>
                  <a:lnTo>
                    <a:pt x="297" y="224"/>
                  </a:lnTo>
                  <a:cubicBezTo>
                    <a:pt x="320" y="133"/>
                    <a:pt x="297" y="41"/>
                    <a:pt x="206" y="19"/>
                  </a:cubicBezTo>
                  <a:cubicBezTo>
                    <a:pt x="186" y="6"/>
                    <a:pt x="166" y="0"/>
                    <a:pt x="14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9"/>
            <p:cNvSpPr/>
            <p:nvPr/>
          </p:nvSpPr>
          <p:spPr>
            <a:xfrm>
              <a:off x="5501050" y="1784200"/>
              <a:ext cx="8600" cy="7650"/>
            </a:xfrm>
            <a:custGeom>
              <a:avLst/>
              <a:gdLst/>
              <a:ahLst/>
              <a:cxnLst/>
              <a:rect l="l" t="t" r="r" b="b"/>
              <a:pathLst>
                <a:path w="344" h="306" extrusionOk="0">
                  <a:moveTo>
                    <a:pt x="174" y="1"/>
                  </a:moveTo>
                  <a:cubicBezTo>
                    <a:pt x="118" y="1"/>
                    <a:pt x="58" y="26"/>
                    <a:pt x="24" y="78"/>
                  </a:cubicBezTo>
                  <a:cubicBezTo>
                    <a:pt x="1" y="169"/>
                    <a:pt x="24" y="260"/>
                    <a:pt x="92" y="283"/>
                  </a:cubicBezTo>
                  <a:cubicBezTo>
                    <a:pt x="123" y="298"/>
                    <a:pt x="153" y="306"/>
                    <a:pt x="181" y="306"/>
                  </a:cubicBezTo>
                  <a:cubicBezTo>
                    <a:pt x="237" y="306"/>
                    <a:pt x="282" y="275"/>
                    <a:pt x="298" y="215"/>
                  </a:cubicBezTo>
                  <a:cubicBezTo>
                    <a:pt x="343" y="146"/>
                    <a:pt x="298" y="55"/>
                    <a:pt x="229" y="9"/>
                  </a:cubicBezTo>
                  <a:cubicBezTo>
                    <a:pt x="212"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9"/>
            <p:cNvSpPr/>
            <p:nvPr/>
          </p:nvSpPr>
          <p:spPr>
            <a:xfrm>
              <a:off x="5415475" y="1833850"/>
              <a:ext cx="6850" cy="6425"/>
            </a:xfrm>
            <a:custGeom>
              <a:avLst/>
              <a:gdLst/>
              <a:ahLst/>
              <a:cxnLst/>
              <a:rect l="l" t="t" r="r" b="b"/>
              <a:pathLst>
                <a:path w="274" h="257" extrusionOk="0">
                  <a:moveTo>
                    <a:pt x="142" y="0"/>
                  </a:moveTo>
                  <a:cubicBezTo>
                    <a:pt x="96" y="0"/>
                    <a:pt x="40" y="26"/>
                    <a:pt x="23" y="77"/>
                  </a:cubicBezTo>
                  <a:cubicBezTo>
                    <a:pt x="0" y="146"/>
                    <a:pt x="23" y="214"/>
                    <a:pt x="91" y="237"/>
                  </a:cubicBezTo>
                  <a:cubicBezTo>
                    <a:pt x="105" y="251"/>
                    <a:pt x="122" y="256"/>
                    <a:pt x="140" y="256"/>
                  </a:cubicBezTo>
                  <a:cubicBezTo>
                    <a:pt x="185" y="256"/>
                    <a:pt x="235" y="224"/>
                    <a:pt x="251" y="192"/>
                  </a:cubicBezTo>
                  <a:cubicBezTo>
                    <a:pt x="274" y="123"/>
                    <a:pt x="251" y="55"/>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9"/>
            <p:cNvSpPr/>
            <p:nvPr/>
          </p:nvSpPr>
          <p:spPr>
            <a:xfrm>
              <a:off x="5341275" y="1801500"/>
              <a:ext cx="5175" cy="4050"/>
            </a:xfrm>
            <a:custGeom>
              <a:avLst/>
              <a:gdLst/>
              <a:ahLst/>
              <a:cxnLst/>
              <a:rect l="l" t="t" r="r" b="b"/>
              <a:pathLst>
                <a:path w="207" h="162" extrusionOk="0">
                  <a:moveTo>
                    <a:pt x="84" y="1"/>
                  </a:moveTo>
                  <a:cubicBezTo>
                    <a:pt x="49" y="1"/>
                    <a:pt x="15" y="26"/>
                    <a:pt x="1" y="70"/>
                  </a:cubicBezTo>
                  <a:lnTo>
                    <a:pt x="183" y="162"/>
                  </a:lnTo>
                  <a:cubicBezTo>
                    <a:pt x="206" y="93"/>
                    <a:pt x="206" y="48"/>
                    <a:pt x="138" y="25"/>
                  </a:cubicBezTo>
                  <a:cubicBezTo>
                    <a:pt x="121" y="9"/>
                    <a:pt x="102" y="1"/>
                    <a:pt x="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9"/>
            <p:cNvSpPr/>
            <p:nvPr/>
          </p:nvSpPr>
          <p:spPr>
            <a:xfrm>
              <a:off x="5377225" y="1368775"/>
              <a:ext cx="8025" cy="7300"/>
            </a:xfrm>
            <a:custGeom>
              <a:avLst/>
              <a:gdLst/>
              <a:ahLst/>
              <a:cxnLst/>
              <a:rect l="l" t="t" r="r" b="b"/>
              <a:pathLst>
                <a:path w="321" h="292" extrusionOk="0">
                  <a:moveTo>
                    <a:pt x="174" y="1"/>
                  </a:moveTo>
                  <a:cubicBezTo>
                    <a:pt x="118" y="1"/>
                    <a:pt x="58" y="26"/>
                    <a:pt x="24" y="78"/>
                  </a:cubicBezTo>
                  <a:cubicBezTo>
                    <a:pt x="1" y="169"/>
                    <a:pt x="24" y="238"/>
                    <a:pt x="92" y="283"/>
                  </a:cubicBezTo>
                  <a:cubicBezTo>
                    <a:pt x="115" y="289"/>
                    <a:pt x="136" y="292"/>
                    <a:pt x="156" y="292"/>
                  </a:cubicBezTo>
                  <a:cubicBezTo>
                    <a:pt x="216" y="292"/>
                    <a:pt x="263" y="266"/>
                    <a:pt x="297" y="215"/>
                  </a:cubicBezTo>
                  <a:cubicBezTo>
                    <a:pt x="320" y="146"/>
                    <a:pt x="297" y="55"/>
                    <a:pt x="229" y="9"/>
                  </a:cubicBezTo>
                  <a:cubicBezTo>
                    <a:pt x="212"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9"/>
            <p:cNvSpPr/>
            <p:nvPr/>
          </p:nvSpPr>
          <p:spPr>
            <a:xfrm>
              <a:off x="5240850" y="1570800"/>
              <a:ext cx="10300" cy="9225"/>
            </a:xfrm>
            <a:custGeom>
              <a:avLst/>
              <a:gdLst/>
              <a:ahLst/>
              <a:cxnLst/>
              <a:rect l="l" t="t" r="r" b="b"/>
              <a:pathLst>
                <a:path w="412" h="369" extrusionOk="0">
                  <a:moveTo>
                    <a:pt x="207" y="0"/>
                  </a:moveTo>
                  <a:cubicBezTo>
                    <a:pt x="134" y="0"/>
                    <a:pt x="64" y="30"/>
                    <a:pt x="46" y="100"/>
                  </a:cubicBezTo>
                  <a:cubicBezTo>
                    <a:pt x="0" y="191"/>
                    <a:pt x="23" y="305"/>
                    <a:pt x="115" y="351"/>
                  </a:cubicBezTo>
                  <a:cubicBezTo>
                    <a:pt x="139" y="363"/>
                    <a:pt x="165" y="369"/>
                    <a:pt x="191" y="369"/>
                  </a:cubicBezTo>
                  <a:cubicBezTo>
                    <a:pt x="262" y="369"/>
                    <a:pt x="332" y="326"/>
                    <a:pt x="366" y="260"/>
                  </a:cubicBezTo>
                  <a:cubicBezTo>
                    <a:pt x="411" y="168"/>
                    <a:pt x="366" y="54"/>
                    <a:pt x="274" y="8"/>
                  </a:cubicBezTo>
                  <a:cubicBezTo>
                    <a:pt x="253" y="3"/>
                    <a:pt x="230"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9"/>
            <p:cNvSpPr/>
            <p:nvPr/>
          </p:nvSpPr>
          <p:spPr>
            <a:xfrm>
              <a:off x="5700200" y="1861225"/>
              <a:ext cx="8025" cy="7300"/>
            </a:xfrm>
            <a:custGeom>
              <a:avLst/>
              <a:gdLst/>
              <a:ahLst/>
              <a:cxnLst/>
              <a:rect l="l" t="t" r="r" b="b"/>
              <a:pathLst>
                <a:path w="321" h="292" extrusionOk="0">
                  <a:moveTo>
                    <a:pt x="155" y="1"/>
                  </a:moveTo>
                  <a:cubicBezTo>
                    <a:pt x="105" y="1"/>
                    <a:pt x="58" y="27"/>
                    <a:pt x="24" y="78"/>
                  </a:cubicBezTo>
                  <a:cubicBezTo>
                    <a:pt x="1" y="146"/>
                    <a:pt x="24" y="238"/>
                    <a:pt x="92" y="283"/>
                  </a:cubicBezTo>
                  <a:cubicBezTo>
                    <a:pt x="109" y="289"/>
                    <a:pt x="128" y="292"/>
                    <a:pt x="146" y="292"/>
                  </a:cubicBezTo>
                  <a:cubicBezTo>
                    <a:pt x="202" y="292"/>
                    <a:pt x="258" y="266"/>
                    <a:pt x="275" y="215"/>
                  </a:cubicBezTo>
                  <a:cubicBezTo>
                    <a:pt x="320" y="146"/>
                    <a:pt x="275" y="55"/>
                    <a:pt x="206" y="10"/>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9"/>
            <p:cNvSpPr/>
            <p:nvPr/>
          </p:nvSpPr>
          <p:spPr>
            <a:xfrm>
              <a:off x="5724750" y="1602375"/>
              <a:ext cx="9725" cy="8600"/>
            </a:xfrm>
            <a:custGeom>
              <a:avLst/>
              <a:gdLst/>
              <a:ahLst/>
              <a:cxnLst/>
              <a:rect l="l" t="t" r="r" b="b"/>
              <a:pathLst>
                <a:path w="389" h="344" extrusionOk="0">
                  <a:moveTo>
                    <a:pt x="179" y="1"/>
                  </a:moveTo>
                  <a:cubicBezTo>
                    <a:pt x="114" y="1"/>
                    <a:pt x="54" y="31"/>
                    <a:pt x="23" y="92"/>
                  </a:cubicBezTo>
                  <a:cubicBezTo>
                    <a:pt x="0" y="183"/>
                    <a:pt x="23" y="275"/>
                    <a:pt x="114" y="320"/>
                  </a:cubicBezTo>
                  <a:cubicBezTo>
                    <a:pt x="145" y="336"/>
                    <a:pt x="175" y="343"/>
                    <a:pt x="204" y="343"/>
                  </a:cubicBezTo>
                  <a:cubicBezTo>
                    <a:pt x="262" y="343"/>
                    <a:pt x="312" y="313"/>
                    <a:pt x="343" y="252"/>
                  </a:cubicBezTo>
                  <a:cubicBezTo>
                    <a:pt x="388" y="161"/>
                    <a:pt x="343" y="46"/>
                    <a:pt x="274" y="24"/>
                  </a:cubicBezTo>
                  <a:cubicBezTo>
                    <a:pt x="244" y="8"/>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9"/>
            <p:cNvSpPr/>
            <p:nvPr/>
          </p:nvSpPr>
          <p:spPr>
            <a:xfrm>
              <a:off x="5844575" y="1891825"/>
              <a:ext cx="10875" cy="9575"/>
            </a:xfrm>
            <a:custGeom>
              <a:avLst/>
              <a:gdLst/>
              <a:ahLst/>
              <a:cxnLst/>
              <a:rect l="l" t="t" r="r" b="b"/>
              <a:pathLst>
                <a:path w="435" h="383" extrusionOk="0">
                  <a:moveTo>
                    <a:pt x="221" y="0"/>
                  </a:moveTo>
                  <a:cubicBezTo>
                    <a:pt x="150" y="0"/>
                    <a:pt x="80" y="43"/>
                    <a:pt x="46" y="109"/>
                  </a:cubicBezTo>
                  <a:cubicBezTo>
                    <a:pt x="1" y="201"/>
                    <a:pt x="23" y="315"/>
                    <a:pt x="138" y="360"/>
                  </a:cubicBezTo>
                  <a:cubicBezTo>
                    <a:pt x="166" y="375"/>
                    <a:pt x="198" y="382"/>
                    <a:pt x="228" y="382"/>
                  </a:cubicBezTo>
                  <a:cubicBezTo>
                    <a:pt x="294" y="382"/>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9"/>
            <p:cNvSpPr/>
            <p:nvPr/>
          </p:nvSpPr>
          <p:spPr>
            <a:xfrm>
              <a:off x="5359550" y="1650975"/>
              <a:ext cx="7425" cy="6675"/>
            </a:xfrm>
            <a:custGeom>
              <a:avLst/>
              <a:gdLst/>
              <a:ahLst/>
              <a:cxnLst/>
              <a:rect l="l" t="t" r="r" b="b"/>
              <a:pathLst>
                <a:path w="297" h="267" extrusionOk="0">
                  <a:moveTo>
                    <a:pt x="146" y="1"/>
                  </a:moveTo>
                  <a:cubicBezTo>
                    <a:pt x="99" y="1"/>
                    <a:pt x="55" y="33"/>
                    <a:pt x="23" y="65"/>
                  </a:cubicBezTo>
                  <a:cubicBezTo>
                    <a:pt x="0" y="134"/>
                    <a:pt x="23" y="225"/>
                    <a:pt x="91" y="248"/>
                  </a:cubicBezTo>
                  <a:cubicBezTo>
                    <a:pt x="111" y="261"/>
                    <a:pt x="130" y="266"/>
                    <a:pt x="148" y="266"/>
                  </a:cubicBezTo>
                  <a:cubicBezTo>
                    <a:pt x="196" y="266"/>
                    <a:pt x="241" y="229"/>
                    <a:pt x="274" y="180"/>
                  </a:cubicBezTo>
                  <a:cubicBezTo>
                    <a:pt x="297" y="134"/>
                    <a:pt x="274" y="43"/>
                    <a:pt x="206" y="20"/>
                  </a:cubicBezTo>
                  <a:cubicBezTo>
                    <a:pt x="185" y="6"/>
                    <a:pt x="165"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9"/>
            <p:cNvSpPr/>
            <p:nvPr/>
          </p:nvSpPr>
          <p:spPr>
            <a:xfrm>
              <a:off x="5780100" y="1671975"/>
              <a:ext cx="6875" cy="6550"/>
            </a:xfrm>
            <a:custGeom>
              <a:avLst/>
              <a:gdLst/>
              <a:ahLst/>
              <a:cxnLst/>
              <a:rect l="l" t="t" r="r" b="b"/>
              <a:pathLst>
                <a:path w="275" h="262" extrusionOk="0">
                  <a:moveTo>
                    <a:pt x="122" y="1"/>
                  </a:moveTo>
                  <a:cubicBezTo>
                    <a:pt x="81" y="1"/>
                    <a:pt x="38" y="26"/>
                    <a:pt x="23" y="70"/>
                  </a:cubicBezTo>
                  <a:cubicBezTo>
                    <a:pt x="0" y="138"/>
                    <a:pt x="23" y="207"/>
                    <a:pt x="69" y="253"/>
                  </a:cubicBezTo>
                  <a:cubicBezTo>
                    <a:pt x="86" y="258"/>
                    <a:pt x="103" y="261"/>
                    <a:pt x="120" y="261"/>
                  </a:cubicBezTo>
                  <a:cubicBezTo>
                    <a:pt x="170" y="261"/>
                    <a:pt x="217" y="235"/>
                    <a:pt x="251" y="184"/>
                  </a:cubicBezTo>
                  <a:cubicBezTo>
                    <a:pt x="274" y="116"/>
                    <a:pt x="251" y="47"/>
                    <a:pt x="183" y="24"/>
                  </a:cubicBezTo>
                  <a:cubicBezTo>
                    <a:pt x="167" y="8"/>
                    <a:pt x="14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9"/>
            <p:cNvSpPr/>
            <p:nvPr/>
          </p:nvSpPr>
          <p:spPr>
            <a:xfrm>
              <a:off x="5250550" y="1641875"/>
              <a:ext cx="10300" cy="9475"/>
            </a:xfrm>
            <a:custGeom>
              <a:avLst/>
              <a:gdLst/>
              <a:ahLst/>
              <a:cxnLst/>
              <a:rect l="l" t="t" r="r" b="b"/>
              <a:pathLst>
                <a:path w="412" h="379" extrusionOk="0">
                  <a:moveTo>
                    <a:pt x="221" y="1"/>
                  </a:moveTo>
                  <a:cubicBezTo>
                    <a:pt x="150" y="1"/>
                    <a:pt x="80" y="43"/>
                    <a:pt x="46" y="110"/>
                  </a:cubicBezTo>
                  <a:cubicBezTo>
                    <a:pt x="0" y="201"/>
                    <a:pt x="46" y="315"/>
                    <a:pt x="137" y="361"/>
                  </a:cubicBezTo>
                  <a:cubicBezTo>
                    <a:pt x="162" y="373"/>
                    <a:pt x="186" y="379"/>
                    <a:pt x="210" y="379"/>
                  </a:cubicBezTo>
                  <a:cubicBezTo>
                    <a:pt x="274" y="379"/>
                    <a:pt x="332" y="337"/>
                    <a:pt x="366" y="270"/>
                  </a:cubicBezTo>
                  <a:cubicBezTo>
                    <a:pt x="411" y="178"/>
                    <a:pt x="389" y="64"/>
                    <a:pt x="297"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9"/>
            <p:cNvSpPr/>
            <p:nvPr/>
          </p:nvSpPr>
          <p:spPr>
            <a:xfrm>
              <a:off x="6109350" y="1285775"/>
              <a:ext cx="7450" cy="6675"/>
            </a:xfrm>
            <a:custGeom>
              <a:avLst/>
              <a:gdLst/>
              <a:ahLst/>
              <a:cxnLst/>
              <a:rect l="l" t="t" r="r" b="b"/>
              <a:pathLst>
                <a:path w="298" h="267" extrusionOk="0">
                  <a:moveTo>
                    <a:pt x="157" y="1"/>
                  </a:moveTo>
                  <a:cubicBezTo>
                    <a:pt x="113" y="1"/>
                    <a:pt x="62" y="33"/>
                    <a:pt x="46" y="65"/>
                  </a:cubicBezTo>
                  <a:cubicBezTo>
                    <a:pt x="1" y="134"/>
                    <a:pt x="46" y="225"/>
                    <a:pt x="92" y="248"/>
                  </a:cubicBezTo>
                  <a:cubicBezTo>
                    <a:pt x="111" y="261"/>
                    <a:pt x="132" y="266"/>
                    <a:pt x="153" y="266"/>
                  </a:cubicBezTo>
                  <a:cubicBezTo>
                    <a:pt x="206" y="266"/>
                    <a:pt x="258" y="229"/>
                    <a:pt x="274" y="179"/>
                  </a:cubicBezTo>
                  <a:cubicBezTo>
                    <a:pt x="297" y="134"/>
                    <a:pt x="274" y="42"/>
                    <a:pt x="206" y="20"/>
                  </a:cubicBezTo>
                  <a:cubicBezTo>
                    <a:pt x="193" y="6"/>
                    <a:pt x="175" y="1"/>
                    <a:pt x="15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9"/>
            <p:cNvSpPr/>
            <p:nvPr/>
          </p:nvSpPr>
          <p:spPr>
            <a:xfrm>
              <a:off x="5862850" y="1991900"/>
              <a:ext cx="6300" cy="5600"/>
            </a:xfrm>
            <a:custGeom>
              <a:avLst/>
              <a:gdLst/>
              <a:ahLst/>
              <a:cxnLst/>
              <a:rect l="l" t="t" r="r" b="b"/>
              <a:pathLst>
                <a:path w="252" h="224" extrusionOk="0">
                  <a:moveTo>
                    <a:pt x="128" y="1"/>
                  </a:moveTo>
                  <a:cubicBezTo>
                    <a:pt x="81" y="1"/>
                    <a:pt x="40" y="22"/>
                    <a:pt x="23" y="55"/>
                  </a:cubicBezTo>
                  <a:cubicBezTo>
                    <a:pt x="0" y="124"/>
                    <a:pt x="23" y="169"/>
                    <a:pt x="91" y="215"/>
                  </a:cubicBezTo>
                  <a:cubicBezTo>
                    <a:pt x="103" y="221"/>
                    <a:pt x="116" y="223"/>
                    <a:pt x="129" y="223"/>
                  </a:cubicBezTo>
                  <a:cubicBezTo>
                    <a:pt x="168" y="223"/>
                    <a:pt x="211" y="198"/>
                    <a:pt x="228" y="146"/>
                  </a:cubicBezTo>
                  <a:cubicBezTo>
                    <a:pt x="251" y="101"/>
                    <a:pt x="228" y="32"/>
                    <a:pt x="183" y="9"/>
                  </a:cubicBezTo>
                  <a:cubicBezTo>
                    <a:pt x="164" y="3"/>
                    <a:pt x="146" y="1"/>
                    <a:pt x="1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9"/>
            <p:cNvSpPr/>
            <p:nvPr/>
          </p:nvSpPr>
          <p:spPr>
            <a:xfrm>
              <a:off x="6311925" y="1955575"/>
              <a:ext cx="6300" cy="5975"/>
            </a:xfrm>
            <a:custGeom>
              <a:avLst/>
              <a:gdLst/>
              <a:ahLst/>
              <a:cxnLst/>
              <a:rect l="l" t="t" r="r" b="b"/>
              <a:pathLst>
                <a:path w="252" h="239" extrusionOk="0">
                  <a:moveTo>
                    <a:pt x="112" y="1"/>
                  </a:moveTo>
                  <a:cubicBezTo>
                    <a:pt x="72" y="1"/>
                    <a:pt x="38" y="26"/>
                    <a:pt x="23" y="70"/>
                  </a:cubicBezTo>
                  <a:cubicBezTo>
                    <a:pt x="1" y="116"/>
                    <a:pt x="23" y="184"/>
                    <a:pt x="69" y="230"/>
                  </a:cubicBezTo>
                  <a:cubicBezTo>
                    <a:pt x="86" y="236"/>
                    <a:pt x="103" y="238"/>
                    <a:pt x="120" y="238"/>
                  </a:cubicBezTo>
                  <a:cubicBezTo>
                    <a:pt x="169" y="238"/>
                    <a:pt x="212" y="213"/>
                    <a:pt x="229" y="161"/>
                  </a:cubicBezTo>
                  <a:cubicBezTo>
                    <a:pt x="252" y="116"/>
                    <a:pt x="229" y="47"/>
                    <a:pt x="183" y="25"/>
                  </a:cubicBezTo>
                  <a:cubicBezTo>
                    <a:pt x="159" y="8"/>
                    <a:pt x="135"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9"/>
            <p:cNvSpPr/>
            <p:nvPr/>
          </p:nvSpPr>
          <p:spPr>
            <a:xfrm>
              <a:off x="6074550" y="2145400"/>
              <a:ext cx="8000" cy="7300"/>
            </a:xfrm>
            <a:custGeom>
              <a:avLst/>
              <a:gdLst/>
              <a:ahLst/>
              <a:cxnLst/>
              <a:rect l="l" t="t" r="r" b="b"/>
              <a:pathLst>
                <a:path w="320" h="292" extrusionOk="0">
                  <a:moveTo>
                    <a:pt x="174" y="1"/>
                  </a:moveTo>
                  <a:cubicBezTo>
                    <a:pt x="117" y="1"/>
                    <a:pt x="57" y="27"/>
                    <a:pt x="23" y="78"/>
                  </a:cubicBezTo>
                  <a:cubicBezTo>
                    <a:pt x="0" y="146"/>
                    <a:pt x="23" y="238"/>
                    <a:pt x="92" y="283"/>
                  </a:cubicBezTo>
                  <a:cubicBezTo>
                    <a:pt x="109" y="289"/>
                    <a:pt x="127" y="292"/>
                    <a:pt x="146" y="292"/>
                  </a:cubicBezTo>
                  <a:cubicBezTo>
                    <a:pt x="203" y="292"/>
                    <a:pt x="263" y="266"/>
                    <a:pt x="297" y="215"/>
                  </a:cubicBezTo>
                  <a:cubicBezTo>
                    <a:pt x="320" y="146"/>
                    <a:pt x="297" y="55"/>
                    <a:pt x="228"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9"/>
            <p:cNvSpPr/>
            <p:nvPr/>
          </p:nvSpPr>
          <p:spPr>
            <a:xfrm>
              <a:off x="6133325" y="2189350"/>
              <a:ext cx="6875" cy="5600"/>
            </a:xfrm>
            <a:custGeom>
              <a:avLst/>
              <a:gdLst/>
              <a:ahLst/>
              <a:cxnLst/>
              <a:rect l="l" t="t" r="r" b="b"/>
              <a:pathLst>
                <a:path w="275" h="224" extrusionOk="0">
                  <a:moveTo>
                    <a:pt x="142" y="0"/>
                  </a:moveTo>
                  <a:cubicBezTo>
                    <a:pt x="102" y="0"/>
                    <a:pt x="56" y="21"/>
                    <a:pt x="23" y="55"/>
                  </a:cubicBezTo>
                  <a:cubicBezTo>
                    <a:pt x="0" y="123"/>
                    <a:pt x="23" y="192"/>
                    <a:pt x="92" y="214"/>
                  </a:cubicBezTo>
                  <a:cubicBezTo>
                    <a:pt x="104" y="221"/>
                    <a:pt x="118" y="223"/>
                    <a:pt x="132" y="223"/>
                  </a:cubicBezTo>
                  <a:cubicBezTo>
                    <a:pt x="172" y="223"/>
                    <a:pt x="218" y="202"/>
                    <a:pt x="251" y="169"/>
                  </a:cubicBezTo>
                  <a:cubicBezTo>
                    <a:pt x="274" y="100"/>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9"/>
            <p:cNvSpPr/>
            <p:nvPr/>
          </p:nvSpPr>
          <p:spPr>
            <a:xfrm>
              <a:off x="6122475" y="2098375"/>
              <a:ext cx="9725" cy="8475"/>
            </a:xfrm>
            <a:custGeom>
              <a:avLst/>
              <a:gdLst/>
              <a:ahLst/>
              <a:cxnLst/>
              <a:rect l="l" t="t" r="r" b="b"/>
              <a:pathLst>
                <a:path w="389" h="339" extrusionOk="0">
                  <a:moveTo>
                    <a:pt x="199" y="0"/>
                  </a:moveTo>
                  <a:cubicBezTo>
                    <a:pt x="136" y="0"/>
                    <a:pt x="79" y="38"/>
                    <a:pt x="46" y="87"/>
                  </a:cubicBezTo>
                  <a:cubicBezTo>
                    <a:pt x="1" y="179"/>
                    <a:pt x="23" y="270"/>
                    <a:pt x="115" y="316"/>
                  </a:cubicBezTo>
                  <a:cubicBezTo>
                    <a:pt x="145" y="331"/>
                    <a:pt x="176" y="338"/>
                    <a:pt x="204" y="338"/>
                  </a:cubicBezTo>
                  <a:cubicBezTo>
                    <a:pt x="262" y="338"/>
                    <a:pt x="313" y="308"/>
                    <a:pt x="343" y="247"/>
                  </a:cubicBezTo>
                  <a:cubicBezTo>
                    <a:pt x="389" y="156"/>
                    <a:pt x="343" y="64"/>
                    <a:pt x="274" y="19"/>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9"/>
            <p:cNvSpPr/>
            <p:nvPr/>
          </p:nvSpPr>
          <p:spPr>
            <a:xfrm>
              <a:off x="6488250" y="2186500"/>
              <a:ext cx="6875" cy="6150"/>
            </a:xfrm>
            <a:custGeom>
              <a:avLst/>
              <a:gdLst/>
              <a:ahLst/>
              <a:cxnLst/>
              <a:rect l="l" t="t" r="r" b="b"/>
              <a:pathLst>
                <a:path w="275" h="246" extrusionOk="0">
                  <a:moveTo>
                    <a:pt x="142" y="0"/>
                  </a:moveTo>
                  <a:cubicBezTo>
                    <a:pt x="96" y="0"/>
                    <a:pt x="41" y="26"/>
                    <a:pt x="23" y="77"/>
                  </a:cubicBezTo>
                  <a:cubicBezTo>
                    <a:pt x="1" y="123"/>
                    <a:pt x="23" y="214"/>
                    <a:pt x="92" y="237"/>
                  </a:cubicBezTo>
                  <a:cubicBezTo>
                    <a:pt x="103" y="243"/>
                    <a:pt x="116" y="246"/>
                    <a:pt x="130" y="246"/>
                  </a:cubicBezTo>
                  <a:cubicBezTo>
                    <a:pt x="170" y="246"/>
                    <a:pt x="217" y="220"/>
                    <a:pt x="252" y="169"/>
                  </a:cubicBezTo>
                  <a:cubicBezTo>
                    <a:pt x="274" y="123"/>
                    <a:pt x="252" y="55"/>
                    <a:pt x="183" y="9"/>
                  </a:cubicBezTo>
                  <a:cubicBezTo>
                    <a:pt x="172" y="3"/>
                    <a:pt x="158"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9"/>
            <p:cNvSpPr/>
            <p:nvPr/>
          </p:nvSpPr>
          <p:spPr>
            <a:xfrm>
              <a:off x="6179550" y="2178825"/>
              <a:ext cx="10275" cy="8925"/>
            </a:xfrm>
            <a:custGeom>
              <a:avLst/>
              <a:gdLst/>
              <a:ahLst/>
              <a:cxnLst/>
              <a:rect l="l" t="t" r="r" b="b"/>
              <a:pathLst>
                <a:path w="411" h="357" extrusionOk="0">
                  <a:moveTo>
                    <a:pt x="199" y="1"/>
                  </a:moveTo>
                  <a:cubicBezTo>
                    <a:pt x="135" y="1"/>
                    <a:pt x="79" y="38"/>
                    <a:pt x="46" y="88"/>
                  </a:cubicBezTo>
                  <a:cubicBezTo>
                    <a:pt x="0" y="179"/>
                    <a:pt x="23" y="293"/>
                    <a:pt x="114" y="339"/>
                  </a:cubicBezTo>
                  <a:cubicBezTo>
                    <a:pt x="139" y="351"/>
                    <a:pt x="165" y="357"/>
                    <a:pt x="191" y="357"/>
                  </a:cubicBezTo>
                  <a:cubicBezTo>
                    <a:pt x="262" y="357"/>
                    <a:pt x="332" y="314"/>
                    <a:pt x="365" y="247"/>
                  </a:cubicBezTo>
                  <a:cubicBezTo>
                    <a:pt x="411" y="156"/>
                    <a:pt x="365" y="65"/>
                    <a:pt x="274" y="19"/>
                  </a:cubicBezTo>
                  <a:cubicBezTo>
                    <a:pt x="248"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9"/>
            <p:cNvSpPr/>
            <p:nvPr/>
          </p:nvSpPr>
          <p:spPr>
            <a:xfrm>
              <a:off x="5923325" y="2101675"/>
              <a:ext cx="8025" cy="5750"/>
            </a:xfrm>
            <a:custGeom>
              <a:avLst/>
              <a:gdLst/>
              <a:ahLst/>
              <a:cxnLst/>
              <a:rect l="l" t="t" r="r" b="b"/>
              <a:pathLst>
                <a:path w="321" h="230" extrusionOk="0">
                  <a:moveTo>
                    <a:pt x="117" y="1"/>
                  </a:moveTo>
                  <a:cubicBezTo>
                    <a:pt x="61" y="1"/>
                    <a:pt x="16" y="31"/>
                    <a:pt x="1" y="92"/>
                  </a:cubicBezTo>
                  <a:lnTo>
                    <a:pt x="274" y="229"/>
                  </a:lnTo>
                  <a:cubicBezTo>
                    <a:pt x="320" y="161"/>
                    <a:pt x="274" y="47"/>
                    <a:pt x="206" y="24"/>
                  </a:cubicBezTo>
                  <a:cubicBezTo>
                    <a:pt x="176" y="9"/>
                    <a:pt x="145" y="1"/>
                    <a:pt x="1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9"/>
            <p:cNvSpPr/>
            <p:nvPr/>
          </p:nvSpPr>
          <p:spPr>
            <a:xfrm>
              <a:off x="6234900" y="2023875"/>
              <a:ext cx="6875" cy="5950"/>
            </a:xfrm>
            <a:custGeom>
              <a:avLst/>
              <a:gdLst/>
              <a:ahLst/>
              <a:cxnLst/>
              <a:rect l="l" t="t" r="r" b="b"/>
              <a:pathLst>
                <a:path w="275" h="238" extrusionOk="0">
                  <a:moveTo>
                    <a:pt x="145" y="0"/>
                  </a:moveTo>
                  <a:cubicBezTo>
                    <a:pt x="104" y="0"/>
                    <a:pt x="57" y="26"/>
                    <a:pt x="23" y="77"/>
                  </a:cubicBezTo>
                  <a:cubicBezTo>
                    <a:pt x="0" y="123"/>
                    <a:pt x="23" y="191"/>
                    <a:pt x="91" y="214"/>
                  </a:cubicBezTo>
                  <a:cubicBezTo>
                    <a:pt x="108" y="230"/>
                    <a:pt x="127" y="238"/>
                    <a:pt x="146" y="238"/>
                  </a:cubicBezTo>
                  <a:cubicBezTo>
                    <a:pt x="180" y="238"/>
                    <a:pt x="214" y="213"/>
                    <a:pt x="228" y="168"/>
                  </a:cubicBezTo>
                  <a:cubicBezTo>
                    <a:pt x="274" y="100"/>
                    <a:pt x="251" y="32"/>
                    <a:pt x="183" y="9"/>
                  </a:cubicBezTo>
                  <a:cubicBezTo>
                    <a:pt x="171" y="3"/>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9"/>
            <p:cNvSpPr/>
            <p:nvPr/>
          </p:nvSpPr>
          <p:spPr>
            <a:xfrm>
              <a:off x="6446600" y="2141750"/>
              <a:ext cx="8575" cy="7525"/>
            </a:xfrm>
            <a:custGeom>
              <a:avLst/>
              <a:gdLst/>
              <a:ahLst/>
              <a:cxnLst/>
              <a:rect l="l" t="t" r="r" b="b"/>
              <a:pathLst>
                <a:path w="343" h="301" extrusionOk="0">
                  <a:moveTo>
                    <a:pt x="176" y="0"/>
                  </a:moveTo>
                  <a:cubicBezTo>
                    <a:pt x="114" y="0"/>
                    <a:pt x="62" y="38"/>
                    <a:pt x="46" y="87"/>
                  </a:cubicBezTo>
                  <a:cubicBezTo>
                    <a:pt x="0" y="155"/>
                    <a:pt x="46" y="247"/>
                    <a:pt x="114" y="292"/>
                  </a:cubicBezTo>
                  <a:cubicBezTo>
                    <a:pt x="132" y="298"/>
                    <a:pt x="150" y="301"/>
                    <a:pt x="169" y="301"/>
                  </a:cubicBezTo>
                  <a:cubicBezTo>
                    <a:pt x="226" y="301"/>
                    <a:pt x="286" y="275"/>
                    <a:pt x="320" y="224"/>
                  </a:cubicBezTo>
                  <a:cubicBezTo>
                    <a:pt x="343" y="133"/>
                    <a:pt x="320" y="64"/>
                    <a:pt x="251" y="19"/>
                  </a:cubicBezTo>
                  <a:cubicBezTo>
                    <a:pt x="226" y="6"/>
                    <a:pt x="200" y="0"/>
                    <a:pt x="17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9"/>
            <p:cNvSpPr/>
            <p:nvPr/>
          </p:nvSpPr>
          <p:spPr>
            <a:xfrm>
              <a:off x="6334175" y="2114225"/>
              <a:ext cx="6875" cy="5975"/>
            </a:xfrm>
            <a:custGeom>
              <a:avLst/>
              <a:gdLst/>
              <a:ahLst/>
              <a:cxnLst/>
              <a:rect l="l" t="t" r="r" b="b"/>
              <a:pathLst>
                <a:path w="275" h="239" extrusionOk="0">
                  <a:moveTo>
                    <a:pt x="123" y="0"/>
                  </a:moveTo>
                  <a:cubicBezTo>
                    <a:pt x="82" y="0"/>
                    <a:pt x="38" y="25"/>
                    <a:pt x="24" y="70"/>
                  </a:cubicBezTo>
                  <a:cubicBezTo>
                    <a:pt x="1" y="138"/>
                    <a:pt x="24" y="207"/>
                    <a:pt x="92" y="229"/>
                  </a:cubicBezTo>
                  <a:cubicBezTo>
                    <a:pt x="104" y="235"/>
                    <a:pt x="118" y="238"/>
                    <a:pt x="133" y="238"/>
                  </a:cubicBezTo>
                  <a:cubicBezTo>
                    <a:pt x="173" y="238"/>
                    <a:pt x="218" y="217"/>
                    <a:pt x="252" y="184"/>
                  </a:cubicBezTo>
                  <a:cubicBezTo>
                    <a:pt x="275" y="115"/>
                    <a:pt x="252" y="47"/>
                    <a:pt x="183" y="24"/>
                  </a:cubicBezTo>
                  <a:cubicBezTo>
                    <a:pt x="167" y="8"/>
                    <a:pt x="145" y="0"/>
                    <a:pt x="12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9"/>
            <p:cNvSpPr/>
            <p:nvPr/>
          </p:nvSpPr>
          <p:spPr>
            <a:xfrm>
              <a:off x="6487100" y="2171275"/>
              <a:ext cx="7450" cy="6800"/>
            </a:xfrm>
            <a:custGeom>
              <a:avLst/>
              <a:gdLst/>
              <a:ahLst/>
              <a:cxnLst/>
              <a:rect l="l" t="t" r="r" b="b"/>
              <a:pathLst>
                <a:path w="298" h="272" extrusionOk="0">
                  <a:moveTo>
                    <a:pt x="129" y="1"/>
                  </a:moveTo>
                  <a:cubicBezTo>
                    <a:pt x="82" y="1"/>
                    <a:pt x="38" y="26"/>
                    <a:pt x="24" y="70"/>
                  </a:cubicBezTo>
                  <a:cubicBezTo>
                    <a:pt x="1" y="139"/>
                    <a:pt x="24" y="230"/>
                    <a:pt x="92" y="253"/>
                  </a:cubicBezTo>
                  <a:cubicBezTo>
                    <a:pt x="111" y="265"/>
                    <a:pt x="130" y="271"/>
                    <a:pt x="149" y="271"/>
                  </a:cubicBezTo>
                  <a:cubicBezTo>
                    <a:pt x="197" y="271"/>
                    <a:pt x="242" y="234"/>
                    <a:pt x="275" y="184"/>
                  </a:cubicBezTo>
                  <a:cubicBezTo>
                    <a:pt x="298" y="139"/>
                    <a:pt x="275" y="47"/>
                    <a:pt x="206" y="24"/>
                  </a:cubicBezTo>
                  <a:cubicBezTo>
                    <a:pt x="182" y="8"/>
                    <a:pt x="155"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9"/>
            <p:cNvSpPr/>
            <p:nvPr/>
          </p:nvSpPr>
          <p:spPr>
            <a:xfrm>
              <a:off x="5616325" y="1456100"/>
              <a:ext cx="9150" cy="7850"/>
            </a:xfrm>
            <a:custGeom>
              <a:avLst/>
              <a:gdLst/>
              <a:ahLst/>
              <a:cxnLst/>
              <a:rect l="l" t="t" r="r" b="b"/>
              <a:pathLst>
                <a:path w="366" h="314" extrusionOk="0">
                  <a:moveTo>
                    <a:pt x="197" y="0"/>
                  </a:moveTo>
                  <a:cubicBezTo>
                    <a:pt x="134" y="0"/>
                    <a:pt x="64" y="30"/>
                    <a:pt x="46" y="100"/>
                  </a:cubicBezTo>
                  <a:cubicBezTo>
                    <a:pt x="1" y="168"/>
                    <a:pt x="23" y="260"/>
                    <a:pt x="115" y="305"/>
                  </a:cubicBezTo>
                  <a:cubicBezTo>
                    <a:pt x="132" y="311"/>
                    <a:pt x="152" y="314"/>
                    <a:pt x="172" y="314"/>
                  </a:cubicBezTo>
                  <a:cubicBezTo>
                    <a:pt x="234" y="314"/>
                    <a:pt x="303" y="288"/>
                    <a:pt x="320" y="237"/>
                  </a:cubicBezTo>
                  <a:cubicBezTo>
                    <a:pt x="366" y="146"/>
                    <a:pt x="320" y="54"/>
                    <a:pt x="252" y="9"/>
                  </a:cubicBezTo>
                  <a:cubicBezTo>
                    <a:pt x="235" y="3"/>
                    <a:pt x="217"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9"/>
            <p:cNvSpPr/>
            <p:nvPr/>
          </p:nvSpPr>
          <p:spPr>
            <a:xfrm>
              <a:off x="6119625" y="1335100"/>
              <a:ext cx="6875" cy="5600"/>
            </a:xfrm>
            <a:custGeom>
              <a:avLst/>
              <a:gdLst/>
              <a:ahLst/>
              <a:cxnLst/>
              <a:rect l="l" t="t" r="r" b="b"/>
              <a:pathLst>
                <a:path w="275" h="224" extrusionOk="0">
                  <a:moveTo>
                    <a:pt x="129" y="1"/>
                  </a:moveTo>
                  <a:cubicBezTo>
                    <a:pt x="81" y="1"/>
                    <a:pt x="40" y="22"/>
                    <a:pt x="23" y="55"/>
                  </a:cubicBezTo>
                  <a:cubicBezTo>
                    <a:pt x="0" y="124"/>
                    <a:pt x="23" y="192"/>
                    <a:pt x="69" y="215"/>
                  </a:cubicBezTo>
                  <a:cubicBezTo>
                    <a:pt x="87" y="221"/>
                    <a:pt x="106" y="224"/>
                    <a:pt x="123" y="224"/>
                  </a:cubicBezTo>
                  <a:cubicBezTo>
                    <a:pt x="171" y="224"/>
                    <a:pt x="212" y="203"/>
                    <a:pt x="229" y="169"/>
                  </a:cubicBezTo>
                  <a:cubicBezTo>
                    <a:pt x="274" y="101"/>
                    <a:pt x="252" y="32"/>
                    <a:pt x="183" y="10"/>
                  </a:cubicBezTo>
                  <a:cubicBezTo>
                    <a:pt x="165" y="4"/>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9"/>
            <p:cNvSpPr/>
            <p:nvPr/>
          </p:nvSpPr>
          <p:spPr>
            <a:xfrm>
              <a:off x="6379250" y="2269800"/>
              <a:ext cx="7450" cy="6550"/>
            </a:xfrm>
            <a:custGeom>
              <a:avLst/>
              <a:gdLst/>
              <a:ahLst/>
              <a:cxnLst/>
              <a:rect l="l" t="t" r="r" b="b"/>
              <a:pathLst>
                <a:path w="298" h="262" extrusionOk="0">
                  <a:moveTo>
                    <a:pt x="156" y="1"/>
                  </a:moveTo>
                  <a:cubicBezTo>
                    <a:pt x="107" y="1"/>
                    <a:pt x="64" y="27"/>
                    <a:pt x="47" y="78"/>
                  </a:cubicBezTo>
                  <a:cubicBezTo>
                    <a:pt x="1" y="146"/>
                    <a:pt x="47" y="215"/>
                    <a:pt x="92" y="238"/>
                  </a:cubicBezTo>
                  <a:cubicBezTo>
                    <a:pt x="117" y="254"/>
                    <a:pt x="141" y="261"/>
                    <a:pt x="164" y="261"/>
                  </a:cubicBezTo>
                  <a:cubicBezTo>
                    <a:pt x="206" y="261"/>
                    <a:pt x="245" y="236"/>
                    <a:pt x="275" y="192"/>
                  </a:cubicBezTo>
                  <a:cubicBezTo>
                    <a:pt x="298" y="124"/>
                    <a:pt x="275" y="55"/>
                    <a:pt x="206" y="9"/>
                  </a:cubicBezTo>
                  <a:cubicBezTo>
                    <a:pt x="189" y="4"/>
                    <a:pt x="172"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9"/>
            <p:cNvSpPr/>
            <p:nvPr/>
          </p:nvSpPr>
          <p:spPr>
            <a:xfrm>
              <a:off x="5894225" y="1387375"/>
              <a:ext cx="7450" cy="6775"/>
            </a:xfrm>
            <a:custGeom>
              <a:avLst/>
              <a:gdLst/>
              <a:ahLst/>
              <a:cxnLst/>
              <a:rect l="l" t="t" r="r" b="b"/>
              <a:pathLst>
                <a:path w="298" h="271" extrusionOk="0">
                  <a:moveTo>
                    <a:pt x="159" y="0"/>
                  </a:moveTo>
                  <a:cubicBezTo>
                    <a:pt x="115" y="0"/>
                    <a:pt x="63" y="38"/>
                    <a:pt x="46" y="87"/>
                  </a:cubicBezTo>
                  <a:cubicBezTo>
                    <a:pt x="0" y="133"/>
                    <a:pt x="23" y="224"/>
                    <a:pt x="92" y="247"/>
                  </a:cubicBezTo>
                  <a:cubicBezTo>
                    <a:pt x="116" y="263"/>
                    <a:pt x="143" y="271"/>
                    <a:pt x="169" y="271"/>
                  </a:cubicBezTo>
                  <a:cubicBezTo>
                    <a:pt x="216" y="271"/>
                    <a:pt x="260" y="245"/>
                    <a:pt x="274" y="201"/>
                  </a:cubicBezTo>
                  <a:cubicBezTo>
                    <a:pt x="297" y="133"/>
                    <a:pt x="274" y="41"/>
                    <a:pt x="206" y="19"/>
                  </a:cubicBezTo>
                  <a:cubicBezTo>
                    <a:pt x="193" y="6"/>
                    <a:pt x="177" y="0"/>
                    <a:pt x="15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9"/>
            <p:cNvSpPr/>
            <p:nvPr/>
          </p:nvSpPr>
          <p:spPr>
            <a:xfrm>
              <a:off x="6001500" y="1393650"/>
              <a:ext cx="11450" cy="10050"/>
            </a:xfrm>
            <a:custGeom>
              <a:avLst/>
              <a:gdLst/>
              <a:ahLst/>
              <a:cxnLst/>
              <a:rect l="l" t="t" r="r" b="b"/>
              <a:pathLst>
                <a:path w="458" h="402" extrusionOk="0">
                  <a:moveTo>
                    <a:pt x="230" y="1"/>
                  </a:moveTo>
                  <a:cubicBezTo>
                    <a:pt x="150" y="1"/>
                    <a:pt x="80" y="43"/>
                    <a:pt x="46" y="110"/>
                  </a:cubicBezTo>
                  <a:cubicBezTo>
                    <a:pt x="1" y="201"/>
                    <a:pt x="46" y="338"/>
                    <a:pt x="138" y="384"/>
                  </a:cubicBezTo>
                  <a:cubicBezTo>
                    <a:pt x="162" y="396"/>
                    <a:pt x="190" y="402"/>
                    <a:pt x="218" y="402"/>
                  </a:cubicBezTo>
                  <a:cubicBezTo>
                    <a:pt x="296" y="402"/>
                    <a:pt x="378" y="359"/>
                    <a:pt x="411" y="293"/>
                  </a:cubicBezTo>
                  <a:cubicBezTo>
                    <a:pt x="457" y="178"/>
                    <a:pt x="411" y="64"/>
                    <a:pt x="320" y="19"/>
                  </a:cubicBezTo>
                  <a:cubicBezTo>
                    <a:pt x="290"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9"/>
            <p:cNvSpPr/>
            <p:nvPr/>
          </p:nvSpPr>
          <p:spPr>
            <a:xfrm>
              <a:off x="6008350" y="1367625"/>
              <a:ext cx="6875" cy="5625"/>
            </a:xfrm>
            <a:custGeom>
              <a:avLst/>
              <a:gdLst/>
              <a:ahLst/>
              <a:cxnLst/>
              <a:rect l="l" t="t" r="r" b="b"/>
              <a:pathLst>
                <a:path w="275" h="225" extrusionOk="0">
                  <a:moveTo>
                    <a:pt x="143" y="1"/>
                  </a:moveTo>
                  <a:cubicBezTo>
                    <a:pt x="104" y="1"/>
                    <a:pt x="63" y="22"/>
                    <a:pt x="46" y="55"/>
                  </a:cubicBezTo>
                  <a:cubicBezTo>
                    <a:pt x="0" y="124"/>
                    <a:pt x="46" y="192"/>
                    <a:pt x="92" y="215"/>
                  </a:cubicBezTo>
                  <a:cubicBezTo>
                    <a:pt x="104" y="221"/>
                    <a:pt x="118" y="224"/>
                    <a:pt x="133" y="224"/>
                  </a:cubicBezTo>
                  <a:cubicBezTo>
                    <a:pt x="173" y="224"/>
                    <a:pt x="218" y="203"/>
                    <a:pt x="252" y="169"/>
                  </a:cubicBezTo>
                  <a:cubicBezTo>
                    <a:pt x="274" y="101"/>
                    <a:pt x="252" y="32"/>
                    <a:pt x="183" y="10"/>
                  </a:cubicBezTo>
                  <a:cubicBezTo>
                    <a:pt x="171" y="4"/>
                    <a:pt x="157"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9"/>
            <p:cNvSpPr/>
            <p:nvPr/>
          </p:nvSpPr>
          <p:spPr>
            <a:xfrm>
              <a:off x="5362975" y="1316625"/>
              <a:ext cx="10850" cy="10050"/>
            </a:xfrm>
            <a:custGeom>
              <a:avLst/>
              <a:gdLst/>
              <a:ahLst/>
              <a:cxnLst/>
              <a:rect l="l" t="t" r="r" b="b"/>
              <a:pathLst>
                <a:path w="434" h="402" extrusionOk="0">
                  <a:moveTo>
                    <a:pt x="220" y="0"/>
                  </a:moveTo>
                  <a:cubicBezTo>
                    <a:pt x="149" y="0"/>
                    <a:pt x="79" y="43"/>
                    <a:pt x="46" y="110"/>
                  </a:cubicBezTo>
                  <a:cubicBezTo>
                    <a:pt x="0" y="224"/>
                    <a:pt x="23" y="338"/>
                    <a:pt x="137" y="383"/>
                  </a:cubicBezTo>
                  <a:cubicBezTo>
                    <a:pt x="161" y="396"/>
                    <a:pt x="188" y="401"/>
                    <a:pt x="214" y="401"/>
                  </a:cubicBezTo>
                  <a:cubicBezTo>
                    <a:pt x="285" y="401"/>
                    <a:pt x="355" y="359"/>
                    <a:pt x="388" y="292"/>
                  </a:cubicBezTo>
                  <a:cubicBezTo>
                    <a:pt x="434" y="201"/>
                    <a:pt x="411"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9"/>
            <p:cNvSpPr/>
            <p:nvPr/>
          </p:nvSpPr>
          <p:spPr>
            <a:xfrm>
              <a:off x="5700775" y="1946600"/>
              <a:ext cx="10875" cy="9575"/>
            </a:xfrm>
            <a:custGeom>
              <a:avLst/>
              <a:gdLst/>
              <a:ahLst/>
              <a:cxnLst/>
              <a:rect l="l" t="t" r="r" b="b"/>
              <a:pathLst>
                <a:path w="435" h="383" extrusionOk="0">
                  <a:moveTo>
                    <a:pt x="221" y="0"/>
                  </a:moveTo>
                  <a:cubicBezTo>
                    <a:pt x="150" y="0"/>
                    <a:pt x="80" y="43"/>
                    <a:pt x="46" y="110"/>
                  </a:cubicBezTo>
                  <a:cubicBezTo>
                    <a:pt x="1" y="201"/>
                    <a:pt x="46" y="315"/>
                    <a:pt x="138" y="361"/>
                  </a:cubicBezTo>
                  <a:cubicBezTo>
                    <a:pt x="167" y="375"/>
                    <a:pt x="198" y="383"/>
                    <a:pt x="228" y="383"/>
                  </a:cubicBezTo>
                  <a:cubicBezTo>
                    <a:pt x="294" y="383"/>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9"/>
            <p:cNvSpPr/>
            <p:nvPr/>
          </p:nvSpPr>
          <p:spPr>
            <a:xfrm>
              <a:off x="5855425" y="1750525"/>
              <a:ext cx="6300" cy="5850"/>
            </a:xfrm>
            <a:custGeom>
              <a:avLst/>
              <a:gdLst/>
              <a:ahLst/>
              <a:cxnLst/>
              <a:rect l="l" t="t" r="r" b="b"/>
              <a:pathLst>
                <a:path w="252" h="234" extrusionOk="0">
                  <a:moveTo>
                    <a:pt x="132" y="1"/>
                  </a:moveTo>
                  <a:cubicBezTo>
                    <a:pt x="83" y="1"/>
                    <a:pt x="40" y="27"/>
                    <a:pt x="23" y="78"/>
                  </a:cubicBezTo>
                  <a:cubicBezTo>
                    <a:pt x="0" y="124"/>
                    <a:pt x="23" y="192"/>
                    <a:pt x="69" y="215"/>
                  </a:cubicBezTo>
                  <a:cubicBezTo>
                    <a:pt x="89" y="228"/>
                    <a:pt x="109" y="234"/>
                    <a:pt x="128" y="234"/>
                  </a:cubicBezTo>
                  <a:cubicBezTo>
                    <a:pt x="173" y="234"/>
                    <a:pt x="212" y="201"/>
                    <a:pt x="229" y="169"/>
                  </a:cubicBezTo>
                  <a:cubicBezTo>
                    <a:pt x="251" y="101"/>
                    <a:pt x="229" y="32"/>
                    <a:pt x="183" y="9"/>
                  </a:cubicBezTo>
                  <a:cubicBezTo>
                    <a:pt x="166" y="4"/>
                    <a:pt x="149" y="1"/>
                    <a:pt x="1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9"/>
            <p:cNvSpPr/>
            <p:nvPr/>
          </p:nvSpPr>
          <p:spPr>
            <a:xfrm>
              <a:off x="6088250" y="2038450"/>
              <a:ext cx="9725" cy="8675"/>
            </a:xfrm>
            <a:custGeom>
              <a:avLst/>
              <a:gdLst/>
              <a:ahLst/>
              <a:cxnLst/>
              <a:rect l="l" t="t" r="r" b="b"/>
              <a:pathLst>
                <a:path w="389" h="347" extrusionOk="0">
                  <a:moveTo>
                    <a:pt x="194" y="1"/>
                  </a:moveTo>
                  <a:cubicBezTo>
                    <a:pt x="124" y="1"/>
                    <a:pt x="56" y="38"/>
                    <a:pt x="23" y="88"/>
                  </a:cubicBezTo>
                  <a:cubicBezTo>
                    <a:pt x="0" y="179"/>
                    <a:pt x="23" y="293"/>
                    <a:pt x="114" y="339"/>
                  </a:cubicBezTo>
                  <a:cubicBezTo>
                    <a:pt x="136" y="344"/>
                    <a:pt x="157" y="347"/>
                    <a:pt x="178" y="347"/>
                  </a:cubicBezTo>
                  <a:cubicBezTo>
                    <a:pt x="246" y="347"/>
                    <a:pt x="308" y="317"/>
                    <a:pt x="342" y="247"/>
                  </a:cubicBezTo>
                  <a:cubicBezTo>
                    <a:pt x="388" y="156"/>
                    <a:pt x="342" y="65"/>
                    <a:pt x="274" y="19"/>
                  </a:cubicBezTo>
                  <a:cubicBezTo>
                    <a:pt x="248" y="6"/>
                    <a:pt x="221" y="1"/>
                    <a:pt x="19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9"/>
            <p:cNvSpPr/>
            <p:nvPr/>
          </p:nvSpPr>
          <p:spPr>
            <a:xfrm>
              <a:off x="6130475" y="2013600"/>
              <a:ext cx="6300" cy="5600"/>
            </a:xfrm>
            <a:custGeom>
              <a:avLst/>
              <a:gdLst/>
              <a:ahLst/>
              <a:cxnLst/>
              <a:rect l="l" t="t" r="r" b="b"/>
              <a:pathLst>
                <a:path w="252" h="224" extrusionOk="0">
                  <a:moveTo>
                    <a:pt x="136" y="0"/>
                  </a:moveTo>
                  <a:cubicBezTo>
                    <a:pt x="93" y="0"/>
                    <a:pt x="63" y="26"/>
                    <a:pt x="46" y="77"/>
                  </a:cubicBezTo>
                  <a:cubicBezTo>
                    <a:pt x="0" y="123"/>
                    <a:pt x="23" y="191"/>
                    <a:pt x="91" y="214"/>
                  </a:cubicBezTo>
                  <a:cubicBezTo>
                    <a:pt x="104" y="220"/>
                    <a:pt x="118" y="223"/>
                    <a:pt x="132" y="223"/>
                  </a:cubicBezTo>
                  <a:cubicBezTo>
                    <a:pt x="170" y="223"/>
                    <a:pt x="212" y="202"/>
                    <a:pt x="228" y="169"/>
                  </a:cubicBezTo>
                  <a:cubicBezTo>
                    <a:pt x="251" y="100"/>
                    <a:pt x="228" y="55"/>
                    <a:pt x="183" y="9"/>
                  </a:cubicBezTo>
                  <a:cubicBezTo>
                    <a:pt x="166" y="3"/>
                    <a:pt x="150" y="0"/>
                    <a:pt x="13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9"/>
            <p:cNvSpPr/>
            <p:nvPr/>
          </p:nvSpPr>
          <p:spPr>
            <a:xfrm>
              <a:off x="6356425" y="1213000"/>
              <a:ext cx="8025" cy="6975"/>
            </a:xfrm>
            <a:custGeom>
              <a:avLst/>
              <a:gdLst/>
              <a:ahLst/>
              <a:cxnLst/>
              <a:rect l="l" t="t" r="r" b="b"/>
              <a:pathLst>
                <a:path w="321" h="279" extrusionOk="0">
                  <a:moveTo>
                    <a:pt x="175" y="0"/>
                  </a:moveTo>
                  <a:cubicBezTo>
                    <a:pt x="119" y="0"/>
                    <a:pt x="64" y="26"/>
                    <a:pt x="47" y="77"/>
                  </a:cubicBezTo>
                  <a:cubicBezTo>
                    <a:pt x="1" y="146"/>
                    <a:pt x="47" y="237"/>
                    <a:pt x="115" y="260"/>
                  </a:cubicBezTo>
                  <a:cubicBezTo>
                    <a:pt x="134" y="273"/>
                    <a:pt x="153" y="278"/>
                    <a:pt x="172" y="278"/>
                  </a:cubicBezTo>
                  <a:cubicBezTo>
                    <a:pt x="220" y="278"/>
                    <a:pt x="265" y="241"/>
                    <a:pt x="298" y="192"/>
                  </a:cubicBezTo>
                  <a:cubicBezTo>
                    <a:pt x="320" y="123"/>
                    <a:pt x="298" y="55"/>
                    <a:pt x="229" y="9"/>
                  </a:cubicBezTo>
                  <a:cubicBezTo>
                    <a:pt x="212" y="3"/>
                    <a:pt x="194"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9"/>
            <p:cNvSpPr/>
            <p:nvPr/>
          </p:nvSpPr>
          <p:spPr>
            <a:xfrm>
              <a:off x="6440325" y="1140150"/>
              <a:ext cx="6875" cy="5975"/>
            </a:xfrm>
            <a:custGeom>
              <a:avLst/>
              <a:gdLst/>
              <a:ahLst/>
              <a:cxnLst/>
              <a:rect l="l" t="t" r="r" b="b"/>
              <a:pathLst>
                <a:path w="275" h="239" extrusionOk="0">
                  <a:moveTo>
                    <a:pt x="112" y="0"/>
                  </a:moveTo>
                  <a:cubicBezTo>
                    <a:pt x="72" y="0"/>
                    <a:pt x="38" y="26"/>
                    <a:pt x="23" y="70"/>
                  </a:cubicBezTo>
                  <a:cubicBezTo>
                    <a:pt x="0" y="138"/>
                    <a:pt x="23" y="207"/>
                    <a:pt x="92" y="230"/>
                  </a:cubicBezTo>
                  <a:cubicBezTo>
                    <a:pt x="103" y="235"/>
                    <a:pt x="116" y="238"/>
                    <a:pt x="129" y="238"/>
                  </a:cubicBezTo>
                  <a:cubicBezTo>
                    <a:pt x="169" y="238"/>
                    <a:pt x="211" y="213"/>
                    <a:pt x="229" y="161"/>
                  </a:cubicBezTo>
                  <a:cubicBezTo>
                    <a:pt x="274" y="116"/>
                    <a:pt x="251" y="47"/>
                    <a:pt x="183" y="24"/>
                  </a:cubicBezTo>
                  <a:cubicBezTo>
                    <a:pt x="159" y="8"/>
                    <a:pt x="134" y="0"/>
                    <a:pt x="11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9"/>
            <p:cNvSpPr/>
            <p:nvPr/>
          </p:nvSpPr>
          <p:spPr>
            <a:xfrm>
              <a:off x="5971250" y="1554575"/>
              <a:ext cx="9725" cy="8675"/>
            </a:xfrm>
            <a:custGeom>
              <a:avLst/>
              <a:gdLst/>
              <a:ahLst/>
              <a:cxnLst/>
              <a:rect l="l" t="t" r="r" b="b"/>
              <a:pathLst>
                <a:path w="389" h="347" extrusionOk="0">
                  <a:moveTo>
                    <a:pt x="189" y="0"/>
                  </a:moveTo>
                  <a:cubicBezTo>
                    <a:pt x="127" y="0"/>
                    <a:pt x="57" y="43"/>
                    <a:pt x="24" y="110"/>
                  </a:cubicBezTo>
                  <a:cubicBezTo>
                    <a:pt x="1" y="178"/>
                    <a:pt x="24" y="292"/>
                    <a:pt x="115" y="338"/>
                  </a:cubicBezTo>
                  <a:cubicBezTo>
                    <a:pt x="137" y="343"/>
                    <a:pt x="158" y="346"/>
                    <a:pt x="179" y="346"/>
                  </a:cubicBezTo>
                  <a:cubicBezTo>
                    <a:pt x="247" y="346"/>
                    <a:pt x="308" y="316"/>
                    <a:pt x="343" y="247"/>
                  </a:cubicBezTo>
                  <a:cubicBezTo>
                    <a:pt x="389" y="178"/>
                    <a:pt x="343" y="64"/>
                    <a:pt x="252" y="18"/>
                  </a:cubicBezTo>
                  <a:cubicBezTo>
                    <a:pt x="234" y="6"/>
                    <a:pt x="212"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9"/>
            <p:cNvSpPr/>
            <p:nvPr/>
          </p:nvSpPr>
          <p:spPr>
            <a:xfrm>
              <a:off x="5831450" y="1597350"/>
              <a:ext cx="6875" cy="6225"/>
            </a:xfrm>
            <a:custGeom>
              <a:avLst/>
              <a:gdLst/>
              <a:ahLst/>
              <a:cxnLst/>
              <a:rect l="l" t="t" r="r" b="b"/>
              <a:pathLst>
                <a:path w="275" h="249" extrusionOk="0">
                  <a:moveTo>
                    <a:pt x="138" y="0"/>
                  </a:moveTo>
                  <a:cubicBezTo>
                    <a:pt x="99" y="0"/>
                    <a:pt x="56" y="33"/>
                    <a:pt x="23" y="65"/>
                  </a:cubicBezTo>
                  <a:cubicBezTo>
                    <a:pt x="1" y="133"/>
                    <a:pt x="23" y="202"/>
                    <a:pt x="92" y="225"/>
                  </a:cubicBezTo>
                  <a:cubicBezTo>
                    <a:pt x="108" y="241"/>
                    <a:pt x="130" y="248"/>
                    <a:pt x="153" y="248"/>
                  </a:cubicBezTo>
                  <a:cubicBezTo>
                    <a:pt x="194" y="248"/>
                    <a:pt x="237" y="223"/>
                    <a:pt x="252" y="179"/>
                  </a:cubicBezTo>
                  <a:cubicBezTo>
                    <a:pt x="275" y="111"/>
                    <a:pt x="252" y="42"/>
                    <a:pt x="183" y="19"/>
                  </a:cubicBezTo>
                  <a:cubicBezTo>
                    <a:pt x="170" y="6"/>
                    <a:pt x="155" y="0"/>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9"/>
            <p:cNvSpPr/>
            <p:nvPr/>
          </p:nvSpPr>
          <p:spPr>
            <a:xfrm>
              <a:off x="6038600" y="1537125"/>
              <a:ext cx="7425" cy="6725"/>
            </a:xfrm>
            <a:custGeom>
              <a:avLst/>
              <a:gdLst/>
              <a:ahLst/>
              <a:cxnLst/>
              <a:rect l="l" t="t" r="r" b="b"/>
              <a:pathLst>
                <a:path w="297" h="269" extrusionOk="0">
                  <a:moveTo>
                    <a:pt x="155" y="0"/>
                  </a:moveTo>
                  <a:cubicBezTo>
                    <a:pt x="104" y="0"/>
                    <a:pt x="57" y="26"/>
                    <a:pt x="23" y="77"/>
                  </a:cubicBezTo>
                  <a:cubicBezTo>
                    <a:pt x="0" y="146"/>
                    <a:pt x="23" y="214"/>
                    <a:pt x="92" y="260"/>
                  </a:cubicBezTo>
                  <a:cubicBezTo>
                    <a:pt x="109" y="266"/>
                    <a:pt x="126" y="268"/>
                    <a:pt x="142" y="268"/>
                  </a:cubicBezTo>
                  <a:cubicBezTo>
                    <a:pt x="191" y="268"/>
                    <a:pt x="234" y="243"/>
                    <a:pt x="251" y="191"/>
                  </a:cubicBezTo>
                  <a:cubicBezTo>
                    <a:pt x="297" y="123"/>
                    <a:pt x="274" y="54"/>
                    <a:pt x="206" y="9"/>
                  </a:cubicBezTo>
                  <a:cubicBezTo>
                    <a:pt x="189" y="3"/>
                    <a:pt x="171"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9"/>
            <p:cNvSpPr/>
            <p:nvPr/>
          </p:nvSpPr>
          <p:spPr>
            <a:xfrm>
              <a:off x="5843425" y="1571125"/>
              <a:ext cx="10875" cy="9475"/>
            </a:xfrm>
            <a:custGeom>
              <a:avLst/>
              <a:gdLst/>
              <a:ahLst/>
              <a:cxnLst/>
              <a:rect l="l" t="t" r="r" b="b"/>
              <a:pathLst>
                <a:path w="435" h="379" extrusionOk="0">
                  <a:moveTo>
                    <a:pt x="221" y="0"/>
                  </a:moveTo>
                  <a:cubicBezTo>
                    <a:pt x="150" y="0"/>
                    <a:pt x="80" y="43"/>
                    <a:pt x="47" y="110"/>
                  </a:cubicBezTo>
                  <a:cubicBezTo>
                    <a:pt x="1" y="201"/>
                    <a:pt x="47" y="315"/>
                    <a:pt x="138" y="361"/>
                  </a:cubicBezTo>
                  <a:cubicBezTo>
                    <a:pt x="162" y="373"/>
                    <a:pt x="189" y="379"/>
                    <a:pt x="214" y="379"/>
                  </a:cubicBezTo>
                  <a:cubicBezTo>
                    <a:pt x="285" y="379"/>
                    <a:pt x="356" y="336"/>
                    <a:pt x="389" y="269"/>
                  </a:cubicBezTo>
                  <a:cubicBezTo>
                    <a:pt x="435" y="178"/>
                    <a:pt x="389" y="64"/>
                    <a:pt x="298"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9"/>
            <p:cNvSpPr/>
            <p:nvPr/>
          </p:nvSpPr>
          <p:spPr>
            <a:xfrm>
              <a:off x="5876525" y="1557650"/>
              <a:ext cx="8025" cy="6750"/>
            </a:xfrm>
            <a:custGeom>
              <a:avLst/>
              <a:gdLst/>
              <a:ahLst/>
              <a:cxnLst/>
              <a:rect l="l" t="t" r="r" b="b"/>
              <a:pathLst>
                <a:path w="321" h="270" extrusionOk="0">
                  <a:moveTo>
                    <a:pt x="175" y="1"/>
                  </a:moveTo>
                  <a:cubicBezTo>
                    <a:pt x="119" y="1"/>
                    <a:pt x="64" y="27"/>
                    <a:pt x="47" y="78"/>
                  </a:cubicBezTo>
                  <a:cubicBezTo>
                    <a:pt x="1" y="146"/>
                    <a:pt x="24" y="215"/>
                    <a:pt x="92" y="261"/>
                  </a:cubicBezTo>
                  <a:cubicBezTo>
                    <a:pt x="109" y="266"/>
                    <a:pt x="128" y="269"/>
                    <a:pt x="146" y="269"/>
                  </a:cubicBezTo>
                  <a:cubicBezTo>
                    <a:pt x="202" y="269"/>
                    <a:pt x="258" y="243"/>
                    <a:pt x="275" y="192"/>
                  </a:cubicBezTo>
                  <a:cubicBezTo>
                    <a:pt x="320" y="124"/>
                    <a:pt x="298" y="32"/>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9"/>
            <p:cNvSpPr/>
            <p:nvPr/>
          </p:nvSpPr>
          <p:spPr>
            <a:xfrm>
              <a:off x="5967825" y="1547400"/>
              <a:ext cx="9175" cy="7650"/>
            </a:xfrm>
            <a:custGeom>
              <a:avLst/>
              <a:gdLst/>
              <a:ahLst/>
              <a:cxnLst/>
              <a:rect l="l" t="t" r="r" b="b"/>
              <a:pathLst>
                <a:path w="367" h="306" extrusionOk="0">
                  <a:moveTo>
                    <a:pt x="197" y="0"/>
                  </a:moveTo>
                  <a:cubicBezTo>
                    <a:pt x="141" y="0"/>
                    <a:pt x="81" y="26"/>
                    <a:pt x="47" y="77"/>
                  </a:cubicBezTo>
                  <a:cubicBezTo>
                    <a:pt x="1" y="168"/>
                    <a:pt x="47" y="260"/>
                    <a:pt x="115" y="283"/>
                  </a:cubicBezTo>
                  <a:cubicBezTo>
                    <a:pt x="145" y="298"/>
                    <a:pt x="176" y="305"/>
                    <a:pt x="204" y="305"/>
                  </a:cubicBezTo>
                  <a:cubicBezTo>
                    <a:pt x="260" y="305"/>
                    <a:pt x="305" y="275"/>
                    <a:pt x="320" y="214"/>
                  </a:cubicBezTo>
                  <a:cubicBezTo>
                    <a:pt x="366" y="146"/>
                    <a:pt x="320" y="54"/>
                    <a:pt x="252" y="9"/>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9"/>
            <p:cNvSpPr/>
            <p:nvPr/>
          </p:nvSpPr>
          <p:spPr>
            <a:xfrm>
              <a:off x="6727925" y="1650100"/>
              <a:ext cx="8575" cy="7100"/>
            </a:xfrm>
            <a:custGeom>
              <a:avLst/>
              <a:gdLst/>
              <a:ahLst/>
              <a:cxnLst/>
              <a:rect l="l" t="t" r="r" b="b"/>
              <a:pathLst>
                <a:path w="343" h="284" extrusionOk="0">
                  <a:moveTo>
                    <a:pt x="174" y="1"/>
                  </a:moveTo>
                  <a:cubicBezTo>
                    <a:pt x="119" y="1"/>
                    <a:pt x="63" y="26"/>
                    <a:pt x="46" y="78"/>
                  </a:cubicBezTo>
                  <a:cubicBezTo>
                    <a:pt x="0" y="146"/>
                    <a:pt x="46" y="237"/>
                    <a:pt x="114" y="260"/>
                  </a:cubicBezTo>
                  <a:cubicBezTo>
                    <a:pt x="137" y="275"/>
                    <a:pt x="163" y="283"/>
                    <a:pt x="187" y="283"/>
                  </a:cubicBezTo>
                  <a:cubicBezTo>
                    <a:pt x="236" y="283"/>
                    <a:pt x="282" y="253"/>
                    <a:pt x="297" y="192"/>
                  </a:cubicBezTo>
                  <a:cubicBezTo>
                    <a:pt x="343" y="123"/>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9"/>
            <p:cNvSpPr/>
            <p:nvPr/>
          </p:nvSpPr>
          <p:spPr>
            <a:xfrm>
              <a:off x="6325050" y="2057525"/>
              <a:ext cx="11450" cy="10400"/>
            </a:xfrm>
            <a:custGeom>
              <a:avLst/>
              <a:gdLst/>
              <a:ahLst/>
              <a:cxnLst/>
              <a:rect l="l" t="t" r="r" b="b"/>
              <a:pathLst>
                <a:path w="458" h="416" extrusionOk="0">
                  <a:moveTo>
                    <a:pt x="213" y="0"/>
                  </a:moveTo>
                  <a:cubicBezTo>
                    <a:pt x="140" y="0"/>
                    <a:pt x="77" y="46"/>
                    <a:pt x="46" y="124"/>
                  </a:cubicBezTo>
                  <a:cubicBezTo>
                    <a:pt x="1" y="215"/>
                    <a:pt x="23" y="352"/>
                    <a:pt x="137" y="397"/>
                  </a:cubicBezTo>
                  <a:cubicBezTo>
                    <a:pt x="162" y="410"/>
                    <a:pt x="190" y="415"/>
                    <a:pt x="218" y="415"/>
                  </a:cubicBezTo>
                  <a:cubicBezTo>
                    <a:pt x="296" y="415"/>
                    <a:pt x="378" y="373"/>
                    <a:pt x="411" y="306"/>
                  </a:cubicBezTo>
                  <a:cubicBezTo>
                    <a:pt x="457" y="192"/>
                    <a:pt x="411"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9"/>
            <p:cNvSpPr/>
            <p:nvPr/>
          </p:nvSpPr>
          <p:spPr>
            <a:xfrm>
              <a:off x="6331900" y="2044725"/>
              <a:ext cx="9725" cy="8475"/>
            </a:xfrm>
            <a:custGeom>
              <a:avLst/>
              <a:gdLst/>
              <a:ahLst/>
              <a:cxnLst/>
              <a:rect l="l" t="t" r="r" b="b"/>
              <a:pathLst>
                <a:path w="389" h="339" extrusionOk="0">
                  <a:moveTo>
                    <a:pt x="199" y="1"/>
                  </a:moveTo>
                  <a:cubicBezTo>
                    <a:pt x="136" y="1"/>
                    <a:pt x="79" y="38"/>
                    <a:pt x="46" y="88"/>
                  </a:cubicBezTo>
                  <a:cubicBezTo>
                    <a:pt x="0" y="179"/>
                    <a:pt x="46" y="293"/>
                    <a:pt x="115" y="316"/>
                  </a:cubicBezTo>
                  <a:cubicBezTo>
                    <a:pt x="145" y="331"/>
                    <a:pt x="178" y="339"/>
                    <a:pt x="209" y="339"/>
                  </a:cubicBezTo>
                  <a:cubicBezTo>
                    <a:pt x="272" y="339"/>
                    <a:pt x="328" y="308"/>
                    <a:pt x="343" y="247"/>
                  </a:cubicBezTo>
                  <a:cubicBezTo>
                    <a:pt x="388" y="156"/>
                    <a:pt x="366" y="65"/>
                    <a:pt x="274" y="19"/>
                  </a:cubicBezTo>
                  <a:cubicBezTo>
                    <a:pt x="249"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9"/>
            <p:cNvSpPr/>
            <p:nvPr/>
          </p:nvSpPr>
          <p:spPr>
            <a:xfrm>
              <a:off x="6327900" y="2032050"/>
              <a:ext cx="8600" cy="7100"/>
            </a:xfrm>
            <a:custGeom>
              <a:avLst/>
              <a:gdLst/>
              <a:ahLst/>
              <a:cxnLst/>
              <a:rect l="l" t="t" r="r" b="b"/>
              <a:pathLst>
                <a:path w="344" h="284" extrusionOk="0">
                  <a:moveTo>
                    <a:pt x="152" y="0"/>
                  </a:moveTo>
                  <a:cubicBezTo>
                    <a:pt x="104" y="0"/>
                    <a:pt x="61" y="26"/>
                    <a:pt x="46" y="70"/>
                  </a:cubicBezTo>
                  <a:cubicBezTo>
                    <a:pt x="1" y="161"/>
                    <a:pt x="46" y="230"/>
                    <a:pt x="115" y="275"/>
                  </a:cubicBezTo>
                  <a:cubicBezTo>
                    <a:pt x="132" y="281"/>
                    <a:pt x="150" y="284"/>
                    <a:pt x="169" y="284"/>
                  </a:cubicBezTo>
                  <a:cubicBezTo>
                    <a:pt x="225" y="284"/>
                    <a:pt x="280" y="258"/>
                    <a:pt x="297" y="207"/>
                  </a:cubicBezTo>
                  <a:cubicBezTo>
                    <a:pt x="343" y="138"/>
                    <a:pt x="297"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9"/>
            <p:cNvSpPr/>
            <p:nvPr/>
          </p:nvSpPr>
          <p:spPr>
            <a:xfrm>
              <a:off x="6327900" y="2017025"/>
              <a:ext cx="8025" cy="7100"/>
            </a:xfrm>
            <a:custGeom>
              <a:avLst/>
              <a:gdLst/>
              <a:ahLst/>
              <a:cxnLst/>
              <a:rect l="l" t="t" r="r" b="b"/>
              <a:pathLst>
                <a:path w="321" h="284" extrusionOk="0">
                  <a:moveTo>
                    <a:pt x="175" y="0"/>
                  </a:moveTo>
                  <a:cubicBezTo>
                    <a:pt x="119" y="0"/>
                    <a:pt x="63" y="26"/>
                    <a:pt x="46" y="77"/>
                  </a:cubicBezTo>
                  <a:cubicBezTo>
                    <a:pt x="1" y="146"/>
                    <a:pt x="23" y="237"/>
                    <a:pt x="92" y="260"/>
                  </a:cubicBezTo>
                  <a:cubicBezTo>
                    <a:pt x="124" y="276"/>
                    <a:pt x="154" y="284"/>
                    <a:pt x="180" y="284"/>
                  </a:cubicBezTo>
                  <a:cubicBezTo>
                    <a:pt x="229" y="284"/>
                    <a:pt x="268" y="258"/>
                    <a:pt x="297" y="214"/>
                  </a:cubicBezTo>
                  <a:cubicBezTo>
                    <a:pt x="320" y="123"/>
                    <a:pt x="297" y="54"/>
                    <a:pt x="229" y="9"/>
                  </a:cubicBezTo>
                  <a:cubicBezTo>
                    <a:pt x="212" y="3"/>
                    <a:pt x="193"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9"/>
            <p:cNvSpPr/>
            <p:nvPr/>
          </p:nvSpPr>
          <p:spPr>
            <a:xfrm>
              <a:off x="6072825" y="2014725"/>
              <a:ext cx="6300" cy="5050"/>
            </a:xfrm>
            <a:custGeom>
              <a:avLst/>
              <a:gdLst/>
              <a:ahLst/>
              <a:cxnLst/>
              <a:rect l="l" t="t" r="r" b="b"/>
              <a:pathLst>
                <a:path w="252" h="202" extrusionOk="0">
                  <a:moveTo>
                    <a:pt x="133" y="1"/>
                  </a:moveTo>
                  <a:cubicBezTo>
                    <a:pt x="90" y="1"/>
                    <a:pt x="57" y="22"/>
                    <a:pt x="24" y="55"/>
                  </a:cubicBezTo>
                  <a:cubicBezTo>
                    <a:pt x="1" y="101"/>
                    <a:pt x="24" y="169"/>
                    <a:pt x="92" y="192"/>
                  </a:cubicBezTo>
                  <a:cubicBezTo>
                    <a:pt x="104" y="198"/>
                    <a:pt x="118" y="201"/>
                    <a:pt x="132" y="201"/>
                  </a:cubicBezTo>
                  <a:cubicBezTo>
                    <a:pt x="171" y="201"/>
                    <a:pt x="212" y="180"/>
                    <a:pt x="229" y="146"/>
                  </a:cubicBezTo>
                  <a:cubicBezTo>
                    <a:pt x="252" y="101"/>
                    <a:pt x="229" y="32"/>
                    <a:pt x="183" y="10"/>
                  </a:cubicBezTo>
                  <a:cubicBezTo>
                    <a:pt x="165" y="3"/>
                    <a:pt x="148" y="1"/>
                    <a:pt x="13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9"/>
            <p:cNvSpPr/>
            <p:nvPr/>
          </p:nvSpPr>
          <p:spPr>
            <a:xfrm>
              <a:off x="6262275" y="1454600"/>
              <a:ext cx="9150" cy="7900"/>
            </a:xfrm>
            <a:custGeom>
              <a:avLst/>
              <a:gdLst/>
              <a:ahLst/>
              <a:cxnLst/>
              <a:rect l="l" t="t" r="r" b="b"/>
              <a:pathLst>
                <a:path w="366" h="316" extrusionOk="0">
                  <a:moveTo>
                    <a:pt x="163" y="0"/>
                  </a:moveTo>
                  <a:cubicBezTo>
                    <a:pt x="107" y="0"/>
                    <a:pt x="62" y="31"/>
                    <a:pt x="46" y="91"/>
                  </a:cubicBezTo>
                  <a:cubicBezTo>
                    <a:pt x="1" y="160"/>
                    <a:pt x="24" y="251"/>
                    <a:pt x="115" y="297"/>
                  </a:cubicBezTo>
                  <a:cubicBezTo>
                    <a:pt x="134" y="310"/>
                    <a:pt x="155" y="315"/>
                    <a:pt x="176" y="315"/>
                  </a:cubicBezTo>
                  <a:cubicBezTo>
                    <a:pt x="231" y="315"/>
                    <a:pt x="287" y="278"/>
                    <a:pt x="320" y="228"/>
                  </a:cubicBezTo>
                  <a:cubicBezTo>
                    <a:pt x="366" y="137"/>
                    <a:pt x="320" y="46"/>
                    <a:pt x="252" y="23"/>
                  </a:cubicBezTo>
                  <a:cubicBezTo>
                    <a:pt x="221" y="8"/>
                    <a:pt x="191" y="0"/>
                    <a:pt x="16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9"/>
            <p:cNvSpPr/>
            <p:nvPr/>
          </p:nvSpPr>
          <p:spPr>
            <a:xfrm>
              <a:off x="6254300" y="1462350"/>
              <a:ext cx="6875" cy="5975"/>
            </a:xfrm>
            <a:custGeom>
              <a:avLst/>
              <a:gdLst/>
              <a:ahLst/>
              <a:cxnLst/>
              <a:rect l="l" t="t" r="r" b="b"/>
              <a:pathLst>
                <a:path w="275" h="239" extrusionOk="0">
                  <a:moveTo>
                    <a:pt x="138" y="1"/>
                  </a:moveTo>
                  <a:cubicBezTo>
                    <a:pt x="93" y="1"/>
                    <a:pt x="40" y="22"/>
                    <a:pt x="23" y="55"/>
                  </a:cubicBezTo>
                  <a:cubicBezTo>
                    <a:pt x="0" y="124"/>
                    <a:pt x="23" y="192"/>
                    <a:pt x="92" y="215"/>
                  </a:cubicBezTo>
                  <a:cubicBezTo>
                    <a:pt x="108" y="231"/>
                    <a:pt x="127" y="239"/>
                    <a:pt x="147" y="239"/>
                  </a:cubicBezTo>
                  <a:cubicBezTo>
                    <a:pt x="183" y="239"/>
                    <a:pt x="222" y="214"/>
                    <a:pt x="251" y="169"/>
                  </a:cubicBezTo>
                  <a:cubicBezTo>
                    <a:pt x="274" y="101"/>
                    <a:pt x="251" y="32"/>
                    <a:pt x="183" y="10"/>
                  </a:cubicBezTo>
                  <a:cubicBezTo>
                    <a:pt x="171" y="4"/>
                    <a:pt x="155" y="1"/>
                    <a:pt x="1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9"/>
            <p:cNvSpPr/>
            <p:nvPr/>
          </p:nvSpPr>
          <p:spPr>
            <a:xfrm>
              <a:off x="6276550" y="1513125"/>
              <a:ext cx="11425" cy="10425"/>
            </a:xfrm>
            <a:custGeom>
              <a:avLst/>
              <a:gdLst/>
              <a:ahLst/>
              <a:cxnLst/>
              <a:rect l="l" t="t" r="r" b="b"/>
              <a:pathLst>
                <a:path w="457" h="417" extrusionOk="0">
                  <a:moveTo>
                    <a:pt x="223" y="1"/>
                  </a:moveTo>
                  <a:cubicBezTo>
                    <a:pt x="150" y="1"/>
                    <a:pt x="77" y="47"/>
                    <a:pt x="46" y="124"/>
                  </a:cubicBezTo>
                  <a:cubicBezTo>
                    <a:pt x="0" y="216"/>
                    <a:pt x="46" y="352"/>
                    <a:pt x="137" y="398"/>
                  </a:cubicBezTo>
                  <a:cubicBezTo>
                    <a:pt x="168" y="410"/>
                    <a:pt x="199" y="416"/>
                    <a:pt x="228" y="416"/>
                  </a:cubicBezTo>
                  <a:cubicBezTo>
                    <a:pt x="308" y="416"/>
                    <a:pt x="378" y="374"/>
                    <a:pt x="411" y="307"/>
                  </a:cubicBezTo>
                  <a:cubicBezTo>
                    <a:pt x="457" y="193"/>
                    <a:pt x="411" y="79"/>
                    <a:pt x="320" y="33"/>
                  </a:cubicBezTo>
                  <a:cubicBezTo>
                    <a:pt x="291" y="11"/>
                    <a:pt x="257" y="1"/>
                    <a:pt x="2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9"/>
            <p:cNvSpPr/>
            <p:nvPr/>
          </p:nvSpPr>
          <p:spPr>
            <a:xfrm>
              <a:off x="6273700" y="1481950"/>
              <a:ext cx="6300" cy="5425"/>
            </a:xfrm>
            <a:custGeom>
              <a:avLst/>
              <a:gdLst/>
              <a:ahLst/>
              <a:cxnLst/>
              <a:rect l="l" t="t" r="r" b="b"/>
              <a:pathLst>
                <a:path w="252" h="217" extrusionOk="0">
                  <a:moveTo>
                    <a:pt x="106" y="1"/>
                  </a:moveTo>
                  <a:cubicBezTo>
                    <a:pt x="72" y="1"/>
                    <a:pt x="38" y="26"/>
                    <a:pt x="23" y="70"/>
                  </a:cubicBezTo>
                  <a:cubicBezTo>
                    <a:pt x="0" y="116"/>
                    <a:pt x="23" y="184"/>
                    <a:pt x="69" y="207"/>
                  </a:cubicBezTo>
                  <a:cubicBezTo>
                    <a:pt x="81" y="213"/>
                    <a:pt x="95" y="216"/>
                    <a:pt x="109" y="216"/>
                  </a:cubicBezTo>
                  <a:cubicBezTo>
                    <a:pt x="148" y="216"/>
                    <a:pt x="189" y="195"/>
                    <a:pt x="206" y="161"/>
                  </a:cubicBezTo>
                  <a:cubicBezTo>
                    <a:pt x="251" y="116"/>
                    <a:pt x="229" y="47"/>
                    <a:pt x="160" y="25"/>
                  </a:cubicBezTo>
                  <a:cubicBezTo>
                    <a:pt x="144" y="8"/>
                    <a:pt x="125" y="1"/>
                    <a:pt x="1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9"/>
            <p:cNvSpPr/>
            <p:nvPr/>
          </p:nvSpPr>
          <p:spPr>
            <a:xfrm>
              <a:off x="5680800" y="1186375"/>
              <a:ext cx="8025" cy="7100"/>
            </a:xfrm>
            <a:custGeom>
              <a:avLst/>
              <a:gdLst/>
              <a:ahLst/>
              <a:cxnLst/>
              <a:rect l="l" t="t" r="r" b="b"/>
              <a:pathLst>
                <a:path w="321" h="284" extrusionOk="0">
                  <a:moveTo>
                    <a:pt x="152" y="0"/>
                  </a:moveTo>
                  <a:cubicBezTo>
                    <a:pt x="104" y="0"/>
                    <a:pt x="61" y="25"/>
                    <a:pt x="46" y="70"/>
                  </a:cubicBezTo>
                  <a:cubicBezTo>
                    <a:pt x="1" y="138"/>
                    <a:pt x="24" y="229"/>
                    <a:pt x="92" y="275"/>
                  </a:cubicBezTo>
                  <a:cubicBezTo>
                    <a:pt x="109" y="281"/>
                    <a:pt x="128" y="284"/>
                    <a:pt x="146" y="284"/>
                  </a:cubicBezTo>
                  <a:cubicBezTo>
                    <a:pt x="202" y="284"/>
                    <a:pt x="258" y="258"/>
                    <a:pt x="275" y="207"/>
                  </a:cubicBezTo>
                  <a:cubicBezTo>
                    <a:pt x="320" y="138"/>
                    <a:pt x="298"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9"/>
            <p:cNvSpPr/>
            <p:nvPr/>
          </p:nvSpPr>
          <p:spPr>
            <a:xfrm>
              <a:off x="5685950" y="1147950"/>
              <a:ext cx="6875" cy="6150"/>
            </a:xfrm>
            <a:custGeom>
              <a:avLst/>
              <a:gdLst/>
              <a:ahLst/>
              <a:cxnLst/>
              <a:rect l="l" t="t" r="r" b="b"/>
              <a:pathLst>
                <a:path w="275" h="246" extrusionOk="0">
                  <a:moveTo>
                    <a:pt x="132" y="0"/>
                  </a:moveTo>
                  <a:cubicBezTo>
                    <a:pt x="83" y="0"/>
                    <a:pt x="40" y="26"/>
                    <a:pt x="23" y="77"/>
                  </a:cubicBezTo>
                  <a:cubicBezTo>
                    <a:pt x="0" y="123"/>
                    <a:pt x="23" y="192"/>
                    <a:pt x="69" y="237"/>
                  </a:cubicBezTo>
                  <a:cubicBezTo>
                    <a:pt x="86" y="243"/>
                    <a:pt x="103" y="246"/>
                    <a:pt x="119" y="246"/>
                  </a:cubicBezTo>
                  <a:cubicBezTo>
                    <a:pt x="169" y="246"/>
                    <a:pt x="211" y="220"/>
                    <a:pt x="228" y="169"/>
                  </a:cubicBezTo>
                  <a:cubicBezTo>
                    <a:pt x="274" y="123"/>
                    <a:pt x="228" y="55"/>
                    <a:pt x="183" y="9"/>
                  </a:cubicBezTo>
                  <a:cubicBezTo>
                    <a:pt x="166" y="3"/>
                    <a:pt x="149" y="0"/>
                    <a:pt x="13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28" name="Google Shape;1928;p9"/>
          <p:cNvSpPr txBox="1">
            <a:spLocks noGrp="1"/>
          </p:cNvSpPr>
          <p:nvPr>
            <p:ph type="title"/>
          </p:nvPr>
        </p:nvSpPr>
        <p:spPr>
          <a:xfrm>
            <a:off x="2088300" y="1555350"/>
            <a:ext cx="49674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4500">
                <a:solidFill>
                  <a:schemeClr val="lt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929" name="Google Shape;1929;p9"/>
          <p:cNvSpPr txBox="1">
            <a:spLocks noGrp="1"/>
          </p:cNvSpPr>
          <p:nvPr>
            <p:ph type="subTitle" idx="1"/>
          </p:nvPr>
        </p:nvSpPr>
        <p:spPr>
          <a:xfrm>
            <a:off x="2088300" y="2397150"/>
            <a:ext cx="4967400" cy="1191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336"/>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337"/>
        <p:cNvGrpSpPr/>
        <p:nvPr/>
      </p:nvGrpSpPr>
      <p:grpSpPr>
        <a:xfrm>
          <a:off x="0" y="0"/>
          <a:ext cx="0" cy="0"/>
          <a:chOff x="0" y="0"/>
          <a:chExt cx="0" cy="0"/>
        </a:xfrm>
      </p:grpSpPr>
      <p:grpSp>
        <p:nvGrpSpPr>
          <p:cNvPr id="2338" name="Google Shape;2338;p13"/>
          <p:cNvGrpSpPr/>
          <p:nvPr/>
        </p:nvGrpSpPr>
        <p:grpSpPr>
          <a:xfrm>
            <a:off x="74" y="63"/>
            <a:ext cx="9144153" cy="5143512"/>
            <a:chOff x="4263926" y="3811300"/>
            <a:chExt cx="2189272" cy="1231448"/>
          </a:xfrm>
        </p:grpSpPr>
        <p:sp>
          <p:nvSpPr>
            <p:cNvPr id="2339" name="Google Shape;2339;p13"/>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13"/>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13"/>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13"/>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13"/>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13"/>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13"/>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13"/>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13"/>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13"/>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13"/>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13"/>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13"/>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13"/>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13"/>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13"/>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13"/>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13"/>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13"/>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13"/>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13"/>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13"/>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13"/>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13"/>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13"/>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13"/>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13"/>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13"/>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13"/>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13"/>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13"/>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13"/>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13"/>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13"/>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13"/>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13"/>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13"/>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13"/>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13"/>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13"/>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13"/>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13"/>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13"/>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13"/>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13"/>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13"/>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13"/>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13"/>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13"/>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13"/>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13"/>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13"/>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13"/>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2" name="Google Shape;2392;p13"/>
          <p:cNvGrpSpPr/>
          <p:nvPr/>
        </p:nvGrpSpPr>
        <p:grpSpPr>
          <a:xfrm rot="10800000">
            <a:off x="-589742" y="-406995"/>
            <a:ext cx="9834790" cy="6880156"/>
            <a:chOff x="2056725" y="3456925"/>
            <a:chExt cx="1804350" cy="1262275"/>
          </a:xfrm>
        </p:grpSpPr>
        <p:sp>
          <p:nvSpPr>
            <p:cNvPr id="2393" name="Google Shape;2393;p13"/>
            <p:cNvSpPr/>
            <p:nvPr/>
          </p:nvSpPr>
          <p:spPr>
            <a:xfrm>
              <a:off x="2056725" y="3456925"/>
              <a:ext cx="1559550" cy="1262275"/>
            </a:xfrm>
            <a:custGeom>
              <a:avLst/>
              <a:gdLst/>
              <a:ahLst/>
              <a:cxnLst/>
              <a:rect l="l" t="t" r="r" b="b"/>
              <a:pathLst>
                <a:path w="62382" h="50491" extrusionOk="0">
                  <a:moveTo>
                    <a:pt x="23853" y="1"/>
                  </a:moveTo>
                  <a:lnTo>
                    <a:pt x="14471" y="16960"/>
                  </a:lnTo>
                  <a:lnTo>
                    <a:pt x="14449" y="16983"/>
                  </a:lnTo>
                  <a:lnTo>
                    <a:pt x="19516" y="30541"/>
                  </a:lnTo>
                  <a:lnTo>
                    <a:pt x="0" y="49943"/>
                  </a:lnTo>
                  <a:lnTo>
                    <a:pt x="21022" y="50490"/>
                  </a:lnTo>
                  <a:lnTo>
                    <a:pt x="32458" y="43529"/>
                  </a:lnTo>
                  <a:lnTo>
                    <a:pt x="45263" y="47318"/>
                  </a:lnTo>
                  <a:lnTo>
                    <a:pt x="45286" y="47318"/>
                  </a:lnTo>
                  <a:lnTo>
                    <a:pt x="62382" y="32573"/>
                  </a:lnTo>
                  <a:lnTo>
                    <a:pt x="62313" y="32481"/>
                  </a:lnTo>
                  <a:lnTo>
                    <a:pt x="45263" y="47204"/>
                  </a:lnTo>
                  <a:lnTo>
                    <a:pt x="32458" y="43415"/>
                  </a:lnTo>
                  <a:lnTo>
                    <a:pt x="32435" y="43392"/>
                  </a:lnTo>
                  <a:lnTo>
                    <a:pt x="21000" y="50376"/>
                  </a:lnTo>
                  <a:lnTo>
                    <a:pt x="274" y="49828"/>
                  </a:lnTo>
                  <a:lnTo>
                    <a:pt x="19630" y="30610"/>
                  </a:lnTo>
                  <a:lnTo>
                    <a:pt x="19653" y="30564"/>
                  </a:lnTo>
                  <a:lnTo>
                    <a:pt x="14586" y="16983"/>
                  </a:lnTo>
                  <a:lnTo>
                    <a:pt x="23944" y="69"/>
                  </a:lnTo>
                  <a:lnTo>
                    <a:pt x="23853"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13"/>
            <p:cNvSpPr/>
            <p:nvPr/>
          </p:nvSpPr>
          <p:spPr>
            <a:xfrm>
              <a:off x="2789975" y="4016150"/>
              <a:ext cx="559825" cy="621450"/>
            </a:xfrm>
            <a:custGeom>
              <a:avLst/>
              <a:gdLst/>
              <a:ahLst/>
              <a:cxnLst/>
              <a:rect l="l" t="t" r="r" b="b"/>
              <a:pathLst>
                <a:path w="22393" h="24858" extrusionOk="0">
                  <a:moveTo>
                    <a:pt x="14495" y="1"/>
                  </a:moveTo>
                  <a:lnTo>
                    <a:pt x="15773" y="24538"/>
                  </a:lnTo>
                  <a:lnTo>
                    <a:pt x="15773" y="24538"/>
                  </a:lnTo>
                  <a:lnTo>
                    <a:pt x="1" y="7122"/>
                  </a:lnTo>
                  <a:lnTo>
                    <a:pt x="3059" y="21114"/>
                  </a:lnTo>
                  <a:lnTo>
                    <a:pt x="3173" y="21068"/>
                  </a:lnTo>
                  <a:lnTo>
                    <a:pt x="206" y="7533"/>
                  </a:lnTo>
                  <a:lnTo>
                    <a:pt x="15796" y="24743"/>
                  </a:lnTo>
                  <a:lnTo>
                    <a:pt x="15910" y="24857"/>
                  </a:lnTo>
                  <a:lnTo>
                    <a:pt x="15910" y="24857"/>
                  </a:lnTo>
                  <a:lnTo>
                    <a:pt x="14655" y="685"/>
                  </a:lnTo>
                  <a:lnTo>
                    <a:pt x="14655" y="685"/>
                  </a:lnTo>
                  <a:lnTo>
                    <a:pt x="22301" y="19402"/>
                  </a:lnTo>
                  <a:lnTo>
                    <a:pt x="22392" y="19357"/>
                  </a:lnTo>
                  <a:lnTo>
                    <a:pt x="14495"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13"/>
            <p:cNvSpPr/>
            <p:nvPr/>
          </p:nvSpPr>
          <p:spPr>
            <a:xfrm>
              <a:off x="3301275" y="3974500"/>
              <a:ext cx="559800" cy="621450"/>
            </a:xfrm>
            <a:custGeom>
              <a:avLst/>
              <a:gdLst/>
              <a:ahLst/>
              <a:cxnLst/>
              <a:rect l="l" t="t" r="r" b="b"/>
              <a:pathLst>
                <a:path w="22392" h="24858" extrusionOk="0">
                  <a:moveTo>
                    <a:pt x="14494" y="0"/>
                  </a:moveTo>
                  <a:lnTo>
                    <a:pt x="15750" y="24538"/>
                  </a:lnTo>
                  <a:lnTo>
                    <a:pt x="137" y="7282"/>
                  </a:lnTo>
                  <a:lnTo>
                    <a:pt x="0" y="7122"/>
                  </a:lnTo>
                  <a:lnTo>
                    <a:pt x="0" y="7122"/>
                  </a:lnTo>
                  <a:lnTo>
                    <a:pt x="3036" y="21114"/>
                  </a:lnTo>
                  <a:lnTo>
                    <a:pt x="3150" y="21068"/>
                  </a:lnTo>
                  <a:lnTo>
                    <a:pt x="206" y="7533"/>
                  </a:lnTo>
                  <a:lnTo>
                    <a:pt x="15773" y="24743"/>
                  </a:lnTo>
                  <a:lnTo>
                    <a:pt x="15887" y="24857"/>
                  </a:lnTo>
                  <a:lnTo>
                    <a:pt x="14631" y="685"/>
                  </a:lnTo>
                  <a:lnTo>
                    <a:pt x="22278" y="19402"/>
                  </a:lnTo>
                  <a:lnTo>
                    <a:pt x="22392" y="19356"/>
                  </a:lnTo>
                  <a:lnTo>
                    <a:pt x="14494"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13"/>
            <p:cNvSpPr/>
            <p:nvPr/>
          </p:nvSpPr>
          <p:spPr>
            <a:xfrm>
              <a:off x="2099525" y="3904300"/>
              <a:ext cx="811450" cy="811475"/>
            </a:xfrm>
            <a:custGeom>
              <a:avLst/>
              <a:gdLst/>
              <a:ahLst/>
              <a:cxnLst/>
              <a:rect l="l" t="t" r="r" b="b"/>
              <a:pathLst>
                <a:path w="32458" h="32459" extrusionOk="0">
                  <a:moveTo>
                    <a:pt x="32161" y="412"/>
                  </a:moveTo>
                  <a:lnTo>
                    <a:pt x="19242" y="32093"/>
                  </a:lnTo>
                  <a:lnTo>
                    <a:pt x="17941" y="12692"/>
                  </a:lnTo>
                  <a:lnTo>
                    <a:pt x="32161" y="412"/>
                  </a:lnTo>
                  <a:close/>
                  <a:moveTo>
                    <a:pt x="206" y="6301"/>
                  </a:moveTo>
                  <a:lnTo>
                    <a:pt x="17827" y="12715"/>
                  </a:lnTo>
                  <a:lnTo>
                    <a:pt x="19128" y="32230"/>
                  </a:lnTo>
                  <a:lnTo>
                    <a:pt x="6483" y="23990"/>
                  </a:lnTo>
                  <a:lnTo>
                    <a:pt x="206" y="6301"/>
                  </a:lnTo>
                  <a:close/>
                  <a:moveTo>
                    <a:pt x="32458" y="1"/>
                  </a:moveTo>
                  <a:lnTo>
                    <a:pt x="17872" y="12600"/>
                  </a:lnTo>
                  <a:lnTo>
                    <a:pt x="0" y="6095"/>
                  </a:lnTo>
                  <a:lnTo>
                    <a:pt x="6368" y="24059"/>
                  </a:lnTo>
                  <a:lnTo>
                    <a:pt x="6368" y="24082"/>
                  </a:lnTo>
                  <a:lnTo>
                    <a:pt x="19265" y="32458"/>
                  </a:lnTo>
                  <a:lnTo>
                    <a:pt x="19265" y="32367"/>
                  </a:lnTo>
                  <a:lnTo>
                    <a:pt x="32458"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13"/>
            <p:cNvSpPr/>
            <p:nvPr/>
          </p:nvSpPr>
          <p:spPr>
            <a:xfrm>
              <a:off x="2792275" y="4136550"/>
              <a:ext cx="368075" cy="63950"/>
            </a:xfrm>
            <a:custGeom>
              <a:avLst/>
              <a:gdLst/>
              <a:ahLst/>
              <a:cxnLst/>
              <a:rect l="l" t="t" r="r" b="b"/>
              <a:pathLst>
                <a:path w="14723" h="2558" extrusionOk="0">
                  <a:moveTo>
                    <a:pt x="14722" y="1"/>
                  </a:moveTo>
                  <a:lnTo>
                    <a:pt x="0" y="2443"/>
                  </a:lnTo>
                  <a:lnTo>
                    <a:pt x="23" y="2557"/>
                  </a:lnTo>
                  <a:lnTo>
                    <a:pt x="14722" y="115"/>
                  </a:lnTo>
                  <a:lnTo>
                    <a:pt x="14722"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8" name="Google Shape;2398;p13"/>
          <p:cNvGrpSpPr/>
          <p:nvPr/>
        </p:nvGrpSpPr>
        <p:grpSpPr>
          <a:xfrm>
            <a:off x="189005" y="4741743"/>
            <a:ext cx="1048180" cy="245101"/>
            <a:chOff x="3504975" y="1233750"/>
            <a:chExt cx="324725" cy="75925"/>
          </a:xfrm>
        </p:grpSpPr>
        <p:sp>
          <p:nvSpPr>
            <p:cNvPr id="2399" name="Google Shape;2399;p13"/>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13"/>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13"/>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2" name="Google Shape;2402;p13"/>
          <p:cNvGrpSpPr/>
          <p:nvPr/>
        </p:nvGrpSpPr>
        <p:grpSpPr>
          <a:xfrm>
            <a:off x="-398589" y="-296850"/>
            <a:ext cx="1390987" cy="1390987"/>
            <a:chOff x="3413675" y="1416350"/>
            <a:chExt cx="685925" cy="685925"/>
          </a:xfrm>
        </p:grpSpPr>
        <p:sp>
          <p:nvSpPr>
            <p:cNvPr id="2403" name="Google Shape;2403;p13"/>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13"/>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13"/>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13"/>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13"/>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13"/>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9" name="Google Shape;2409;p13"/>
          <p:cNvGrpSpPr/>
          <p:nvPr/>
        </p:nvGrpSpPr>
        <p:grpSpPr>
          <a:xfrm>
            <a:off x="7168411" y="3005809"/>
            <a:ext cx="3459295" cy="3196594"/>
            <a:chOff x="407025" y="3490600"/>
            <a:chExt cx="1442575" cy="1333025"/>
          </a:xfrm>
        </p:grpSpPr>
        <p:sp>
          <p:nvSpPr>
            <p:cNvPr id="2410" name="Google Shape;2410;p13"/>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13"/>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13"/>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13"/>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13"/>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13"/>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16" name="Google Shape;2416;p13"/>
          <p:cNvSpPr txBox="1">
            <a:spLocks noGrp="1"/>
          </p:cNvSpPr>
          <p:nvPr>
            <p:ph type="title"/>
          </p:nvPr>
        </p:nvSpPr>
        <p:spPr>
          <a:xfrm>
            <a:off x="720000" y="1742775"/>
            <a:ext cx="21906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417" name="Google Shape;2417;p13"/>
          <p:cNvSpPr txBox="1">
            <a:spLocks noGrp="1"/>
          </p:cNvSpPr>
          <p:nvPr>
            <p:ph type="title" idx="2" hasCustomPrompt="1"/>
          </p:nvPr>
        </p:nvSpPr>
        <p:spPr>
          <a:xfrm>
            <a:off x="1368300" y="1286900"/>
            <a:ext cx="894000" cy="35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2418" name="Google Shape;2418;p13"/>
          <p:cNvSpPr txBox="1">
            <a:spLocks noGrp="1"/>
          </p:cNvSpPr>
          <p:nvPr>
            <p:ph type="subTitle" idx="1"/>
          </p:nvPr>
        </p:nvSpPr>
        <p:spPr>
          <a:xfrm>
            <a:off x="720000" y="2270475"/>
            <a:ext cx="21906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419" name="Google Shape;2419;p13"/>
          <p:cNvSpPr txBox="1">
            <a:spLocks noGrp="1"/>
          </p:cNvSpPr>
          <p:nvPr>
            <p:ph type="title" idx="3"/>
          </p:nvPr>
        </p:nvSpPr>
        <p:spPr>
          <a:xfrm>
            <a:off x="3476700" y="1742775"/>
            <a:ext cx="21906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420" name="Google Shape;2420;p13"/>
          <p:cNvSpPr txBox="1">
            <a:spLocks noGrp="1"/>
          </p:cNvSpPr>
          <p:nvPr>
            <p:ph type="title" idx="4" hasCustomPrompt="1"/>
          </p:nvPr>
        </p:nvSpPr>
        <p:spPr>
          <a:xfrm>
            <a:off x="4125000" y="1286900"/>
            <a:ext cx="894000" cy="35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2421" name="Google Shape;2421;p13"/>
          <p:cNvSpPr txBox="1">
            <a:spLocks noGrp="1"/>
          </p:cNvSpPr>
          <p:nvPr>
            <p:ph type="subTitle" idx="5"/>
          </p:nvPr>
        </p:nvSpPr>
        <p:spPr>
          <a:xfrm>
            <a:off x="3476700" y="2270475"/>
            <a:ext cx="21906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422" name="Google Shape;2422;p13"/>
          <p:cNvSpPr txBox="1">
            <a:spLocks noGrp="1"/>
          </p:cNvSpPr>
          <p:nvPr>
            <p:ph type="title" idx="6"/>
          </p:nvPr>
        </p:nvSpPr>
        <p:spPr>
          <a:xfrm>
            <a:off x="6233400" y="1742775"/>
            <a:ext cx="21906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423" name="Google Shape;2423;p13"/>
          <p:cNvSpPr txBox="1">
            <a:spLocks noGrp="1"/>
          </p:cNvSpPr>
          <p:nvPr>
            <p:ph type="title" idx="7" hasCustomPrompt="1"/>
          </p:nvPr>
        </p:nvSpPr>
        <p:spPr>
          <a:xfrm>
            <a:off x="6881700" y="1286900"/>
            <a:ext cx="894000" cy="35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2424" name="Google Shape;2424;p13"/>
          <p:cNvSpPr txBox="1">
            <a:spLocks noGrp="1"/>
          </p:cNvSpPr>
          <p:nvPr>
            <p:ph type="subTitle" idx="8"/>
          </p:nvPr>
        </p:nvSpPr>
        <p:spPr>
          <a:xfrm>
            <a:off x="6233400" y="2270475"/>
            <a:ext cx="21906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425" name="Google Shape;2425;p13"/>
          <p:cNvSpPr txBox="1">
            <a:spLocks noGrp="1"/>
          </p:cNvSpPr>
          <p:nvPr>
            <p:ph type="title" idx="9"/>
          </p:nvPr>
        </p:nvSpPr>
        <p:spPr>
          <a:xfrm>
            <a:off x="720000" y="3532175"/>
            <a:ext cx="21906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426" name="Google Shape;2426;p13"/>
          <p:cNvSpPr txBox="1">
            <a:spLocks noGrp="1"/>
          </p:cNvSpPr>
          <p:nvPr>
            <p:ph type="title" idx="13" hasCustomPrompt="1"/>
          </p:nvPr>
        </p:nvSpPr>
        <p:spPr>
          <a:xfrm>
            <a:off x="1368300" y="3076525"/>
            <a:ext cx="894000" cy="3588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3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t>xx%</a:t>
            </a:r>
          </a:p>
        </p:txBody>
      </p:sp>
      <p:sp>
        <p:nvSpPr>
          <p:cNvPr id="2427" name="Google Shape;2427;p13"/>
          <p:cNvSpPr txBox="1">
            <a:spLocks noGrp="1"/>
          </p:cNvSpPr>
          <p:nvPr>
            <p:ph type="subTitle" idx="14"/>
          </p:nvPr>
        </p:nvSpPr>
        <p:spPr>
          <a:xfrm>
            <a:off x="720000" y="4059900"/>
            <a:ext cx="21906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428" name="Google Shape;2428;p13"/>
          <p:cNvSpPr txBox="1">
            <a:spLocks noGrp="1"/>
          </p:cNvSpPr>
          <p:nvPr>
            <p:ph type="title" idx="15"/>
          </p:nvPr>
        </p:nvSpPr>
        <p:spPr>
          <a:xfrm>
            <a:off x="3476700" y="3532175"/>
            <a:ext cx="21906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429" name="Google Shape;2429;p13"/>
          <p:cNvSpPr txBox="1">
            <a:spLocks noGrp="1"/>
          </p:cNvSpPr>
          <p:nvPr>
            <p:ph type="title" idx="16" hasCustomPrompt="1"/>
          </p:nvPr>
        </p:nvSpPr>
        <p:spPr>
          <a:xfrm>
            <a:off x="4125000" y="3076525"/>
            <a:ext cx="894000" cy="3588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3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t>xx%</a:t>
            </a:r>
          </a:p>
        </p:txBody>
      </p:sp>
      <p:sp>
        <p:nvSpPr>
          <p:cNvPr id="2430" name="Google Shape;2430;p13"/>
          <p:cNvSpPr txBox="1">
            <a:spLocks noGrp="1"/>
          </p:cNvSpPr>
          <p:nvPr>
            <p:ph type="subTitle" idx="17"/>
          </p:nvPr>
        </p:nvSpPr>
        <p:spPr>
          <a:xfrm>
            <a:off x="3476700" y="4059900"/>
            <a:ext cx="21906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431" name="Google Shape;2431;p13"/>
          <p:cNvSpPr txBox="1">
            <a:spLocks noGrp="1"/>
          </p:cNvSpPr>
          <p:nvPr>
            <p:ph type="title" idx="18"/>
          </p:nvPr>
        </p:nvSpPr>
        <p:spPr>
          <a:xfrm>
            <a:off x="6233400" y="3532175"/>
            <a:ext cx="21906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432" name="Google Shape;2432;p13"/>
          <p:cNvSpPr txBox="1">
            <a:spLocks noGrp="1"/>
          </p:cNvSpPr>
          <p:nvPr>
            <p:ph type="title" idx="19" hasCustomPrompt="1"/>
          </p:nvPr>
        </p:nvSpPr>
        <p:spPr>
          <a:xfrm>
            <a:off x="6881700" y="3076525"/>
            <a:ext cx="894000" cy="3588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3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t>xx%</a:t>
            </a:r>
          </a:p>
        </p:txBody>
      </p:sp>
      <p:sp>
        <p:nvSpPr>
          <p:cNvPr id="2433" name="Google Shape;2433;p13"/>
          <p:cNvSpPr txBox="1">
            <a:spLocks noGrp="1"/>
          </p:cNvSpPr>
          <p:nvPr>
            <p:ph type="subTitle" idx="20"/>
          </p:nvPr>
        </p:nvSpPr>
        <p:spPr>
          <a:xfrm>
            <a:off x="6233400" y="4059900"/>
            <a:ext cx="21906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434" name="Google Shape;2434;p13"/>
          <p:cNvSpPr txBox="1">
            <a:spLocks noGrp="1"/>
          </p:cNvSpPr>
          <p:nvPr>
            <p:ph type="title" idx="21"/>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3212"/>
        <p:cNvGrpSpPr/>
        <p:nvPr/>
      </p:nvGrpSpPr>
      <p:grpSpPr>
        <a:xfrm>
          <a:off x="0" y="0"/>
          <a:ext cx="0" cy="0"/>
          <a:chOff x="0" y="0"/>
          <a:chExt cx="0" cy="0"/>
        </a:xfrm>
      </p:grpSpPr>
      <p:grpSp>
        <p:nvGrpSpPr>
          <p:cNvPr id="3213" name="Google Shape;3213;p16"/>
          <p:cNvGrpSpPr/>
          <p:nvPr/>
        </p:nvGrpSpPr>
        <p:grpSpPr>
          <a:xfrm>
            <a:off x="74" y="63"/>
            <a:ext cx="9144153" cy="5143512"/>
            <a:chOff x="4263926" y="3811300"/>
            <a:chExt cx="2189272" cy="1231448"/>
          </a:xfrm>
        </p:grpSpPr>
        <p:sp>
          <p:nvSpPr>
            <p:cNvPr id="3214" name="Google Shape;3214;p16"/>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16"/>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16"/>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16"/>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16"/>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16"/>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16"/>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16"/>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16"/>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16"/>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16"/>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16"/>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16"/>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16"/>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16"/>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16"/>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16"/>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16"/>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16"/>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16"/>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16"/>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16"/>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16"/>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16"/>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16"/>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16"/>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16"/>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16"/>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16"/>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16"/>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16"/>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16"/>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16"/>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16"/>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16"/>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16"/>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16"/>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16"/>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16"/>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16"/>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16"/>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16"/>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16"/>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16"/>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16"/>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16"/>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16"/>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16"/>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16"/>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16"/>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16"/>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16"/>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16"/>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67" name="Google Shape;3267;p16"/>
          <p:cNvSpPr/>
          <p:nvPr/>
        </p:nvSpPr>
        <p:spPr>
          <a:xfrm rot="-1845688" flipH="1">
            <a:off x="3441047" y="-1019248"/>
            <a:ext cx="1586793" cy="1647811"/>
          </a:xfrm>
          <a:custGeom>
            <a:avLst/>
            <a:gdLst/>
            <a:ahLst/>
            <a:cxnLst/>
            <a:rect l="l" t="t" r="r" b="b"/>
            <a:pathLst>
              <a:path w="10090" h="10478" extrusionOk="0">
                <a:moveTo>
                  <a:pt x="6072" y="1"/>
                </a:moveTo>
                <a:lnTo>
                  <a:pt x="1" y="10478"/>
                </a:lnTo>
                <a:lnTo>
                  <a:pt x="10090" y="4520"/>
                </a:lnTo>
                <a:lnTo>
                  <a:pt x="6072"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16"/>
          <p:cNvSpPr/>
          <p:nvPr/>
        </p:nvSpPr>
        <p:spPr>
          <a:xfrm flipH="1">
            <a:off x="-649996" y="3877338"/>
            <a:ext cx="1756883" cy="1453521"/>
          </a:xfrm>
          <a:custGeom>
            <a:avLst/>
            <a:gdLst/>
            <a:ahLst/>
            <a:cxnLst/>
            <a:rect l="l" t="t" r="r" b="b"/>
            <a:pathLst>
              <a:path w="18376" h="15203" extrusionOk="0">
                <a:moveTo>
                  <a:pt x="18375" y="0"/>
                </a:moveTo>
                <a:lnTo>
                  <a:pt x="1" y="11596"/>
                </a:lnTo>
                <a:lnTo>
                  <a:pt x="15910" y="15202"/>
                </a:lnTo>
                <a:lnTo>
                  <a:pt x="18375"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69" name="Google Shape;3269;p16"/>
          <p:cNvGrpSpPr/>
          <p:nvPr/>
        </p:nvGrpSpPr>
        <p:grpSpPr>
          <a:xfrm flipH="1">
            <a:off x="-1549432" y="-6567380"/>
            <a:ext cx="11567753" cy="7972096"/>
            <a:chOff x="5457700" y="3883200"/>
            <a:chExt cx="1633725" cy="1125875"/>
          </a:xfrm>
        </p:grpSpPr>
        <p:sp>
          <p:nvSpPr>
            <p:cNvPr id="3270" name="Google Shape;3270;p16"/>
            <p:cNvSpPr/>
            <p:nvPr/>
          </p:nvSpPr>
          <p:spPr>
            <a:xfrm>
              <a:off x="5457700" y="3883200"/>
              <a:ext cx="1427175" cy="1125875"/>
            </a:xfrm>
            <a:custGeom>
              <a:avLst/>
              <a:gdLst/>
              <a:ahLst/>
              <a:cxnLst/>
              <a:rect l="l" t="t" r="r" b="b"/>
              <a:pathLst>
                <a:path w="57087" h="45035" extrusionOk="0">
                  <a:moveTo>
                    <a:pt x="24811" y="0"/>
                  </a:moveTo>
                  <a:lnTo>
                    <a:pt x="15247" y="14540"/>
                  </a:lnTo>
                  <a:lnTo>
                    <a:pt x="15225" y="14563"/>
                  </a:lnTo>
                  <a:lnTo>
                    <a:pt x="18831" y="27048"/>
                  </a:lnTo>
                  <a:lnTo>
                    <a:pt x="91" y="43003"/>
                  </a:lnTo>
                  <a:lnTo>
                    <a:pt x="0" y="43095"/>
                  </a:lnTo>
                  <a:lnTo>
                    <a:pt x="18785" y="45035"/>
                  </a:lnTo>
                  <a:lnTo>
                    <a:pt x="18808" y="45035"/>
                  </a:lnTo>
                  <a:lnTo>
                    <a:pt x="29513" y="39579"/>
                  </a:lnTo>
                  <a:lnTo>
                    <a:pt x="40743" y="43848"/>
                  </a:lnTo>
                  <a:lnTo>
                    <a:pt x="40766" y="43871"/>
                  </a:lnTo>
                  <a:lnTo>
                    <a:pt x="57086" y="31819"/>
                  </a:lnTo>
                  <a:lnTo>
                    <a:pt x="57041" y="31750"/>
                  </a:lnTo>
                  <a:lnTo>
                    <a:pt x="40743" y="43734"/>
                  </a:lnTo>
                  <a:lnTo>
                    <a:pt x="29536" y="39465"/>
                  </a:lnTo>
                  <a:lnTo>
                    <a:pt x="29513" y="39465"/>
                  </a:lnTo>
                  <a:lnTo>
                    <a:pt x="18785" y="44921"/>
                  </a:lnTo>
                  <a:lnTo>
                    <a:pt x="251" y="43003"/>
                  </a:lnTo>
                  <a:lnTo>
                    <a:pt x="18922" y="27117"/>
                  </a:lnTo>
                  <a:lnTo>
                    <a:pt x="18945" y="27094"/>
                  </a:lnTo>
                  <a:lnTo>
                    <a:pt x="15339" y="14586"/>
                  </a:lnTo>
                  <a:lnTo>
                    <a:pt x="24902" y="46"/>
                  </a:lnTo>
                  <a:lnTo>
                    <a:pt x="24811"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16"/>
            <p:cNvSpPr/>
            <p:nvPr/>
          </p:nvSpPr>
          <p:spPr>
            <a:xfrm>
              <a:off x="6149875" y="4418450"/>
              <a:ext cx="480500" cy="558675"/>
            </a:xfrm>
            <a:custGeom>
              <a:avLst/>
              <a:gdLst/>
              <a:ahLst/>
              <a:cxnLst/>
              <a:rect l="l" t="t" r="r" b="b"/>
              <a:pathLst>
                <a:path w="19220" h="22347" extrusionOk="0">
                  <a:moveTo>
                    <a:pt x="13490" y="1"/>
                  </a:moveTo>
                  <a:lnTo>
                    <a:pt x="12942" y="22073"/>
                  </a:lnTo>
                  <a:lnTo>
                    <a:pt x="137" y="5547"/>
                  </a:lnTo>
                  <a:lnTo>
                    <a:pt x="0" y="5387"/>
                  </a:lnTo>
                  <a:lnTo>
                    <a:pt x="1781" y="18124"/>
                  </a:lnTo>
                  <a:lnTo>
                    <a:pt x="1895" y="18101"/>
                  </a:lnTo>
                  <a:lnTo>
                    <a:pt x="160" y="5752"/>
                  </a:lnTo>
                  <a:lnTo>
                    <a:pt x="13033" y="22346"/>
                  </a:lnTo>
                  <a:lnTo>
                    <a:pt x="13581" y="617"/>
                  </a:lnTo>
                  <a:lnTo>
                    <a:pt x="19128" y="17896"/>
                  </a:lnTo>
                  <a:lnTo>
                    <a:pt x="19219" y="17873"/>
                  </a:lnTo>
                  <a:lnTo>
                    <a:pt x="13490"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16"/>
            <p:cNvSpPr/>
            <p:nvPr/>
          </p:nvSpPr>
          <p:spPr>
            <a:xfrm>
              <a:off x="6610950" y="4416175"/>
              <a:ext cx="480475" cy="559225"/>
            </a:xfrm>
            <a:custGeom>
              <a:avLst/>
              <a:gdLst/>
              <a:ahLst/>
              <a:cxnLst/>
              <a:rect l="l" t="t" r="r" b="b"/>
              <a:pathLst>
                <a:path w="19219" h="22369" extrusionOk="0">
                  <a:moveTo>
                    <a:pt x="13467" y="0"/>
                  </a:moveTo>
                  <a:lnTo>
                    <a:pt x="12919" y="22072"/>
                  </a:lnTo>
                  <a:lnTo>
                    <a:pt x="114" y="5547"/>
                  </a:lnTo>
                  <a:lnTo>
                    <a:pt x="0" y="5387"/>
                  </a:lnTo>
                  <a:lnTo>
                    <a:pt x="1758" y="18123"/>
                  </a:lnTo>
                  <a:lnTo>
                    <a:pt x="1872" y="18101"/>
                  </a:lnTo>
                  <a:lnTo>
                    <a:pt x="160" y="5752"/>
                  </a:lnTo>
                  <a:lnTo>
                    <a:pt x="13010" y="22369"/>
                  </a:lnTo>
                  <a:lnTo>
                    <a:pt x="13558" y="616"/>
                  </a:lnTo>
                  <a:lnTo>
                    <a:pt x="19105" y="17895"/>
                  </a:lnTo>
                  <a:lnTo>
                    <a:pt x="19219" y="17872"/>
                  </a:lnTo>
                  <a:lnTo>
                    <a:pt x="13467"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16"/>
            <p:cNvSpPr/>
            <p:nvPr/>
          </p:nvSpPr>
          <p:spPr>
            <a:xfrm>
              <a:off x="5541000" y="4301475"/>
              <a:ext cx="737275" cy="704175"/>
            </a:xfrm>
            <a:custGeom>
              <a:avLst/>
              <a:gdLst/>
              <a:ahLst/>
              <a:cxnLst/>
              <a:rect l="l" t="t" r="r" b="b"/>
              <a:pathLst>
                <a:path w="29491" h="28167" extrusionOk="0">
                  <a:moveTo>
                    <a:pt x="29194" y="343"/>
                  </a:moveTo>
                  <a:lnTo>
                    <a:pt x="15430" y="27847"/>
                  </a:lnTo>
                  <a:lnTo>
                    <a:pt x="15430" y="27847"/>
                  </a:lnTo>
                  <a:lnTo>
                    <a:pt x="15613" y="10363"/>
                  </a:lnTo>
                  <a:lnTo>
                    <a:pt x="29194" y="343"/>
                  </a:lnTo>
                  <a:close/>
                  <a:moveTo>
                    <a:pt x="160" y="3424"/>
                  </a:moveTo>
                  <a:lnTo>
                    <a:pt x="15499" y="10386"/>
                  </a:lnTo>
                  <a:lnTo>
                    <a:pt x="15339" y="27961"/>
                  </a:lnTo>
                  <a:lnTo>
                    <a:pt x="4566" y="19721"/>
                  </a:lnTo>
                  <a:lnTo>
                    <a:pt x="160" y="3424"/>
                  </a:lnTo>
                  <a:close/>
                  <a:moveTo>
                    <a:pt x="29491" y="0"/>
                  </a:moveTo>
                  <a:lnTo>
                    <a:pt x="15545" y="10272"/>
                  </a:lnTo>
                  <a:lnTo>
                    <a:pt x="92" y="3287"/>
                  </a:lnTo>
                  <a:lnTo>
                    <a:pt x="1" y="3242"/>
                  </a:lnTo>
                  <a:lnTo>
                    <a:pt x="4474" y="19767"/>
                  </a:lnTo>
                  <a:lnTo>
                    <a:pt x="15362" y="28121"/>
                  </a:lnTo>
                  <a:lnTo>
                    <a:pt x="15430" y="28167"/>
                  </a:lnTo>
                  <a:lnTo>
                    <a:pt x="15430" y="28075"/>
                  </a:lnTo>
                  <a:lnTo>
                    <a:pt x="29491"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16"/>
            <p:cNvSpPr/>
            <p:nvPr/>
          </p:nvSpPr>
          <p:spPr>
            <a:xfrm>
              <a:off x="6152150" y="4526300"/>
              <a:ext cx="333275" cy="32550"/>
            </a:xfrm>
            <a:custGeom>
              <a:avLst/>
              <a:gdLst/>
              <a:ahLst/>
              <a:cxnLst/>
              <a:rect l="l" t="t" r="r" b="b"/>
              <a:pathLst>
                <a:path w="13331" h="1302" extrusionOk="0">
                  <a:moveTo>
                    <a:pt x="13330" y="0"/>
                  </a:moveTo>
                  <a:lnTo>
                    <a:pt x="0" y="1210"/>
                  </a:lnTo>
                  <a:lnTo>
                    <a:pt x="0" y="1302"/>
                  </a:lnTo>
                  <a:lnTo>
                    <a:pt x="13330" y="115"/>
                  </a:lnTo>
                  <a:lnTo>
                    <a:pt x="13330"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75" name="Google Shape;3275;p16"/>
          <p:cNvGrpSpPr/>
          <p:nvPr/>
        </p:nvGrpSpPr>
        <p:grpSpPr>
          <a:xfrm flipH="1">
            <a:off x="-1815258" y="416845"/>
            <a:ext cx="6432293" cy="6055903"/>
            <a:chOff x="5187775" y="635000"/>
            <a:chExt cx="1791825" cy="1686975"/>
          </a:xfrm>
        </p:grpSpPr>
        <p:sp>
          <p:nvSpPr>
            <p:cNvPr id="3276" name="Google Shape;3276;p16"/>
            <p:cNvSpPr/>
            <p:nvPr/>
          </p:nvSpPr>
          <p:spPr>
            <a:xfrm>
              <a:off x="6404950" y="1750600"/>
              <a:ext cx="8000" cy="7025"/>
            </a:xfrm>
            <a:custGeom>
              <a:avLst/>
              <a:gdLst/>
              <a:ahLst/>
              <a:cxnLst/>
              <a:rect l="l" t="t" r="r" b="b"/>
              <a:pathLst>
                <a:path w="320" h="281" extrusionOk="0">
                  <a:moveTo>
                    <a:pt x="147" y="0"/>
                  </a:moveTo>
                  <a:cubicBezTo>
                    <a:pt x="91" y="0"/>
                    <a:pt x="42" y="41"/>
                    <a:pt x="23" y="98"/>
                  </a:cubicBezTo>
                  <a:cubicBezTo>
                    <a:pt x="0" y="166"/>
                    <a:pt x="46" y="257"/>
                    <a:pt x="114" y="280"/>
                  </a:cubicBezTo>
                  <a:cubicBezTo>
                    <a:pt x="206" y="280"/>
                    <a:pt x="274" y="235"/>
                    <a:pt x="297" y="166"/>
                  </a:cubicBezTo>
                  <a:cubicBezTo>
                    <a:pt x="320" y="98"/>
                    <a:pt x="274" y="29"/>
                    <a:pt x="183" y="6"/>
                  </a:cubicBezTo>
                  <a:cubicBezTo>
                    <a:pt x="171" y="2"/>
                    <a:pt x="158"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16"/>
            <p:cNvSpPr/>
            <p:nvPr/>
          </p:nvSpPr>
          <p:spPr>
            <a:xfrm>
              <a:off x="6253150" y="1585725"/>
              <a:ext cx="11450" cy="10525"/>
            </a:xfrm>
            <a:custGeom>
              <a:avLst/>
              <a:gdLst/>
              <a:ahLst/>
              <a:cxnLst/>
              <a:rect l="l" t="t" r="r" b="b"/>
              <a:pathLst>
                <a:path w="458" h="421" extrusionOk="0">
                  <a:moveTo>
                    <a:pt x="238" y="1"/>
                  </a:moveTo>
                  <a:cubicBezTo>
                    <a:pt x="155" y="1"/>
                    <a:pt x="63" y="65"/>
                    <a:pt x="23" y="165"/>
                  </a:cubicBezTo>
                  <a:cubicBezTo>
                    <a:pt x="1" y="279"/>
                    <a:pt x="69" y="393"/>
                    <a:pt x="183" y="416"/>
                  </a:cubicBezTo>
                  <a:cubicBezTo>
                    <a:pt x="198" y="419"/>
                    <a:pt x="213" y="420"/>
                    <a:pt x="227" y="420"/>
                  </a:cubicBezTo>
                  <a:cubicBezTo>
                    <a:pt x="325" y="420"/>
                    <a:pt x="414" y="355"/>
                    <a:pt x="434" y="256"/>
                  </a:cubicBezTo>
                  <a:cubicBezTo>
                    <a:pt x="457" y="165"/>
                    <a:pt x="389" y="51"/>
                    <a:pt x="274" y="5"/>
                  </a:cubicBezTo>
                  <a:cubicBezTo>
                    <a:pt x="263"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16"/>
            <p:cNvSpPr/>
            <p:nvPr/>
          </p:nvSpPr>
          <p:spPr>
            <a:xfrm>
              <a:off x="6085375" y="1643350"/>
              <a:ext cx="9725" cy="8850"/>
            </a:xfrm>
            <a:custGeom>
              <a:avLst/>
              <a:gdLst/>
              <a:ahLst/>
              <a:cxnLst/>
              <a:rect l="l" t="t" r="r" b="b"/>
              <a:pathLst>
                <a:path w="389" h="354" extrusionOk="0">
                  <a:moveTo>
                    <a:pt x="193" y="1"/>
                  </a:moveTo>
                  <a:cubicBezTo>
                    <a:pt x="115" y="1"/>
                    <a:pt x="44" y="63"/>
                    <a:pt x="24" y="142"/>
                  </a:cubicBezTo>
                  <a:cubicBezTo>
                    <a:pt x="1" y="234"/>
                    <a:pt x="69" y="325"/>
                    <a:pt x="161" y="348"/>
                  </a:cubicBezTo>
                  <a:cubicBezTo>
                    <a:pt x="176" y="352"/>
                    <a:pt x="192" y="353"/>
                    <a:pt x="207" y="353"/>
                  </a:cubicBezTo>
                  <a:cubicBezTo>
                    <a:pt x="281" y="353"/>
                    <a:pt x="347" y="309"/>
                    <a:pt x="366" y="234"/>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16"/>
            <p:cNvSpPr/>
            <p:nvPr/>
          </p:nvSpPr>
          <p:spPr>
            <a:xfrm>
              <a:off x="6088800" y="1627950"/>
              <a:ext cx="10300" cy="9950"/>
            </a:xfrm>
            <a:custGeom>
              <a:avLst/>
              <a:gdLst/>
              <a:ahLst/>
              <a:cxnLst/>
              <a:rect l="l" t="t" r="r" b="b"/>
              <a:pathLst>
                <a:path w="412" h="398" extrusionOk="0">
                  <a:moveTo>
                    <a:pt x="209" y="1"/>
                  </a:moveTo>
                  <a:cubicBezTo>
                    <a:pt x="115" y="1"/>
                    <a:pt x="44" y="65"/>
                    <a:pt x="24" y="165"/>
                  </a:cubicBezTo>
                  <a:cubicBezTo>
                    <a:pt x="1" y="256"/>
                    <a:pt x="47" y="370"/>
                    <a:pt x="161" y="393"/>
                  </a:cubicBezTo>
                  <a:cubicBezTo>
                    <a:pt x="173" y="396"/>
                    <a:pt x="185" y="397"/>
                    <a:pt x="198" y="397"/>
                  </a:cubicBezTo>
                  <a:cubicBezTo>
                    <a:pt x="280" y="397"/>
                    <a:pt x="369" y="335"/>
                    <a:pt x="389" y="256"/>
                  </a:cubicBezTo>
                  <a:cubicBezTo>
                    <a:pt x="412" y="142"/>
                    <a:pt x="343" y="51"/>
                    <a:pt x="252" y="5"/>
                  </a:cubicBezTo>
                  <a:cubicBezTo>
                    <a:pt x="237" y="2"/>
                    <a:pt x="223" y="1"/>
                    <a:pt x="20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16"/>
            <p:cNvSpPr/>
            <p:nvPr/>
          </p:nvSpPr>
          <p:spPr>
            <a:xfrm>
              <a:off x="6072825" y="1627375"/>
              <a:ext cx="9150" cy="8275"/>
            </a:xfrm>
            <a:custGeom>
              <a:avLst/>
              <a:gdLst/>
              <a:ahLst/>
              <a:cxnLst/>
              <a:rect l="l" t="t" r="r" b="b"/>
              <a:pathLst>
                <a:path w="366" h="331" extrusionOk="0">
                  <a:moveTo>
                    <a:pt x="192" y="1"/>
                  </a:moveTo>
                  <a:cubicBezTo>
                    <a:pt x="114" y="1"/>
                    <a:pt x="43" y="60"/>
                    <a:pt x="24" y="119"/>
                  </a:cubicBezTo>
                  <a:cubicBezTo>
                    <a:pt x="1" y="211"/>
                    <a:pt x="69" y="302"/>
                    <a:pt x="138" y="325"/>
                  </a:cubicBezTo>
                  <a:cubicBezTo>
                    <a:pt x="153" y="329"/>
                    <a:pt x="169" y="331"/>
                    <a:pt x="184" y="331"/>
                  </a:cubicBezTo>
                  <a:cubicBezTo>
                    <a:pt x="258" y="331"/>
                    <a:pt x="324" y="286"/>
                    <a:pt x="343" y="211"/>
                  </a:cubicBezTo>
                  <a:cubicBezTo>
                    <a:pt x="366" y="119"/>
                    <a:pt x="320" y="28"/>
                    <a:pt x="229" y="5"/>
                  </a:cubicBezTo>
                  <a:cubicBezTo>
                    <a:pt x="217" y="2"/>
                    <a:pt x="205" y="1"/>
                    <a:pt x="19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16"/>
            <p:cNvSpPr/>
            <p:nvPr/>
          </p:nvSpPr>
          <p:spPr>
            <a:xfrm>
              <a:off x="5702500" y="1262700"/>
              <a:ext cx="9725" cy="8325"/>
            </a:xfrm>
            <a:custGeom>
              <a:avLst/>
              <a:gdLst/>
              <a:ahLst/>
              <a:cxnLst/>
              <a:rect l="l" t="t" r="r" b="b"/>
              <a:pathLst>
                <a:path w="389" h="333" extrusionOk="0">
                  <a:moveTo>
                    <a:pt x="182" y="1"/>
                  </a:moveTo>
                  <a:cubicBezTo>
                    <a:pt x="108" y="1"/>
                    <a:pt x="42" y="45"/>
                    <a:pt x="23" y="121"/>
                  </a:cubicBezTo>
                  <a:cubicBezTo>
                    <a:pt x="0" y="212"/>
                    <a:pt x="69" y="304"/>
                    <a:pt x="160" y="326"/>
                  </a:cubicBezTo>
                  <a:cubicBezTo>
                    <a:pt x="176" y="330"/>
                    <a:pt x="191" y="332"/>
                    <a:pt x="207" y="332"/>
                  </a:cubicBezTo>
                  <a:cubicBezTo>
                    <a:pt x="281" y="332"/>
                    <a:pt x="346" y="288"/>
                    <a:pt x="365" y="212"/>
                  </a:cubicBezTo>
                  <a:cubicBezTo>
                    <a:pt x="388" y="121"/>
                    <a:pt x="320" y="30"/>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16"/>
            <p:cNvSpPr/>
            <p:nvPr/>
          </p:nvSpPr>
          <p:spPr>
            <a:xfrm>
              <a:off x="6409500" y="1544750"/>
              <a:ext cx="6875" cy="6300"/>
            </a:xfrm>
            <a:custGeom>
              <a:avLst/>
              <a:gdLst/>
              <a:ahLst/>
              <a:cxnLst/>
              <a:rect l="l" t="t" r="r" b="b"/>
              <a:pathLst>
                <a:path w="275" h="252" extrusionOk="0">
                  <a:moveTo>
                    <a:pt x="160" y="0"/>
                  </a:moveTo>
                  <a:cubicBezTo>
                    <a:pt x="92" y="0"/>
                    <a:pt x="24" y="23"/>
                    <a:pt x="24" y="92"/>
                  </a:cubicBezTo>
                  <a:cubicBezTo>
                    <a:pt x="1" y="160"/>
                    <a:pt x="46" y="229"/>
                    <a:pt x="115" y="252"/>
                  </a:cubicBezTo>
                  <a:cubicBezTo>
                    <a:pt x="160" y="252"/>
                    <a:pt x="229" y="229"/>
                    <a:pt x="252" y="160"/>
                  </a:cubicBezTo>
                  <a:cubicBezTo>
                    <a:pt x="275" y="92"/>
                    <a:pt x="229"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16"/>
            <p:cNvSpPr/>
            <p:nvPr/>
          </p:nvSpPr>
          <p:spPr>
            <a:xfrm>
              <a:off x="6525350" y="1792825"/>
              <a:ext cx="7425" cy="7175"/>
            </a:xfrm>
            <a:custGeom>
              <a:avLst/>
              <a:gdLst/>
              <a:ahLst/>
              <a:cxnLst/>
              <a:rect l="l" t="t" r="r" b="b"/>
              <a:pathLst>
                <a:path w="297" h="287" extrusionOk="0">
                  <a:moveTo>
                    <a:pt x="137" y="1"/>
                  </a:moveTo>
                  <a:cubicBezTo>
                    <a:pt x="69" y="1"/>
                    <a:pt x="19" y="41"/>
                    <a:pt x="0" y="98"/>
                  </a:cubicBezTo>
                  <a:cubicBezTo>
                    <a:pt x="0" y="189"/>
                    <a:pt x="46" y="258"/>
                    <a:pt x="114" y="280"/>
                  </a:cubicBezTo>
                  <a:cubicBezTo>
                    <a:pt x="126" y="284"/>
                    <a:pt x="138" y="286"/>
                    <a:pt x="149" y="286"/>
                  </a:cubicBezTo>
                  <a:cubicBezTo>
                    <a:pt x="205" y="286"/>
                    <a:pt x="255" y="242"/>
                    <a:pt x="274" y="166"/>
                  </a:cubicBezTo>
                  <a:cubicBezTo>
                    <a:pt x="297" y="98"/>
                    <a:pt x="251" y="29"/>
                    <a:pt x="183" y="6"/>
                  </a:cubicBezTo>
                  <a:cubicBezTo>
                    <a:pt x="167" y="2"/>
                    <a:pt x="151" y="1"/>
                    <a:pt x="13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16"/>
            <p:cNvSpPr/>
            <p:nvPr/>
          </p:nvSpPr>
          <p:spPr>
            <a:xfrm>
              <a:off x="6545325" y="1590850"/>
              <a:ext cx="11425" cy="10000"/>
            </a:xfrm>
            <a:custGeom>
              <a:avLst/>
              <a:gdLst/>
              <a:ahLst/>
              <a:cxnLst/>
              <a:rect l="l" t="t" r="r" b="b"/>
              <a:pathLst>
                <a:path w="457" h="400" extrusionOk="0">
                  <a:moveTo>
                    <a:pt x="238" y="1"/>
                  </a:moveTo>
                  <a:cubicBezTo>
                    <a:pt x="155" y="1"/>
                    <a:pt x="66" y="66"/>
                    <a:pt x="46" y="165"/>
                  </a:cubicBezTo>
                  <a:cubicBezTo>
                    <a:pt x="0" y="256"/>
                    <a:pt x="69" y="371"/>
                    <a:pt x="183" y="393"/>
                  </a:cubicBezTo>
                  <a:cubicBezTo>
                    <a:pt x="202" y="397"/>
                    <a:pt x="220" y="399"/>
                    <a:pt x="238" y="399"/>
                  </a:cubicBezTo>
                  <a:cubicBezTo>
                    <a:pt x="326" y="399"/>
                    <a:pt x="396" y="352"/>
                    <a:pt x="434" y="256"/>
                  </a:cubicBezTo>
                  <a:cubicBezTo>
                    <a:pt x="457" y="142"/>
                    <a:pt x="388" y="28"/>
                    <a:pt x="274" y="5"/>
                  </a:cubicBezTo>
                  <a:cubicBezTo>
                    <a:pt x="262"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16"/>
            <p:cNvSpPr/>
            <p:nvPr/>
          </p:nvSpPr>
          <p:spPr>
            <a:xfrm>
              <a:off x="6443750" y="1815075"/>
              <a:ext cx="9725" cy="8850"/>
            </a:xfrm>
            <a:custGeom>
              <a:avLst/>
              <a:gdLst/>
              <a:ahLst/>
              <a:cxnLst/>
              <a:rect l="l" t="t" r="r" b="b"/>
              <a:pathLst>
                <a:path w="389" h="354" extrusionOk="0">
                  <a:moveTo>
                    <a:pt x="182" y="1"/>
                  </a:moveTo>
                  <a:cubicBezTo>
                    <a:pt x="108" y="1"/>
                    <a:pt x="42" y="45"/>
                    <a:pt x="23" y="121"/>
                  </a:cubicBezTo>
                  <a:cubicBezTo>
                    <a:pt x="0" y="235"/>
                    <a:pt x="46" y="326"/>
                    <a:pt x="160" y="349"/>
                  </a:cubicBezTo>
                  <a:cubicBezTo>
                    <a:pt x="172" y="352"/>
                    <a:pt x="184" y="353"/>
                    <a:pt x="196" y="353"/>
                  </a:cubicBezTo>
                  <a:cubicBezTo>
                    <a:pt x="274" y="353"/>
                    <a:pt x="346" y="291"/>
                    <a:pt x="365" y="212"/>
                  </a:cubicBezTo>
                  <a:cubicBezTo>
                    <a:pt x="388" y="121"/>
                    <a:pt x="343" y="29"/>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16"/>
            <p:cNvSpPr/>
            <p:nvPr/>
          </p:nvSpPr>
          <p:spPr>
            <a:xfrm>
              <a:off x="6470000" y="1775750"/>
              <a:ext cx="11425" cy="10500"/>
            </a:xfrm>
            <a:custGeom>
              <a:avLst/>
              <a:gdLst/>
              <a:ahLst/>
              <a:cxnLst/>
              <a:rect l="l" t="t" r="r" b="b"/>
              <a:pathLst>
                <a:path w="457" h="420" extrusionOk="0">
                  <a:moveTo>
                    <a:pt x="230" y="0"/>
                  </a:moveTo>
                  <a:cubicBezTo>
                    <a:pt x="132" y="0"/>
                    <a:pt x="43" y="65"/>
                    <a:pt x="23" y="165"/>
                  </a:cubicBezTo>
                  <a:cubicBezTo>
                    <a:pt x="0" y="256"/>
                    <a:pt x="69" y="370"/>
                    <a:pt x="183" y="416"/>
                  </a:cubicBezTo>
                  <a:cubicBezTo>
                    <a:pt x="195" y="419"/>
                    <a:pt x="207" y="420"/>
                    <a:pt x="219" y="420"/>
                  </a:cubicBezTo>
                  <a:cubicBezTo>
                    <a:pt x="302" y="420"/>
                    <a:pt x="391" y="355"/>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16"/>
            <p:cNvSpPr/>
            <p:nvPr/>
          </p:nvSpPr>
          <p:spPr>
            <a:xfrm>
              <a:off x="6440325" y="1675275"/>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6" y="291"/>
                    <a:pt x="365" y="212"/>
                  </a:cubicBezTo>
                  <a:cubicBezTo>
                    <a:pt x="388"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16"/>
            <p:cNvSpPr/>
            <p:nvPr/>
          </p:nvSpPr>
          <p:spPr>
            <a:xfrm>
              <a:off x="6555025" y="1619400"/>
              <a:ext cx="9150" cy="8800"/>
            </a:xfrm>
            <a:custGeom>
              <a:avLst/>
              <a:gdLst/>
              <a:ahLst/>
              <a:cxnLst/>
              <a:rect l="l" t="t" r="r" b="b"/>
              <a:pathLst>
                <a:path w="366" h="352" extrusionOk="0">
                  <a:moveTo>
                    <a:pt x="193" y="0"/>
                  </a:moveTo>
                  <a:cubicBezTo>
                    <a:pt x="114" y="0"/>
                    <a:pt x="43" y="62"/>
                    <a:pt x="23" y="142"/>
                  </a:cubicBezTo>
                  <a:cubicBezTo>
                    <a:pt x="0" y="233"/>
                    <a:pt x="46" y="324"/>
                    <a:pt x="137" y="347"/>
                  </a:cubicBezTo>
                  <a:cubicBezTo>
                    <a:pt x="149" y="350"/>
                    <a:pt x="161" y="351"/>
                    <a:pt x="173" y="351"/>
                  </a:cubicBezTo>
                  <a:cubicBezTo>
                    <a:pt x="251" y="351"/>
                    <a:pt x="323" y="289"/>
                    <a:pt x="343" y="210"/>
                  </a:cubicBezTo>
                  <a:cubicBezTo>
                    <a:pt x="365" y="119"/>
                    <a:pt x="320" y="27"/>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16"/>
            <p:cNvSpPr/>
            <p:nvPr/>
          </p:nvSpPr>
          <p:spPr>
            <a:xfrm>
              <a:off x="6411775" y="1487550"/>
              <a:ext cx="7450" cy="6575"/>
            </a:xfrm>
            <a:custGeom>
              <a:avLst/>
              <a:gdLst/>
              <a:ahLst/>
              <a:cxnLst/>
              <a:rect l="l" t="t" r="r" b="b"/>
              <a:pathLst>
                <a:path w="298" h="263" extrusionOk="0">
                  <a:moveTo>
                    <a:pt x="147" y="0"/>
                  </a:moveTo>
                  <a:cubicBezTo>
                    <a:pt x="92" y="0"/>
                    <a:pt x="43" y="41"/>
                    <a:pt x="24" y="97"/>
                  </a:cubicBezTo>
                  <a:cubicBezTo>
                    <a:pt x="1" y="166"/>
                    <a:pt x="47" y="234"/>
                    <a:pt x="115" y="257"/>
                  </a:cubicBezTo>
                  <a:cubicBezTo>
                    <a:pt x="127" y="261"/>
                    <a:pt x="139" y="263"/>
                    <a:pt x="151" y="263"/>
                  </a:cubicBezTo>
                  <a:cubicBezTo>
                    <a:pt x="206" y="263"/>
                    <a:pt x="256" y="22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16"/>
            <p:cNvSpPr/>
            <p:nvPr/>
          </p:nvSpPr>
          <p:spPr>
            <a:xfrm>
              <a:off x="6552175" y="1694725"/>
              <a:ext cx="10850" cy="9925"/>
            </a:xfrm>
            <a:custGeom>
              <a:avLst/>
              <a:gdLst/>
              <a:ahLst/>
              <a:cxnLst/>
              <a:rect l="l" t="t" r="r" b="b"/>
              <a:pathLst>
                <a:path w="434" h="397" extrusionOk="0">
                  <a:moveTo>
                    <a:pt x="231" y="0"/>
                  </a:moveTo>
                  <a:cubicBezTo>
                    <a:pt x="137" y="0"/>
                    <a:pt x="63" y="65"/>
                    <a:pt x="23" y="164"/>
                  </a:cubicBezTo>
                  <a:cubicBezTo>
                    <a:pt x="0" y="256"/>
                    <a:pt x="68" y="370"/>
                    <a:pt x="183" y="393"/>
                  </a:cubicBezTo>
                  <a:cubicBezTo>
                    <a:pt x="195" y="396"/>
                    <a:pt x="207" y="397"/>
                    <a:pt x="220" y="397"/>
                  </a:cubicBezTo>
                  <a:cubicBezTo>
                    <a:pt x="302" y="397"/>
                    <a:pt x="391" y="335"/>
                    <a:pt x="411" y="256"/>
                  </a:cubicBezTo>
                  <a:cubicBezTo>
                    <a:pt x="434" y="141"/>
                    <a:pt x="365" y="50"/>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16"/>
            <p:cNvSpPr/>
            <p:nvPr/>
          </p:nvSpPr>
          <p:spPr>
            <a:xfrm>
              <a:off x="6418625" y="1541175"/>
              <a:ext cx="7450" cy="7175"/>
            </a:xfrm>
            <a:custGeom>
              <a:avLst/>
              <a:gdLst/>
              <a:ahLst/>
              <a:cxnLst/>
              <a:rect l="l" t="t" r="r" b="b"/>
              <a:pathLst>
                <a:path w="298" h="287" extrusionOk="0">
                  <a:moveTo>
                    <a:pt x="147" y="1"/>
                  </a:moveTo>
                  <a:cubicBezTo>
                    <a:pt x="86" y="1"/>
                    <a:pt x="24" y="45"/>
                    <a:pt x="24" y="121"/>
                  </a:cubicBezTo>
                  <a:cubicBezTo>
                    <a:pt x="1" y="189"/>
                    <a:pt x="47" y="258"/>
                    <a:pt x="115" y="280"/>
                  </a:cubicBezTo>
                  <a:cubicBezTo>
                    <a:pt x="127" y="284"/>
                    <a:pt x="140" y="286"/>
                    <a:pt x="153" y="286"/>
                  </a:cubicBezTo>
                  <a:cubicBezTo>
                    <a:pt x="214" y="286"/>
                    <a:pt x="279" y="245"/>
                    <a:pt x="298" y="189"/>
                  </a:cubicBezTo>
                  <a:cubicBezTo>
                    <a:pt x="298" y="98"/>
                    <a:pt x="252" y="29"/>
                    <a:pt x="183" y="7"/>
                  </a:cubicBezTo>
                  <a:cubicBezTo>
                    <a:pt x="172"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16"/>
            <p:cNvSpPr/>
            <p:nvPr/>
          </p:nvSpPr>
          <p:spPr>
            <a:xfrm>
              <a:off x="5440575" y="1009925"/>
              <a:ext cx="10300" cy="9400"/>
            </a:xfrm>
            <a:custGeom>
              <a:avLst/>
              <a:gdLst/>
              <a:ahLst/>
              <a:cxnLst/>
              <a:rect l="l" t="t" r="r" b="b"/>
              <a:pathLst>
                <a:path w="412" h="376" extrusionOk="0">
                  <a:moveTo>
                    <a:pt x="204" y="1"/>
                  </a:moveTo>
                  <a:cubicBezTo>
                    <a:pt x="125" y="1"/>
                    <a:pt x="42" y="48"/>
                    <a:pt x="23" y="143"/>
                  </a:cubicBezTo>
                  <a:cubicBezTo>
                    <a:pt x="0" y="234"/>
                    <a:pt x="69" y="349"/>
                    <a:pt x="160" y="371"/>
                  </a:cubicBezTo>
                  <a:cubicBezTo>
                    <a:pt x="172" y="374"/>
                    <a:pt x="184" y="376"/>
                    <a:pt x="197" y="376"/>
                  </a:cubicBezTo>
                  <a:cubicBezTo>
                    <a:pt x="280" y="376"/>
                    <a:pt x="369" y="314"/>
                    <a:pt x="388" y="234"/>
                  </a:cubicBezTo>
                  <a:cubicBezTo>
                    <a:pt x="411" y="143"/>
                    <a:pt x="343" y="29"/>
                    <a:pt x="251" y="6"/>
                  </a:cubicBezTo>
                  <a:cubicBezTo>
                    <a:pt x="236" y="2"/>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16"/>
            <p:cNvSpPr/>
            <p:nvPr/>
          </p:nvSpPr>
          <p:spPr>
            <a:xfrm>
              <a:off x="6499100" y="1836225"/>
              <a:ext cx="11425" cy="10525"/>
            </a:xfrm>
            <a:custGeom>
              <a:avLst/>
              <a:gdLst/>
              <a:ahLst/>
              <a:cxnLst/>
              <a:rect l="l" t="t" r="r" b="b"/>
              <a:pathLst>
                <a:path w="457" h="421" extrusionOk="0">
                  <a:moveTo>
                    <a:pt x="230" y="1"/>
                  </a:moveTo>
                  <a:cubicBezTo>
                    <a:pt x="132" y="1"/>
                    <a:pt x="43" y="66"/>
                    <a:pt x="23" y="165"/>
                  </a:cubicBezTo>
                  <a:cubicBezTo>
                    <a:pt x="0" y="279"/>
                    <a:pt x="69" y="370"/>
                    <a:pt x="160" y="416"/>
                  </a:cubicBezTo>
                  <a:cubicBezTo>
                    <a:pt x="175" y="419"/>
                    <a:pt x="190" y="420"/>
                    <a:pt x="204" y="420"/>
                  </a:cubicBezTo>
                  <a:cubicBezTo>
                    <a:pt x="302" y="420"/>
                    <a:pt x="391" y="356"/>
                    <a:pt x="411" y="256"/>
                  </a:cubicBezTo>
                  <a:cubicBezTo>
                    <a:pt x="457"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16"/>
            <p:cNvSpPr/>
            <p:nvPr/>
          </p:nvSpPr>
          <p:spPr>
            <a:xfrm>
              <a:off x="6463725" y="1832800"/>
              <a:ext cx="8575" cy="5275"/>
            </a:xfrm>
            <a:custGeom>
              <a:avLst/>
              <a:gdLst/>
              <a:ahLst/>
              <a:cxnLst/>
              <a:rect l="l" t="t" r="r" b="b"/>
              <a:pathLst>
                <a:path w="343" h="211" extrusionOk="0">
                  <a:moveTo>
                    <a:pt x="154" y="1"/>
                  </a:moveTo>
                  <a:cubicBezTo>
                    <a:pt x="91" y="1"/>
                    <a:pt x="20" y="60"/>
                    <a:pt x="0" y="119"/>
                  </a:cubicBezTo>
                  <a:lnTo>
                    <a:pt x="320" y="211"/>
                  </a:lnTo>
                  <a:cubicBezTo>
                    <a:pt x="342" y="119"/>
                    <a:pt x="274" y="28"/>
                    <a:pt x="183" y="5"/>
                  </a:cubicBezTo>
                  <a:cubicBezTo>
                    <a:pt x="174" y="2"/>
                    <a:pt x="164" y="1"/>
                    <a:pt x="15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16"/>
            <p:cNvSpPr/>
            <p:nvPr/>
          </p:nvSpPr>
          <p:spPr>
            <a:xfrm>
              <a:off x="6851750" y="1438250"/>
              <a:ext cx="9725" cy="9100"/>
            </a:xfrm>
            <a:custGeom>
              <a:avLst/>
              <a:gdLst/>
              <a:ahLst/>
              <a:cxnLst/>
              <a:rect l="l" t="t" r="r" b="b"/>
              <a:pathLst>
                <a:path w="389" h="364" extrusionOk="0">
                  <a:moveTo>
                    <a:pt x="180" y="0"/>
                  </a:moveTo>
                  <a:cubicBezTo>
                    <a:pt x="101" y="0"/>
                    <a:pt x="41" y="58"/>
                    <a:pt x="23" y="129"/>
                  </a:cubicBezTo>
                  <a:cubicBezTo>
                    <a:pt x="0" y="243"/>
                    <a:pt x="46" y="335"/>
                    <a:pt x="160" y="357"/>
                  </a:cubicBezTo>
                  <a:cubicBezTo>
                    <a:pt x="175" y="361"/>
                    <a:pt x="191" y="363"/>
                    <a:pt x="205" y="363"/>
                  </a:cubicBezTo>
                  <a:cubicBezTo>
                    <a:pt x="280" y="363"/>
                    <a:pt x="346" y="316"/>
                    <a:pt x="366" y="220"/>
                  </a:cubicBezTo>
                  <a:cubicBezTo>
                    <a:pt x="388" y="129"/>
                    <a:pt x="343" y="38"/>
                    <a:pt x="251" y="15"/>
                  </a:cubicBezTo>
                  <a:cubicBezTo>
                    <a:pt x="226" y="5"/>
                    <a:pt x="202" y="0"/>
                    <a:pt x="18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16"/>
            <p:cNvSpPr/>
            <p:nvPr/>
          </p:nvSpPr>
          <p:spPr>
            <a:xfrm>
              <a:off x="6845475" y="1415650"/>
              <a:ext cx="9725" cy="9400"/>
            </a:xfrm>
            <a:custGeom>
              <a:avLst/>
              <a:gdLst/>
              <a:ahLst/>
              <a:cxnLst/>
              <a:rect l="l" t="t" r="r" b="b"/>
              <a:pathLst>
                <a:path w="389" h="376" extrusionOk="0">
                  <a:moveTo>
                    <a:pt x="183" y="0"/>
                  </a:moveTo>
                  <a:cubicBezTo>
                    <a:pt x="109" y="0"/>
                    <a:pt x="42" y="48"/>
                    <a:pt x="23" y="143"/>
                  </a:cubicBezTo>
                  <a:cubicBezTo>
                    <a:pt x="0" y="234"/>
                    <a:pt x="46" y="326"/>
                    <a:pt x="137" y="371"/>
                  </a:cubicBezTo>
                  <a:cubicBezTo>
                    <a:pt x="152" y="374"/>
                    <a:pt x="167" y="376"/>
                    <a:pt x="181" y="376"/>
                  </a:cubicBezTo>
                  <a:cubicBezTo>
                    <a:pt x="274" y="376"/>
                    <a:pt x="346" y="314"/>
                    <a:pt x="365" y="234"/>
                  </a:cubicBezTo>
                  <a:cubicBezTo>
                    <a:pt x="388" y="120"/>
                    <a:pt x="343" y="29"/>
                    <a:pt x="228" y="6"/>
                  </a:cubicBezTo>
                  <a:cubicBezTo>
                    <a:pt x="213" y="2"/>
                    <a:pt x="198" y="0"/>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16"/>
            <p:cNvSpPr/>
            <p:nvPr/>
          </p:nvSpPr>
          <p:spPr>
            <a:xfrm>
              <a:off x="6867725" y="1599525"/>
              <a:ext cx="8000" cy="7600"/>
            </a:xfrm>
            <a:custGeom>
              <a:avLst/>
              <a:gdLst/>
              <a:ahLst/>
              <a:cxnLst/>
              <a:rect l="l" t="t" r="r" b="b"/>
              <a:pathLst>
                <a:path w="320" h="304" extrusionOk="0">
                  <a:moveTo>
                    <a:pt x="206" y="1"/>
                  </a:moveTo>
                  <a:cubicBezTo>
                    <a:pt x="115" y="1"/>
                    <a:pt x="46" y="46"/>
                    <a:pt x="23" y="115"/>
                  </a:cubicBezTo>
                  <a:cubicBezTo>
                    <a:pt x="0" y="206"/>
                    <a:pt x="46" y="297"/>
                    <a:pt x="115" y="297"/>
                  </a:cubicBezTo>
                  <a:cubicBezTo>
                    <a:pt x="131" y="301"/>
                    <a:pt x="147" y="303"/>
                    <a:pt x="163" y="303"/>
                  </a:cubicBezTo>
                  <a:cubicBezTo>
                    <a:pt x="236" y="303"/>
                    <a:pt x="301" y="262"/>
                    <a:pt x="320" y="206"/>
                  </a:cubicBezTo>
                  <a:cubicBezTo>
                    <a:pt x="320" y="115"/>
                    <a:pt x="274" y="24"/>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16"/>
            <p:cNvSpPr/>
            <p:nvPr/>
          </p:nvSpPr>
          <p:spPr>
            <a:xfrm>
              <a:off x="6866575" y="1359725"/>
              <a:ext cx="8600" cy="7725"/>
            </a:xfrm>
            <a:custGeom>
              <a:avLst/>
              <a:gdLst/>
              <a:ahLst/>
              <a:cxnLst/>
              <a:rect l="l" t="t" r="r" b="b"/>
              <a:pathLst>
                <a:path w="344" h="309" extrusionOk="0">
                  <a:moveTo>
                    <a:pt x="160" y="0"/>
                  </a:moveTo>
                  <a:cubicBezTo>
                    <a:pt x="86" y="0"/>
                    <a:pt x="20" y="45"/>
                    <a:pt x="1" y="120"/>
                  </a:cubicBezTo>
                  <a:cubicBezTo>
                    <a:pt x="1" y="212"/>
                    <a:pt x="46" y="280"/>
                    <a:pt x="115" y="303"/>
                  </a:cubicBezTo>
                  <a:cubicBezTo>
                    <a:pt x="131" y="307"/>
                    <a:pt x="146" y="309"/>
                    <a:pt x="162" y="309"/>
                  </a:cubicBezTo>
                  <a:cubicBezTo>
                    <a:pt x="236" y="309"/>
                    <a:pt x="301" y="264"/>
                    <a:pt x="320" y="189"/>
                  </a:cubicBezTo>
                  <a:cubicBezTo>
                    <a:pt x="343" y="97"/>
                    <a:pt x="297"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16"/>
            <p:cNvSpPr/>
            <p:nvPr/>
          </p:nvSpPr>
          <p:spPr>
            <a:xfrm>
              <a:off x="6698825" y="1787725"/>
              <a:ext cx="10850" cy="10200"/>
            </a:xfrm>
            <a:custGeom>
              <a:avLst/>
              <a:gdLst/>
              <a:ahLst/>
              <a:cxnLst/>
              <a:rect l="l" t="t" r="r" b="b"/>
              <a:pathLst>
                <a:path w="434" h="408" extrusionOk="0">
                  <a:moveTo>
                    <a:pt x="230" y="1"/>
                  </a:moveTo>
                  <a:cubicBezTo>
                    <a:pt x="132" y="1"/>
                    <a:pt x="43" y="65"/>
                    <a:pt x="23" y="165"/>
                  </a:cubicBezTo>
                  <a:cubicBezTo>
                    <a:pt x="0" y="256"/>
                    <a:pt x="69" y="370"/>
                    <a:pt x="160" y="393"/>
                  </a:cubicBezTo>
                  <a:cubicBezTo>
                    <a:pt x="184" y="403"/>
                    <a:pt x="209" y="407"/>
                    <a:pt x="232" y="407"/>
                  </a:cubicBezTo>
                  <a:cubicBezTo>
                    <a:pt x="319" y="407"/>
                    <a:pt x="393" y="346"/>
                    <a:pt x="411" y="256"/>
                  </a:cubicBezTo>
                  <a:cubicBezTo>
                    <a:pt x="434"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16"/>
            <p:cNvSpPr/>
            <p:nvPr/>
          </p:nvSpPr>
          <p:spPr>
            <a:xfrm>
              <a:off x="6655450" y="1510975"/>
              <a:ext cx="9725" cy="8825"/>
            </a:xfrm>
            <a:custGeom>
              <a:avLst/>
              <a:gdLst/>
              <a:ahLst/>
              <a:cxnLst/>
              <a:rect l="l" t="t" r="r" b="b"/>
              <a:pathLst>
                <a:path w="389" h="353" extrusionOk="0">
                  <a:moveTo>
                    <a:pt x="193" y="0"/>
                  </a:moveTo>
                  <a:cubicBezTo>
                    <a:pt x="115" y="0"/>
                    <a:pt x="43" y="62"/>
                    <a:pt x="23" y="142"/>
                  </a:cubicBezTo>
                  <a:cubicBezTo>
                    <a:pt x="0" y="233"/>
                    <a:pt x="46" y="324"/>
                    <a:pt x="137" y="347"/>
                  </a:cubicBezTo>
                  <a:cubicBezTo>
                    <a:pt x="157" y="351"/>
                    <a:pt x="176" y="353"/>
                    <a:pt x="194" y="353"/>
                  </a:cubicBezTo>
                  <a:cubicBezTo>
                    <a:pt x="281" y="353"/>
                    <a:pt x="347" y="309"/>
                    <a:pt x="366" y="233"/>
                  </a:cubicBezTo>
                  <a:cubicBezTo>
                    <a:pt x="388" y="142"/>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16"/>
            <p:cNvSpPr/>
            <p:nvPr/>
          </p:nvSpPr>
          <p:spPr>
            <a:xfrm>
              <a:off x="6597825" y="1354050"/>
              <a:ext cx="10275" cy="9400"/>
            </a:xfrm>
            <a:custGeom>
              <a:avLst/>
              <a:gdLst/>
              <a:ahLst/>
              <a:cxnLst/>
              <a:rect l="l" t="t" r="r" b="b"/>
              <a:pathLst>
                <a:path w="411" h="376" extrusionOk="0">
                  <a:moveTo>
                    <a:pt x="214" y="0"/>
                  </a:moveTo>
                  <a:cubicBezTo>
                    <a:pt x="131" y="0"/>
                    <a:pt x="43" y="63"/>
                    <a:pt x="23" y="142"/>
                  </a:cubicBezTo>
                  <a:cubicBezTo>
                    <a:pt x="0" y="256"/>
                    <a:pt x="69" y="347"/>
                    <a:pt x="160" y="370"/>
                  </a:cubicBezTo>
                  <a:cubicBezTo>
                    <a:pt x="179" y="374"/>
                    <a:pt x="197" y="376"/>
                    <a:pt x="215" y="376"/>
                  </a:cubicBezTo>
                  <a:cubicBezTo>
                    <a:pt x="302" y="376"/>
                    <a:pt x="369" y="328"/>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16"/>
            <p:cNvSpPr/>
            <p:nvPr/>
          </p:nvSpPr>
          <p:spPr>
            <a:xfrm>
              <a:off x="6548175" y="1227375"/>
              <a:ext cx="9150" cy="8275"/>
            </a:xfrm>
            <a:custGeom>
              <a:avLst/>
              <a:gdLst/>
              <a:ahLst/>
              <a:cxnLst/>
              <a:rect l="l" t="t" r="r" b="b"/>
              <a:pathLst>
                <a:path w="366" h="331" extrusionOk="0">
                  <a:moveTo>
                    <a:pt x="171" y="0"/>
                  </a:moveTo>
                  <a:cubicBezTo>
                    <a:pt x="97" y="0"/>
                    <a:pt x="43" y="62"/>
                    <a:pt x="23" y="142"/>
                  </a:cubicBezTo>
                  <a:cubicBezTo>
                    <a:pt x="0" y="210"/>
                    <a:pt x="46" y="301"/>
                    <a:pt x="137" y="324"/>
                  </a:cubicBezTo>
                  <a:cubicBezTo>
                    <a:pt x="153" y="328"/>
                    <a:pt x="169" y="330"/>
                    <a:pt x="184" y="330"/>
                  </a:cubicBezTo>
                  <a:cubicBezTo>
                    <a:pt x="258" y="330"/>
                    <a:pt x="324" y="286"/>
                    <a:pt x="343" y="210"/>
                  </a:cubicBezTo>
                  <a:cubicBezTo>
                    <a:pt x="365" y="119"/>
                    <a:pt x="297" y="27"/>
                    <a:pt x="206" y="5"/>
                  </a:cubicBezTo>
                  <a:cubicBezTo>
                    <a:pt x="194" y="2"/>
                    <a:pt x="182" y="0"/>
                    <a:pt x="17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16"/>
            <p:cNvSpPr/>
            <p:nvPr/>
          </p:nvSpPr>
          <p:spPr>
            <a:xfrm>
              <a:off x="6559000" y="1255075"/>
              <a:ext cx="11450" cy="10200"/>
            </a:xfrm>
            <a:custGeom>
              <a:avLst/>
              <a:gdLst/>
              <a:ahLst/>
              <a:cxnLst/>
              <a:rect l="l" t="t" r="r" b="b"/>
              <a:pathLst>
                <a:path w="458" h="408" extrusionOk="0">
                  <a:moveTo>
                    <a:pt x="203" y="1"/>
                  </a:moveTo>
                  <a:cubicBezTo>
                    <a:pt x="116" y="1"/>
                    <a:pt x="42" y="62"/>
                    <a:pt x="24" y="152"/>
                  </a:cubicBezTo>
                  <a:cubicBezTo>
                    <a:pt x="1" y="266"/>
                    <a:pt x="69" y="380"/>
                    <a:pt x="161" y="403"/>
                  </a:cubicBezTo>
                  <a:cubicBezTo>
                    <a:pt x="175" y="406"/>
                    <a:pt x="190" y="407"/>
                    <a:pt x="205" y="407"/>
                  </a:cubicBezTo>
                  <a:cubicBezTo>
                    <a:pt x="303" y="407"/>
                    <a:pt x="392" y="343"/>
                    <a:pt x="412" y="243"/>
                  </a:cubicBezTo>
                  <a:cubicBezTo>
                    <a:pt x="457" y="152"/>
                    <a:pt x="389" y="38"/>
                    <a:pt x="275" y="15"/>
                  </a:cubicBezTo>
                  <a:cubicBezTo>
                    <a:pt x="250" y="5"/>
                    <a:pt x="226" y="1"/>
                    <a:pt x="20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16"/>
            <p:cNvSpPr/>
            <p:nvPr/>
          </p:nvSpPr>
          <p:spPr>
            <a:xfrm>
              <a:off x="6533325" y="1229600"/>
              <a:ext cx="6300" cy="5475"/>
            </a:xfrm>
            <a:custGeom>
              <a:avLst/>
              <a:gdLst/>
              <a:ahLst/>
              <a:cxnLst/>
              <a:rect l="l" t="t" r="r" b="b"/>
              <a:pathLst>
                <a:path w="252" h="219" extrusionOk="0">
                  <a:moveTo>
                    <a:pt x="111" y="1"/>
                  </a:moveTo>
                  <a:cubicBezTo>
                    <a:pt x="68" y="1"/>
                    <a:pt x="19" y="38"/>
                    <a:pt x="1" y="75"/>
                  </a:cubicBezTo>
                  <a:cubicBezTo>
                    <a:pt x="1" y="144"/>
                    <a:pt x="24" y="212"/>
                    <a:pt x="92" y="212"/>
                  </a:cubicBezTo>
                  <a:cubicBezTo>
                    <a:pt x="100" y="217"/>
                    <a:pt x="110" y="218"/>
                    <a:pt x="119" y="218"/>
                  </a:cubicBezTo>
                  <a:cubicBezTo>
                    <a:pt x="161" y="218"/>
                    <a:pt x="210" y="181"/>
                    <a:pt x="229" y="144"/>
                  </a:cubicBezTo>
                  <a:cubicBezTo>
                    <a:pt x="252" y="75"/>
                    <a:pt x="206" y="7"/>
                    <a:pt x="138" y="7"/>
                  </a:cubicBezTo>
                  <a:cubicBezTo>
                    <a:pt x="129" y="3"/>
                    <a:pt x="120" y="1"/>
                    <a:pt x="11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16"/>
            <p:cNvSpPr/>
            <p:nvPr/>
          </p:nvSpPr>
          <p:spPr>
            <a:xfrm>
              <a:off x="6545875" y="1256425"/>
              <a:ext cx="7450" cy="6600"/>
            </a:xfrm>
            <a:custGeom>
              <a:avLst/>
              <a:gdLst/>
              <a:ahLst/>
              <a:cxnLst/>
              <a:rect l="l" t="t" r="r" b="b"/>
              <a:pathLst>
                <a:path w="298" h="264" extrusionOk="0">
                  <a:moveTo>
                    <a:pt x="146" y="1"/>
                  </a:moveTo>
                  <a:cubicBezTo>
                    <a:pt x="85" y="1"/>
                    <a:pt x="20" y="42"/>
                    <a:pt x="1" y="98"/>
                  </a:cubicBezTo>
                  <a:cubicBezTo>
                    <a:pt x="1" y="167"/>
                    <a:pt x="47" y="258"/>
                    <a:pt x="115" y="258"/>
                  </a:cubicBezTo>
                  <a:cubicBezTo>
                    <a:pt x="127" y="262"/>
                    <a:pt x="139" y="264"/>
                    <a:pt x="151" y="264"/>
                  </a:cubicBezTo>
                  <a:cubicBezTo>
                    <a:pt x="206" y="264"/>
                    <a:pt x="256" y="223"/>
                    <a:pt x="275" y="167"/>
                  </a:cubicBezTo>
                  <a:cubicBezTo>
                    <a:pt x="298" y="98"/>
                    <a:pt x="252" y="30"/>
                    <a:pt x="184" y="7"/>
                  </a:cubicBezTo>
                  <a:cubicBezTo>
                    <a:pt x="171" y="3"/>
                    <a:pt x="159"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16"/>
            <p:cNvSpPr/>
            <p:nvPr/>
          </p:nvSpPr>
          <p:spPr>
            <a:xfrm>
              <a:off x="6668575" y="1792250"/>
              <a:ext cx="10300" cy="8875"/>
            </a:xfrm>
            <a:custGeom>
              <a:avLst/>
              <a:gdLst/>
              <a:ahLst/>
              <a:cxnLst/>
              <a:rect l="l" t="t" r="r" b="b"/>
              <a:pathLst>
                <a:path w="412" h="355" extrusionOk="0">
                  <a:moveTo>
                    <a:pt x="204" y="1"/>
                  </a:moveTo>
                  <a:cubicBezTo>
                    <a:pt x="125" y="1"/>
                    <a:pt x="42" y="49"/>
                    <a:pt x="23" y="144"/>
                  </a:cubicBezTo>
                  <a:cubicBezTo>
                    <a:pt x="0" y="235"/>
                    <a:pt x="69" y="326"/>
                    <a:pt x="160" y="349"/>
                  </a:cubicBezTo>
                  <a:cubicBezTo>
                    <a:pt x="176" y="353"/>
                    <a:pt x="192" y="355"/>
                    <a:pt x="209" y="355"/>
                  </a:cubicBezTo>
                  <a:cubicBezTo>
                    <a:pt x="288" y="355"/>
                    <a:pt x="370" y="311"/>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16"/>
            <p:cNvSpPr/>
            <p:nvPr/>
          </p:nvSpPr>
          <p:spPr>
            <a:xfrm>
              <a:off x="6445450" y="1343200"/>
              <a:ext cx="11450" cy="9975"/>
            </a:xfrm>
            <a:custGeom>
              <a:avLst/>
              <a:gdLst/>
              <a:ahLst/>
              <a:cxnLst/>
              <a:rect l="l" t="t" r="r" b="b"/>
              <a:pathLst>
                <a:path w="458" h="399" extrusionOk="0">
                  <a:moveTo>
                    <a:pt x="232" y="1"/>
                  </a:moveTo>
                  <a:cubicBezTo>
                    <a:pt x="138" y="1"/>
                    <a:pt x="63" y="66"/>
                    <a:pt x="24" y="165"/>
                  </a:cubicBezTo>
                  <a:cubicBezTo>
                    <a:pt x="1" y="256"/>
                    <a:pt x="69" y="370"/>
                    <a:pt x="183" y="393"/>
                  </a:cubicBezTo>
                  <a:cubicBezTo>
                    <a:pt x="199" y="397"/>
                    <a:pt x="214" y="399"/>
                    <a:pt x="230" y="399"/>
                  </a:cubicBezTo>
                  <a:cubicBezTo>
                    <a:pt x="310" y="399"/>
                    <a:pt x="393" y="351"/>
                    <a:pt x="412" y="256"/>
                  </a:cubicBezTo>
                  <a:cubicBezTo>
                    <a:pt x="457" y="142"/>
                    <a:pt x="389" y="51"/>
                    <a:pt x="275" y="5"/>
                  </a:cubicBezTo>
                  <a:cubicBezTo>
                    <a:pt x="260" y="2"/>
                    <a:pt x="245" y="1"/>
                    <a:pt x="2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16"/>
            <p:cNvSpPr/>
            <p:nvPr/>
          </p:nvSpPr>
          <p:spPr>
            <a:xfrm>
              <a:off x="6580125" y="1388975"/>
              <a:ext cx="6300" cy="5300"/>
            </a:xfrm>
            <a:custGeom>
              <a:avLst/>
              <a:gdLst/>
              <a:ahLst/>
              <a:cxnLst/>
              <a:rect l="l" t="t" r="r" b="b"/>
              <a:pathLst>
                <a:path w="252" h="212" extrusionOk="0">
                  <a:moveTo>
                    <a:pt x="160" y="0"/>
                  </a:moveTo>
                  <a:cubicBezTo>
                    <a:pt x="92" y="0"/>
                    <a:pt x="46" y="23"/>
                    <a:pt x="23" y="91"/>
                  </a:cubicBezTo>
                  <a:cubicBezTo>
                    <a:pt x="0" y="137"/>
                    <a:pt x="46" y="183"/>
                    <a:pt x="92" y="206"/>
                  </a:cubicBezTo>
                  <a:cubicBezTo>
                    <a:pt x="104" y="210"/>
                    <a:pt x="116" y="212"/>
                    <a:pt x="127" y="212"/>
                  </a:cubicBezTo>
                  <a:cubicBezTo>
                    <a:pt x="176" y="212"/>
                    <a:pt x="210" y="174"/>
                    <a:pt x="229" y="137"/>
                  </a:cubicBezTo>
                  <a:cubicBezTo>
                    <a:pt x="252" y="69"/>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16"/>
            <p:cNvSpPr/>
            <p:nvPr/>
          </p:nvSpPr>
          <p:spPr>
            <a:xfrm>
              <a:off x="6766150" y="1658150"/>
              <a:ext cx="8575" cy="7750"/>
            </a:xfrm>
            <a:custGeom>
              <a:avLst/>
              <a:gdLst/>
              <a:ahLst/>
              <a:cxnLst/>
              <a:rect l="l" t="t" r="r" b="b"/>
              <a:pathLst>
                <a:path w="343" h="310" extrusionOk="0">
                  <a:moveTo>
                    <a:pt x="161" y="1"/>
                  </a:moveTo>
                  <a:cubicBezTo>
                    <a:pt x="92" y="1"/>
                    <a:pt x="42" y="45"/>
                    <a:pt x="23" y="121"/>
                  </a:cubicBezTo>
                  <a:cubicBezTo>
                    <a:pt x="1" y="212"/>
                    <a:pt x="46" y="281"/>
                    <a:pt x="137" y="303"/>
                  </a:cubicBezTo>
                  <a:cubicBezTo>
                    <a:pt x="149" y="307"/>
                    <a:pt x="162" y="309"/>
                    <a:pt x="174" y="309"/>
                  </a:cubicBezTo>
                  <a:cubicBezTo>
                    <a:pt x="235" y="309"/>
                    <a:pt x="301" y="265"/>
                    <a:pt x="320" y="189"/>
                  </a:cubicBezTo>
                  <a:cubicBezTo>
                    <a:pt x="343" y="121"/>
                    <a:pt x="297"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16"/>
            <p:cNvSpPr/>
            <p:nvPr/>
          </p:nvSpPr>
          <p:spPr>
            <a:xfrm>
              <a:off x="6432900" y="1008200"/>
              <a:ext cx="8025" cy="7175"/>
            </a:xfrm>
            <a:custGeom>
              <a:avLst/>
              <a:gdLst/>
              <a:ahLst/>
              <a:cxnLst/>
              <a:rect l="l" t="t" r="r" b="b"/>
              <a:pathLst>
                <a:path w="321" h="287" extrusionOk="0">
                  <a:moveTo>
                    <a:pt x="160" y="1"/>
                  </a:moveTo>
                  <a:cubicBezTo>
                    <a:pt x="92" y="1"/>
                    <a:pt x="42" y="42"/>
                    <a:pt x="23" y="98"/>
                  </a:cubicBezTo>
                  <a:cubicBezTo>
                    <a:pt x="1" y="189"/>
                    <a:pt x="46" y="258"/>
                    <a:pt x="115" y="281"/>
                  </a:cubicBezTo>
                  <a:cubicBezTo>
                    <a:pt x="131" y="285"/>
                    <a:pt x="146" y="287"/>
                    <a:pt x="161" y="287"/>
                  </a:cubicBezTo>
                  <a:cubicBezTo>
                    <a:pt x="229" y="287"/>
                    <a:pt x="278" y="246"/>
                    <a:pt x="297" y="189"/>
                  </a:cubicBezTo>
                  <a:cubicBezTo>
                    <a:pt x="320" y="98"/>
                    <a:pt x="274" y="7"/>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16"/>
            <p:cNvSpPr/>
            <p:nvPr/>
          </p:nvSpPr>
          <p:spPr>
            <a:xfrm>
              <a:off x="6571000" y="1299800"/>
              <a:ext cx="9725" cy="8850"/>
            </a:xfrm>
            <a:custGeom>
              <a:avLst/>
              <a:gdLst/>
              <a:ahLst/>
              <a:cxnLst/>
              <a:rect l="l" t="t" r="r" b="b"/>
              <a:pathLst>
                <a:path w="389" h="354" extrusionOk="0">
                  <a:moveTo>
                    <a:pt x="195" y="1"/>
                  </a:moveTo>
                  <a:cubicBezTo>
                    <a:pt x="108" y="1"/>
                    <a:pt x="42" y="45"/>
                    <a:pt x="23" y="121"/>
                  </a:cubicBezTo>
                  <a:cubicBezTo>
                    <a:pt x="0" y="212"/>
                    <a:pt x="69" y="326"/>
                    <a:pt x="160" y="349"/>
                  </a:cubicBezTo>
                  <a:cubicBezTo>
                    <a:pt x="172" y="352"/>
                    <a:pt x="184" y="353"/>
                    <a:pt x="196" y="353"/>
                  </a:cubicBezTo>
                  <a:cubicBezTo>
                    <a:pt x="274" y="353"/>
                    <a:pt x="346" y="291"/>
                    <a:pt x="365" y="212"/>
                  </a:cubicBezTo>
                  <a:cubicBezTo>
                    <a:pt x="388" y="121"/>
                    <a:pt x="343" y="29"/>
                    <a:pt x="251" y="6"/>
                  </a:cubicBezTo>
                  <a:cubicBezTo>
                    <a:pt x="232" y="3"/>
                    <a:pt x="213"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16"/>
            <p:cNvSpPr/>
            <p:nvPr/>
          </p:nvSpPr>
          <p:spPr>
            <a:xfrm>
              <a:off x="6560725" y="1275300"/>
              <a:ext cx="8000" cy="7700"/>
            </a:xfrm>
            <a:custGeom>
              <a:avLst/>
              <a:gdLst/>
              <a:ahLst/>
              <a:cxnLst/>
              <a:rect l="l" t="t" r="r" b="b"/>
              <a:pathLst>
                <a:path w="320" h="308" extrusionOk="0">
                  <a:moveTo>
                    <a:pt x="170" y="0"/>
                  </a:moveTo>
                  <a:cubicBezTo>
                    <a:pt x="97" y="0"/>
                    <a:pt x="43" y="60"/>
                    <a:pt x="23" y="119"/>
                  </a:cubicBezTo>
                  <a:cubicBezTo>
                    <a:pt x="0" y="210"/>
                    <a:pt x="46" y="279"/>
                    <a:pt x="115" y="302"/>
                  </a:cubicBezTo>
                  <a:cubicBezTo>
                    <a:pt x="130" y="306"/>
                    <a:pt x="146" y="308"/>
                    <a:pt x="161" y="308"/>
                  </a:cubicBezTo>
                  <a:cubicBezTo>
                    <a:pt x="234" y="308"/>
                    <a:pt x="297" y="263"/>
                    <a:pt x="297" y="188"/>
                  </a:cubicBezTo>
                  <a:cubicBezTo>
                    <a:pt x="320" y="119"/>
                    <a:pt x="274" y="28"/>
                    <a:pt x="206" y="5"/>
                  </a:cubicBezTo>
                  <a:cubicBezTo>
                    <a:pt x="194" y="2"/>
                    <a:pt x="182" y="0"/>
                    <a:pt x="17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16"/>
            <p:cNvSpPr/>
            <p:nvPr/>
          </p:nvSpPr>
          <p:spPr>
            <a:xfrm>
              <a:off x="6468850" y="1097800"/>
              <a:ext cx="9150" cy="8300"/>
            </a:xfrm>
            <a:custGeom>
              <a:avLst/>
              <a:gdLst/>
              <a:ahLst/>
              <a:cxnLst/>
              <a:rect l="l" t="t" r="r" b="b"/>
              <a:pathLst>
                <a:path w="366" h="332" extrusionOk="0">
                  <a:moveTo>
                    <a:pt x="182" y="0"/>
                  </a:moveTo>
                  <a:cubicBezTo>
                    <a:pt x="108" y="0"/>
                    <a:pt x="42" y="45"/>
                    <a:pt x="23" y="120"/>
                  </a:cubicBezTo>
                  <a:cubicBezTo>
                    <a:pt x="1" y="212"/>
                    <a:pt x="69" y="303"/>
                    <a:pt x="137" y="326"/>
                  </a:cubicBezTo>
                  <a:cubicBezTo>
                    <a:pt x="153" y="330"/>
                    <a:pt x="169" y="332"/>
                    <a:pt x="184" y="332"/>
                  </a:cubicBezTo>
                  <a:cubicBezTo>
                    <a:pt x="258" y="332"/>
                    <a:pt x="324" y="287"/>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16"/>
            <p:cNvSpPr/>
            <p:nvPr/>
          </p:nvSpPr>
          <p:spPr>
            <a:xfrm>
              <a:off x="6707950" y="1377975"/>
              <a:ext cx="10300" cy="8875"/>
            </a:xfrm>
            <a:custGeom>
              <a:avLst/>
              <a:gdLst/>
              <a:ahLst/>
              <a:cxnLst/>
              <a:rect l="l" t="t" r="r" b="b"/>
              <a:pathLst>
                <a:path w="412" h="355" extrusionOk="0">
                  <a:moveTo>
                    <a:pt x="204" y="1"/>
                  </a:moveTo>
                  <a:cubicBezTo>
                    <a:pt x="125" y="1"/>
                    <a:pt x="42" y="48"/>
                    <a:pt x="23" y="143"/>
                  </a:cubicBezTo>
                  <a:cubicBezTo>
                    <a:pt x="0" y="235"/>
                    <a:pt x="69" y="326"/>
                    <a:pt x="160" y="349"/>
                  </a:cubicBezTo>
                  <a:cubicBezTo>
                    <a:pt x="176" y="353"/>
                    <a:pt x="192" y="355"/>
                    <a:pt x="209" y="355"/>
                  </a:cubicBezTo>
                  <a:cubicBezTo>
                    <a:pt x="288" y="355"/>
                    <a:pt x="369" y="310"/>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16"/>
            <p:cNvSpPr/>
            <p:nvPr/>
          </p:nvSpPr>
          <p:spPr>
            <a:xfrm>
              <a:off x="5839450" y="1408225"/>
              <a:ext cx="9150" cy="7725"/>
            </a:xfrm>
            <a:custGeom>
              <a:avLst/>
              <a:gdLst/>
              <a:ahLst/>
              <a:cxnLst/>
              <a:rect l="l" t="t" r="r" b="b"/>
              <a:pathLst>
                <a:path w="366" h="309" extrusionOk="0">
                  <a:moveTo>
                    <a:pt x="182" y="0"/>
                  </a:moveTo>
                  <a:cubicBezTo>
                    <a:pt x="108" y="0"/>
                    <a:pt x="42" y="45"/>
                    <a:pt x="23" y="120"/>
                  </a:cubicBezTo>
                  <a:cubicBezTo>
                    <a:pt x="0" y="212"/>
                    <a:pt x="69" y="303"/>
                    <a:pt x="137" y="303"/>
                  </a:cubicBezTo>
                  <a:cubicBezTo>
                    <a:pt x="153" y="307"/>
                    <a:pt x="170" y="309"/>
                    <a:pt x="185" y="309"/>
                  </a:cubicBezTo>
                  <a:cubicBezTo>
                    <a:pt x="259" y="309"/>
                    <a:pt x="324" y="268"/>
                    <a:pt x="343" y="212"/>
                  </a:cubicBezTo>
                  <a:cubicBezTo>
                    <a:pt x="365" y="120"/>
                    <a:pt x="297" y="29"/>
                    <a:pt x="228"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16"/>
            <p:cNvSpPr/>
            <p:nvPr/>
          </p:nvSpPr>
          <p:spPr>
            <a:xfrm>
              <a:off x="5954700" y="1343200"/>
              <a:ext cx="9725" cy="9375"/>
            </a:xfrm>
            <a:custGeom>
              <a:avLst/>
              <a:gdLst/>
              <a:ahLst/>
              <a:cxnLst/>
              <a:rect l="l" t="t" r="r" b="b"/>
              <a:pathLst>
                <a:path w="389" h="375" extrusionOk="0">
                  <a:moveTo>
                    <a:pt x="193" y="1"/>
                  </a:moveTo>
                  <a:cubicBezTo>
                    <a:pt x="115" y="1"/>
                    <a:pt x="44" y="63"/>
                    <a:pt x="24" y="142"/>
                  </a:cubicBezTo>
                  <a:cubicBezTo>
                    <a:pt x="1" y="233"/>
                    <a:pt x="47" y="348"/>
                    <a:pt x="161" y="370"/>
                  </a:cubicBezTo>
                  <a:cubicBezTo>
                    <a:pt x="173" y="373"/>
                    <a:pt x="185" y="375"/>
                    <a:pt x="197" y="375"/>
                  </a:cubicBezTo>
                  <a:cubicBezTo>
                    <a:pt x="275" y="375"/>
                    <a:pt x="346" y="313"/>
                    <a:pt x="366" y="233"/>
                  </a:cubicBezTo>
                  <a:cubicBezTo>
                    <a:pt x="389" y="142"/>
                    <a:pt x="343"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16"/>
            <p:cNvSpPr/>
            <p:nvPr/>
          </p:nvSpPr>
          <p:spPr>
            <a:xfrm>
              <a:off x="6616075" y="1591975"/>
              <a:ext cx="6875" cy="6025"/>
            </a:xfrm>
            <a:custGeom>
              <a:avLst/>
              <a:gdLst/>
              <a:ahLst/>
              <a:cxnLst/>
              <a:rect l="l" t="t" r="r" b="b"/>
              <a:pathLst>
                <a:path w="275" h="241" extrusionOk="0">
                  <a:moveTo>
                    <a:pt x="124" y="0"/>
                  </a:moveTo>
                  <a:cubicBezTo>
                    <a:pt x="70" y="0"/>
                    <a:pt x="23" y="41"/>
                    <a:pt x="23" y="97"/>
                  </a:cubicBezTo>
                  <a:cubicBezTo>
                    <a:pt x="0" y="166"/>
                    <a:pt x="46" y="211"/>
                    <a:pt x="92" y="234"/>
                  </a:cubicBezTo>
                  <a:cubicBezTo>
                    <a:pt x="104" y="238"/>
                    <a:pt x="116" y="240"/>
                    <a:pt x="128" y="240"/>
                  </a:cubicBezTo>
                  <a:cubicBezTo>
                    <a:pt x="183" y="240"/>
                    <a:pt x="233" y="199"/>
                    <a:pt x="252" y="143"/>
                  </a:cubicBezTo>
                  <a:cubicBezTo>
                    <a:pt x="274" y="97"/>
                    <a:pt x="229" y="29"/>
                    <a:pt x="160" y="6"/>
                  </a:cubicBezTo>
                  <a:cubicBezTo>
                    <a:pt x="148" y="2"/>
                    <a:pt x="136" y="0"/>
                    <a:pt x="12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16"/>
            <p:cNvSpPr/>
            <p:nvPr/>
          </p:nvSpPr>
          <p:spPr>
            <a:xfrm>
              <a:off x="6589250" y="1479550"/>
              <a:ext cx="9725" cy="8850"/>
            </a:xfrm>
            <a:custGeom>
              <a:avLst/>
              <a:gdLst/>
              <a:ahLst/>
              <a:cxnLst/>
              <a:rect l="l" t="t" r="r" b="b"/>
              <a:pathLst>
                <a:path w="389" h="354" extrusionOk="0">
                  <a:moveTo>
                    <a:pt x="184" y="1"/>
                  </a:moveTo>
                  <a:cubicBezTo>
                    <a:pt x="109" y="1"/>
                    <a:pt x="43" y="48"/>
                    <a:pt x="23" y="143"/>
                  </a:cubicBezTo>
                  <a:cubicBezTo>
                    <a:pt x="1" y="235"/>
                    <a:pt x="46" y="326"/>
                    <a:pt x="138" y="349"/>
                  </a:cubicBezTo>
                  <a:cubicBezTo>
                    <a:pt x="150" y="352"/>
                    <a:pt x="162" y="353"/>
                    <a:pt x="175" y="353"/>
                  </a:cubicBezTo>
                  <a:cubicBezTo>
                    <a:pt x="257" y="353"/>
                    <a:pt x="346" y="291"/>
                    <a:pt x="366" y="212"/>
                  </a:cubicBezTo>
                  <a:cubicBezTo>
                    <a:pt x="389" y="121"/>
                    <a:pt x="320" y="29"/>
                    <a:pt x="229" y="6"/>
                  </a:cubicBezTo>
                  <a:cubicBezTo>
                    <a:pt x="214" y="3"/>
                    <a:pt x="198"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16"/>
            <p:cNvSpPr/>
            <p:nvPr/>
          </p:nvSpPr>
          <p:spPr>
            <a:xfrm>
              <a:off x="6485400" y="1534900"/>
              <a:ext cx="8000" cy="7175"/>
            </a:xfrm>
            <a:custGeom>
              <a:avLst/>
              <a:gdLst/>
              <a:ahLst/>
              <a:cxnLst/>
              <a:rect l="l" t="t" r="r" b="b"/>
              <a:pathLst>
                <a:path w="320" h="287" extrusionOk="0">
                  <a:moveTo>
                    <a:pt x="147" y="1"/>
                  </a:moveTo>
                  <a:cubicBezTo>
                    <a:pt x="92" y="1"/>
                    <a:pt x="42" y="41"/>
                    <a:pt x="23" y="98"/>
                  </a:cubicBezTo>
                  <a:cubicBezTo>
                    <a:pt x="0" y="166"/>
                    <a:pt x="46" y="258"/>
                    <a:pt x="115" y="280"/>
                  </a:cubicBezTo>
                  <a:cubicBezTo>
                    <a:pt x="130" y="284"/>
                    <a:pt x="145" y="286"/>
                    <a:pt x="159" y="286"/>
                  </a:cubicBezTo>
                  <a:cubicBezTo>
                    <a:pt x="228" y="286"/>
                    <a:pt x="278" y="242"/>
                    <a:pt x="297" y="166"/>
                  </a:cubicBezTo>
                  <a:cubicBezTo>
                    <a:pt x="320" y="98"/>
                    <a:pt x="274" y="6"/>
                    <a:pt x="183" y="6"/>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16"/>
            <p:cNvSpPr/>
            <p:nvPr/>
          </p:nvSpPr>
          <p:spPr>
            <a:xfrm>
              <a:off x="5448000" y="1569150"/>
              <a:ext cx="7425" cy="4725"/>
            </a:xfrm>
            <a:custGeom>
              <a:avLst/>
              <a:gdLst/>
              <a:ahLst/>
              <a:cxnLst/>
              <a:rect l="l" t="t" r="r" b="b"/>
              <a:pathLst>
                <a:path w="297" h="189" extrusionOk="0">
                  <a:moveTo>
                    <a:pt x="125" y="0"/>
                  </a:moveTo>
                  <a:cubicBezTo>
                    <a:pt x="69" y="0"/>
                    <a:pt x="19" y="44"/>
                    <a:pt x="0" y="120"/>
                  </a:cubicBezTo>
                  <a:lnTo>
                    <a:pt x="274" y="189"/>
                  </a:lnTo>
                  <a:cubicBezTo>
                    <a:pt x="297" y="120"/>
                    <a:pt x="251" y="29"/>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16"/>
            <p:cNvSpPr/>
            <p:nvPr/>
          </p:nvSpPr>
          <p:spPr>
            <a:xfrm>
              <a:off x="6871725" y="1715800"/>
              <a:ext cx="8000" cy="7150"/>
            </a:xfrm>
            <a:custGeom>
              <a:avLst/>
              <a:gdLst/>
              <a:ahLst/>
              <a:cxnLst/>
              <a:rect l="l" t="t" r="r" b="b"/>
              <a:pathLst>
                <a:path w="320" h="286" extrusionOk="0">
                  <a:moveTo>
                    <a:pt x="148" y="0"/>
                  </a:moveTo>
                  <a:cubicBezTo>
                    <a:pt x="92" y="0"/>
                    <a:pt x="42" y="45"/>
                    <a:pt x="23" y="120"/>
                  </a:cubicBezTo>
                  <a:cubicBezTo>
                    <a:pt x="0" y="189"/>
                    <a:pt x="46" y="257"/>
                    <a:pt x="114" y="280"/>
                  </a:cubicBezTo>
                  <a:cubicBezTo>
                    <a:pt x="130" y="284"/>
                    <a:pt x="146" y="286"/>
                    <a:pt x="161" y="286"/>
                  </a:cubicBezTo>
                  <a:cubicBezTo>
                    <a:pt x="228" y="286"/>
                    <a:pt x="278" y="245"/>
                    <a:pt x="297" y="189"/>
                  </a:cubicBezTo>
                  <a:cubicBezTo>
                    <a:pt x="320" y="97"/>
                    <a:pt x="274" y="29"/>
                    <a:pt x="183" y="6"/>
                  </a:cubicBezTo>
                  <a:cubicBezTo>
                    <a:pt x="171" y="2"/>
                    <a:pt x="159" y="0"/>
                    <a:pt x="14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16"/>
            <p:cNvSpPr/>
            <p:nvPr/>
          </p:nvSpPr>
          <p:spPr>
            <a:xfrm>
              <a:off x="6868300" y="1744325"/>
              <a:ext cx="6300" cy="5875"/>
            </a:xfrm>
            <a:custGeom>
              <a:avLst/>
              <a:gdLst/>
              <a:ahLst/>
              <a:cxnLst/>
              <a:rect l="l" t="t" r="r" b="b"/>
              <a:pathLst>
                <a:path w="252" h="235" extrusionOk="0">
                  <a:moveTo>
                    <a:pt x="111" y="0"/>
                  </a:moveTo>
                  <a:cubicBezTo>
                    <a:pt x="69" y="0"/>
                    <a:pt x="19" y="41"/>
                    <a:pt x="0" y="98"/>
                  </a:cubicBezTo>
                  <a:cubicBezTo>
                    <a:pt x="0" y="143"/>
                    <a:pt x="23" y="212"/>
                    <a:pt x="92" y="235"/>
                  </a:cubicBezTo>
                  <a:cubicBezTo>
                    <a:pt x="137" y="235"/>
                    <a:pt x="206" y="212"/>
                    <a:pt x="228" y="143"/>
                  </a:cubicBezTo>
                  <a:cubicBezTo>
                    <a:pt x="251" y="75"/>
                    <a:pt x="206" y="29"/>
                    <a:pt x="137" y="6"/>
                  </a:cubicBezTo>
                  <a:cubicBezTo>
                    <a:pt x="129" y="2"/>
                    <a:pt x="120" y="0"/>
                    <a:pt x="11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16"/>
            <p:cNvSpPr/>
            <p:nvPr/>
          </p:nvSpPr>
          <p:spPr>
            <a:xfrm>
              <a:off x="6243450" y="1783175"/>
              <a:ext cx="10875" cy="6400"/>
            </a:xfrm>
            <a:custGeom>
              <a:avLst/>
              <a:gdLst/>
              <a:ahLst/>
              <a:cxnLst/>
              <a:rect l="l" t="t" r="r" b="b"/>
              <a:pathLst>
                <a:path w="435" h="256" extrusionOk="0">
                  <a:moveTo>
                    <a:pt x="209" y="0"/>
                  </a:moveTo>
                  <a:cubicBezTo>
                    <a:pt x="115" y="0"/>
                    <a:pt x="40" y="65"/>
                    <a:pt x="1" y="164"/>
                  </a:cubicBezTo>
                  <a:lnTo>
                    <a:pt x="389" y="256"/>
                  </a:lnTo>
                  <a:cubicBezTo>
                    <a:pt x="434" y="141"/>
                    <a:pt x="366" y="27"/>
                    <a:pt x="252" y="4"/>
                  </a:cubicBezTo>
                  <a:cubicBezTo>
                    <a:pt x="237" y="2"/>
                    <a:pt x="222" y="0"/>
                    <a:pt x="20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16"/>
            <p:cNvSpPr/>
            <p:nvPr/>
          </p:nvSpPr>
          <p:spPr>
            <a:xfrm>
              <a:off x="5840575" y="1121200"/>
              <a:ext cx="8025" cy="7700"/>
            </a:xfrm>
            <a:custGeom>
              <a:avLst/>
              <a:gdLst/>
              <a:ahLst/>
              <a:cxnLst/>
              <a:rect l="l" t="t" r="r" b="b"/>
              <a:pathLst>
                <a:path w="321" h="308" extrusionOk="0">
                  <a:moveTo>
                    <a:pt x="161" y="0"/>
                  </a:moveTo>
                  <a:cubicBezTo>
                    <a:pt x="93" y="0"/>
                    <a:pt x="43" y="45"/>
                    <a:pt x="24" y="120"/>
                  </a:cubicBezTo>
                  <a:cubicBezTo>
                    <a:pt x="1" y="189"/>
                    <a:pt x="47" y="280"/>
                    <a:pt x="138" y="303"/>
                  </a:cubicBezTo>
                  <a:cubicBezTo>
                    <a:pt x="147" y="306"/>
                    <a:pt x="157" y="307"/>
                    <a:pt x="166" y="307"/>
                  </a:cubicBezTo>
                  <a:cubicBezTo>
                    <a:pt x="230" y="307"/>
                    <a:pt x="301" y="248"/>
                    <a:pt x="320" y="189"/>
                  </a:cubicBezTo>
                  <a:cubicBezTo>
                    <a:pt x="320" y="97"/>
                    <a:pt x="275"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16"/>
            <p:cNvSpPr/>
            <p:nvPr/>
          </p:nvSpPr>
          <p:spPr>
            <a:xfrm>
              <a:off x="5744725" y="1028750"/>
              <a:ext cx="8000" cy="7700"/>
            </a:xfrm>
            <a:custGeom>
              <a:avLst/>
              <a:gdLst/>
              <a:ahLst/>
              <a:cxnLst/>
              <a:rect l="l" t="t" r="r" b="b"/>
              <a:pathLst>
                <a:path w="320" h="308" extrusionOk="0">
                  <a:moveTo>
                    <a:pt x="161" y="1"/>
                  </a:moveTo>
                  <a:cubicBezTo>
                    <a:pt x="92" y="1"/>
                    <a:pt x="42" y="45"/>
                    <a:pt x="23" y="121"/>
                  </a:cubicBezTo>
                  <a:cubicBezTo>
                    <a:pt x="0" y="189"/>
                    <a:pt x="46" y="280"/>
                    <a:pt x="114" y="303"/>
                  </a:cubicBezTo>
                  <a:cubicBezTo>
                    <a:pt x="127" y="306"/>
                    <a:pt x="139" y="308"/>
                    <a:pt x="151" y="308"/>
                  </a:cubicBezTo>
                  <a:cubicBezTo>
                    <a:pt x="228" y="308"/>
                    <a:pt x="297" y="248"/>
                    <a:pt x="297" y="189"/>
                  </a:cubicBezTo>
                  <a:cubicBezTo>
                    <a:pt x="320" y="98"/>
                    <a:pt x="274" y="29"/>
                    <a:pt x="206" y="6"/>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16"/>
            <p:cNvSpPr/>
            <p:nvPr/>
          </p:nvSpPr>
          <p:spPr>
            <a:xfrm>
              <a:off x="6021475" y="1322675"/>
              <a:ext cx="10300" cy="9400"/>
            </a:xfrm>
            <a:custGeom>
              <a:avLst/>
              <a:gdLst/>
              <a:ahLst/>
              <a:cxnLst/>
              <a:rect l="l" t="t" r="r" b="b"/>
              <a:pathLst>
                <a:path w="412" h="376" extrusionOk="0">
                  <a:moveTo>
                    <a:pt x="215" y="0"/>
                  </a:moveTo>
                  <a:cubicBezTo>
                    <a:pt x="132" y="0"/>
                    <a:pt x="43" y="62"/>
                    <a:pt x="23" y="141"/>
                  </a:cubicBezTo>
                  <a:cubicBezTo>
                    <a:pt x="0" y="256"/>
                    <a:pt x="69" y="347"/>
                    <a:pt x="160" y="370"/>
                  </a:cubicBezTo>
                  <a:cubicBezTo>
                    <a:pt x="175" y="373"/>
                    <a:pt x="191" y="375"/>
                    <a:pt x="207" y="375"/>
                  </a:cubicBezTo>
                  <a:cubicBezTo>
                    <a:pt x="287" y="375"/>
                    <a:pt x="369" y="328"/>
                    <a:pt x="389" y="233"/>
                  </a:cubicBezTo>
                  <a:cubicBezTo>
                    <a:pt x="411" y="141"/>
                    <a:pt x="366" y="27"/>
                    <a:pt x="252" y="4"/>
                  </a:cubicBezTo>
                  <a:cubicBezTo>
                    <a:pt x="240" y="1"/>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16"/>
            <p:cNvSpPr/>
            <p:nvPr/>
          </p:nvSpPr>
          <p:spPr>
            <a:xfrm>
              <a:off x="5918750" y="1214250"/>
              <a:ext cx="9175" cy="8800"/>
            </a:xfrm>
            <a:custGeom>
              <a:avLst/>
              <a:gdLst/>
              <a:ahLst/>
              <a:cxnLst/>
              <a:rect l="l" t="t" r="r" b="b"/>
              <a:pathLst>
                <a:path w="367" h="352" extrusionOk="0">
                  <a:moveTo>
                    <a:pt x="193" y="0"/>
                  </a:moveTo>
                  <a:cubicBezTo>
                    <a:pt x="115" y="0"/>
                    <a:pt x="44" y="62"/>
                    <a:pt x="24" y="142"/>
                  </a:cubicBezTo>
                  <a:cubicBezTo>
                    <a:pt x="1" y="233"/>
                    <a:pt x="47" y="324"/>
                    <a:pt x="138" y="347"/>
                  </a:cubicBezTo>
                  <a:cubicBezTo>
                    <a:pt x="150" y="350"/>
                    <a:pt x="162" y="351"/>
                    <a:pt x="174" y="351"/>
                  </a:cubicBezTo>
                  <a:cubicBezTo>
                    <a:pt x="252" y="351"/>
                    <a:pt x="323" y="289"/>
                    <a:pt x="343" y="210"/>
                  </a:cubicBezTo>
                  <a:cubicBezTo>
                    <a:pt x="366" y="119"/>
                    <a:pt x="298" y="27"/>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16"/>
            <p:cNvSpPr/>
            <p:nvPr/>
          </p:nvSpPr>
          <p:spPr>
            <a:xfrm>
              <a:off x="6280550" y="1778600"/>
              <a:ext cx="9725" cy="8800"/>
            </a:xfrm>
            <a:custGeom>
              <a:avLst/>
              <a:gdLst/>
              <a:ahLst/>
              <a:cxnLst/>
              <a:rect l="l" t="t" r="r" b="b"/>
              <a:pathLst>
                <a:path w="389" h="352" extrusionOk="0">
                  <a:moveTo>
                    <a:pt x="193" y="0"/>
                  </a:moveTo>
                  <a:cubicBezTo>
                    <a:pt x="114" y="0"/>
                    <a:pt x="43" y="63"/>
                    <a:pt x="23" y="142"/>
                  </a:cubicBezTo>
                  <a:cubicBezTo>
                    <a:pt x="0" y="233"/>
                    <a:pt x="69" y="324"/>
                    <a:pt x="160" y="347"/>
                  </a:cubicBezTo>
                  <a:cubicBezTo>
                    <a:pt x="169" y="350"/>
                    <a:pt x="179" y="352"/>
                    <a:pt x="189" y="352"/>
                  </a:cubicBezTo>
                  <a:cubicBezTo>
                    <a:pt x="257" y="352"/>
                    <a:pt x="346" y="290"/>
                    <a:pt x="365" y="210"/>
                  </a:cubicBezTo>
                  <a:cubicBezTo>
                    <a:pt x="388" y="119"/>
                    <a:pt x="320" y="28"/>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16"/>
            <p:cNvSpPr/>
            <p:nvPr/>
          </p:nvSpPr>
          <p:spPr>
            <a:xfrm>
              <a:off x="5959275" y="1432175"/>
              <a:ext cx="6300" cy="5475"/>
            </a:xfrm>
            <a:custGeom>
              <a:avLst/>
              <a:gdLst/>
              <a:ahLst/>
              <a:cxnLst/>
              <a:rect l="l" t="t" r="r" b="b"/>
              <a:pathLst>
                <a:path w="252" h="219" extrusionOk="0">
                  <a:moveTo>
                    <a:pt x="123" y="1"/>
                  </a:moveTo>
                  <a:cubicBezTo>
                    <a:pt x="69" y="1"/>
                    <a:pt x="23" y="38"/>
                    <a:pt x="23" y="75"/>
                  </a:cubicBezTo>
                  <a:cubicBezTo>
                    <a:pt x="1" y="144"/>
                    <a:pt x="46" y="190"/>
                    <a:pt x="92" y="212"/>
                  </a:cubicBezTo>
                  <a:cubicBezTo>
                    <a:pt x="104" y="217"/>
                    <a:pt x="117" y="218"/>
                    <a:pt x="129" y="218"/>
                  </a:cubicBezTo>
                  <a:cubicBezTo>
                    <a:pt x="183" y="218"/>
                    <a:pt x="229" y="181"/>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16"/>
            <p:cNvSpPr/>
            <p:nvPr/>
          </p:nvSpPr>
          <p:spPr>
            <a:xfrm>
              <a:off x="5970125" y="1422625"/>
              <a:ext cx="6875" cy="6450"/>
            </a:xfrm>
            <a:custGeom>
              <a:avLst/>
              <a:gdLst/>
              <a:ahLst/>
              <a:cxnLst/>
              <a:rect l="l" t="t" r="r" b="b"/>
              <a:pathLst>
                <a:path w="275" h="258" extrusionOk="0">
                  <a:moveTo>
                    <a:pt x="160" y="1"/>
                  </a:moveTo>
                  <a:cubicBezTo>
                    <a:pt x="92" y="1"/>
                    <a:pt x="23" y="24"/>
                    <a:pt x="23" y="92"/>
                  </a:cubicBezTo>
                  <a:cubicBezTo>
                    <a:pt x="0" y="161"/>
                    <a:pt x="46" y="229"/>
                    <a:pt x="92" y="252"/>
                  </a:cubicBezTo>
                  <a:cubicBezTo>
                    <a:pt x="104" y="256"/>
                    <a:pt x="116" y="258"/>
                    <a:pt x="128" y="258"/>
                  </a:cubicBezTo>
                  <a:cubicBezTo>
                    <a:pt x="183" y="258"/>
                    <a:pt x="232" y="217"/>
                    <a:pt x="251" y="161"/>
                  </a:cubicBezTo>
                  <a:cubicBezTo>
                    <a:pt x="274" y="92"/>
                    <a:pt x="228"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16"/>
            <p:cNvSpPr/>
            <p:nvPr/>
          </p:nvSpPr>
          <p:spPr>
            <a:xfrm>
              <a:off x="6725625" y="1401950"/>
              <a:ext cx="10875" cy="9400"/>
            </a:xfrm>
            <a:custGeom>
              <a:avLst/>
              <a:gdLst/>
              <a:ahLst/>
              <a:cxnLst/>
              <a:rect l="l" t="t" r="r" b="b"/>
              <a:pathLst>
                <a:path w="435" h="376" extrusionOk="0">
                  <a:moveTo>
                    <a:pt x="220" y="0"/>
                  </a:moveTo>
                  <a:cubicBezTo>
                    <a:pt x="132" y="0"/>
                    <a:pt x="66" y="48"/>
                    <a:pt x="47" y="143"/>
                  </a:cubicBezTo>
                  <a:cubicBezTo>
                    <a:pt x="1" y="234"/>
                    <a:pt x="69" y="349"/>
                    <a:pt x="161" y="371"/>
                  </a:cubicBezTo>
                  <a:cubicBezTo>
                    <a:pt x="176" y="374"/>
                    <a:pt x="190" y="376"/>
                    <a:pt x="204" y="376"/>
                  </a:cubicBezTo>
                  <a:cubicBezTo>
                    <a:pt x="298" y="376"/>
                    <a:pt x="369" y="314"/>
                    <a:pt x="389" y="234"/>
                  </a:cubicBezTo>
                  <a:cubicBezTo>
                    <a:pt x="435" y="120"/>
                    <a:pt x="366" y="29"/>
                    <a:pt x="275" y="6"/>
                  </a:cubicBezTo>
                  <a:cubicBezTo>
                    <a:pt x="256" y="2"/>
                    <a:pt x="237"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16"/>
            <p:cNvSpPr/>
            <p:nvPr/>
          </p:nvSpPr>
          <p:spPr>
            <a:xfrm>
              <a:off x="6704525" y="1685550"/>
              <a:ext cx="10300" cy="8875"/>
            </a:xfrm>
            <a:custGeom>
              <a:avLst/>
              <a:gdLst/>
              <a:ahLst/>
              <a:cxnLst/>
              <a:rect l="l" t="t" r="r" b="b"/>
              <a:pathLst>
                <a:path w="412" h="355" extrusionOk="0">
                  <a:moveTo>
                    <a:pt x="206" y="1"/>
                  </a:moveTo>
                  <a:cubicBezTo>
                    <a:pt x="132" y="1"/>
                    <a:pt x="65" y="48"/>
                    <a:pt x="46" y="143"/>
                  </a:cubicBezTo>
                  <a:cubicBezTo>
                    <a:pt x="0" y="235"/>
                    <a:pt x="69" y="326"/>
                    <a:pt x="160" y="349"/>
                  </a:cubicBezTo>
                  <a:cubicBezTo>
                    <a:pt x="175" y="353"/>
                    <a:pt x="191" y="354"/>
                    <a:pt x="207" y="354"/>
                  </a:cubicBezTo>
                  <a:cubicBezTo>
                    <a:pt x="287" y="354"/>
                    <a:pt x="369" y="307"/>
                    <a:pt x="388" y="212"/>
                  </a:cubicBezTo>
                  <a:cubicBezTo>
                    <a:pt x="411" y="120"/>
                    <a:pt x="343" y="29"/>
                    <a:pt x="251" y="6"/>
                  </a:cubicBezTo>
                  <a:cubicBezTo>
                    <a:pt x="236" y="3"/>
                    <a:pt x="221" y="1"/>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16"/>
            <p:cNvSpPr/>
            <p:nvPr/>
          </p:nvSpPr>
          <p:spPr>
            <a:xfrm>
              <a:off x="6188100" y="1518950"/>
              <a:ext cx="10875" cy="9950"/>
            </a:xfrm>
            <a:custGeom>
              <a:avLst/>
              <a:gdLst/>
              <a:ahLst/>
              <a:cxnLst/>
              <a:rect l="l" t="t" r="r" b="b"/>
              <a:pathLst>
                <a:path w="435" h="398" extrusionOk="0">
                  <a:moveTo>
                    <a:pt x="231" y="1"/>
                  </a:moveTo>
                  <a:cubicBezTo>
                    <a:pt x="137" y="1"/>
                    <a:pt x="63" y="63"/>
                    <a:pt x="23" y="142"/>
                  </a:cubicBezTo>
                  <a:cubicBezTo>
                    <a:pt x="0" y="256"/>
                    <a:pt x="69" y="371"/>
                    <a:pt x="183" y="393"/>
                  </a:cubicBezTo>
                  <a:cubicBezTo>
                    <a:pt x="195" y="396"/>
                    <a:pt x="207" y="398"/>
                    <a:pt x="220" y="398"/>
                  </a:cubicBezTo>
                  <a:cubicBezTo>
                    <a:pt x="303" y="398"/>
                    <a:pt x="391" y="336"/>
                    <a:pt x="411" y="256"/>
                  </a:cubicBezTo>
                  <a:cubicBezTo>
                    <a:pt x="434" y="142"/>
                    <a:pt x="366" y="28"/>
                    <a:pt x="274" y="5"/>
                  </a:cubicBezTo>
                  <a:cubicBezTo>
                    <a:pt x="259"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16"/>
            <p:cNvSpPr/>
            <p:nvPr/>
          </p:nvSpPr>
          <p:spPr>
            <a:xfrm>
              <a:off x="6388400" y="1590975"/>
              <a:ext cx="6875" cy="6450"/>
            </a:xfrm>
            <a:custGeom>
              <a:avLst/>
              <a:gdLst/>
              <a:ahLst/>
              <a:cxnLst/>
              <a:rect l="l" t="t" r="r" b="b"/>
              <a:pathLst>
                <a:path w="275" h="258" extrusionOk="0">
                  <a:moveTo>
                    <a:pt x="160" y="0"/>
                  </a:moveTo>
                  <a:cubicBezTo>
                    <a:pt x="91" y="0"/>
                    <a:pt x="23" y="23"/>
                    <a:pt x="0" y="92"/>
                  </a:cubicBezTo>
                  <a:cubicBezTo>
                    <a:pt x="0" y="160"/>
                    <a:pt x="46" y="229"/>
                    <a:pt x="114" y="251"/>
                  </a:cubicBezTo>
                  <a:cubicBezTo>
                    <a:pt x="122" y="255"/>
                    <a:pt x="132" y="257"/>
                    <a:pt x="142" y="257"/>
                  </a:cubicBezTo>
                  <a:cubicBezTo>
                    <a:pt x="189" y="257"/>
                    <a:pt x="251"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16"/>
            <p:cNvSpPr/>
            <p:nvPr/>
          </p:nvSpPr>
          <p:spPr>
            <a:xfrm>
              <a:off x="6388400" y="1611975"/>
              <a:ext cx="11425" cy="9975"/>
            </a:xfrm>
            <a:custGeom>
              <a:avLst/>
              <a:gdLst/>
              <a:ahLst/>
              <a:cxnLst/>
              <a:rect l="l" t="t" r="r" b="b"/>
              <a:pathLst>
                <a:path w="457" h="399" extrusionOk="0">
                  <a:moveTo>
                    <a:pt x="230" y="0"/>
                  </a:moveTo>
                  <a:cubicBezTo>
                    <a:pt x="132" y="0"/>
                    <a:pt x="43" y="65"/>
                    <a:pt x="23" y="165"/>
                  </a:cubicBezTo>
                  <a:cubicBezTo>
                    <a:pt x="0" y="256"/>
                    <a:pt x="69" y="370"/>
                    <a:pt x="183" y="393"/>
                  </a:cubicBezTo>
                  <a:cubicBezTo>
                    <a:pt x="198" y="397"/>
                    <a:pt x="214" y="399"/>
                    <a:pt x="230" y="399"/>
                  </a:cubicBezTo>
                  <a:cubicBezTo>
                    <a:pt x="310" y="399"/>
                    <a:pt x="392" y="351"/>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16"/>
            <p:cNvSpPr/>
            <p:nvPr/>
          </p:nvSpPr>
          <p:spPr>
            <a:xfrm>
              <a:off x="6497375" y="1253000"/>
              <a:ext cx="6875" cy="5900"/>
            </a:xfrm>
            <a:custGeom>
              <a:avLst/>
              <a:gdLst/>
              <a:ahLst/>
              <a:cxnLst/>
              <a:rect l="l" t="t" r="r" b="b"/>
              <a:pathLst>
                <a:path w="275" h="236" extrusionOk="0">
                  <a:moveTo>
                    <a:pt x="134" y="1"/>
                  </a:moveTo>
                  <a:cubicBezTo>
                    <a:pt x="91" y="1"/>
                    <a:pt x="42" y="38"/>
                    <a:pt x="24" y="75"/>
                  </a:cubicBezTo>
                  <a:cubicBezTo>
                    <a:pt x="1" y="144"/>
                    <a:pt x="46" y="212"/>
                    <a:pt x="115" y="235"/>
                  </a:cubicBezTo>
                  <a:cubicBezTo>
                    <a:pt x="161" y="235"/>
                    <a:pt x="229" y="212"/>
                    <a:pt x="252" y="144"/>
                  </a:cubicBezTo>
                  <a:cubicBezTo>
                    <a:pt x="275" y="75"/>
                    <a:pt x="229" y="7"/>
                    <a:pt x="161"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16"/>
            <p:cNvSpPr/>
            <p:nvPr/>
          </p:nvSpPr>
          <p:spPr>
            <a:xfrm>
              <a:off x="6746750" y="1478400"/>
              <a:ext cx="9150" cy="8325"/>
            </a:xfrm>
            <a:custGeom>
              <a:avLst/>
              <a:gdLst/>
              <a:ahLst/>
              <a:cxnLst/>
              <a:rect l="l" t="t" r="r" b="b"/>
              <a:pathLst>
                <a:path w="366" h="333"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30"/>
                    <a:pt x="229"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16"/>
            <p:cNvSpPr/>
            <p:nvPr/>
          </p:nvSpPr>
          <p:spPr>
            <a:xfrm>
              <a:off x="6710800" y="1642750"/>
              <a:ext cx="8000" cy="7175"/>
            </a:xfrm>
            <a:custGeom>
              <a:avLst/>
              <a:gdLst/>
              <a:ahLst/>
              <a:cxnLst/>
              <a:rect l="l" t="t" r="r" b="b"/>
              <a:pathLst>
                <a:path w="320" h="287" extrusionOk="0">
                  <a:moveTo>
                    <a:pt x="145" y="1"/>
                  </a:moveTo>
                  <a:cubicBezTo>
                    <a:pt x="85" y="1"/>
                    <a:pt x="23" y="41"/>
                    <a:pt x="23" y="98"/>
                  </a:cubicBezTo>
                  <a:cubicBezTo>
                    <a:pt x="0" y="189"/>
                    <a:pt x="46" y="258"/>
                    <a:pt x="115" y="280"/>
                  </a:cubicBezTo>
                  <a:cubicBezTo>
                    <a:pt x="126" y="284"/>
                    <a:pt x="139" y="286"/>
                    <a:pt x="151" y="286"/>
                  </a:cubicBezTo>
                  <a:cubicBezTo>
                    <a:pt x="212" y="286"/>
                    <a:pt x="278" y="242"/>
                    <a:pt x="297" y="166"/>
                  </a:cubicBezTo>
                  <a:cubicBezTo>
                    <a:pt x="320" y="98"/>
                    <a:pt x="274" y="29"/>
                    <a:pt x="183" y="6"/>
                  </a:cubicBezTo>
                  <a:cubicBezTo>
                    <a:pt x="171" y="2"/>
                    <a:pt x="158" y="1"/>
                    <a:pt x="14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16"/>
            <p:cNvSpPr/>
            <p:nvPr/>
          </p:nvSpPr>
          <p:spPr>
            <a:xfrm>
              <a:off x="6239450" y="1672575"/>
              <a:ext cx="8025" cy="7550"/>
            </a:xfrm>
            <a:custGeom>
              <a:avLst/>
              <a:gdLst/>
              <a:ahLst/>
              <a:cxnLst/>
              <a:rect l="l" t="t" r="r" b="b"/>
              <a:pathLst>
                <a:path w="321" h="302" extrusionOk="0">
                  <a:moveTo>
                    <a:pt x="206" y="0"/>
                  </a:moveTo>
                  <a:cubicBezTo>
                    <a:pt x="138" y="0"/>
                    <a:pt x="46" y="46"/>
                    <a:pt x="24" y="114"/>
                  </a:cubicBezTo>
                  <a:cubicBezTo>
                    <a:pt x="1" y="183"/>
                    <a:pt x="46" y="274"/>
                    <a:pt x="138" y="297"/>
                  </a:cubicBezTo>
                  <a:cubicBezTo>
                    <a:pt x="147" y="300"/>
                    <a:pt x="156" y="302"/>
                    <a:pt x="166" y="302"/>
                  </a:cubicBezTo>
                  <a:cubicBezTo>
                    <a:pt x="229" y="302"/>
                    <a:pt x="297" y="242"/>
                    <a:pt x="297" y="183"/>
                  </a:cubicBezTo>
                  <a:cubicBezTo>
                    <a:pt x="320" y="114"/>
                    <a:pt x="275" y="23"/>
                    <a:pt x="2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16"/>
            <p:cNvSpPr/>
            <p:nvPr/>
          </p:nvSpPr>
          <p:spPr>
            <a:xfrm>
              <a:off x="6507075" y="1246725"/>
              <a:ext cx="11450" cy="10250"/>
            </a:xfrm>
            <a:custGeom>
              <a:avLst/>
              <a:gdLst/>
              <a:ahLst/>
              <a:cxnLst/>
              <a:rect l="l" t="t" r="r" b="b"/>
              <a:pathLst>
                <a:path w="458" h="410" extrusionOk="0">
                  <a:moveTo>
                    <a:pt x="218" y="1"/>
                  </a:moveTo>
                  <a:cubicBezTo>
                    <a:pt x="125" y="1"/>
                    <a:pt x="43" y="49"/>
                    <a:pt x="24" y="144"/>
                  </a:cubicBezTo>
                  <a:cubicBezTo>
                    <a:pt x="1" y="258"/>
                    <a:pt x="69" y="372"/>
                    <a:pt x="161" y="395"/>
                  </a:cubicBezTo>
                  <a:cubicBezTo>
                    <a:pt x="185" y="404"/>
                    <a:pt x="209" y="409"/>
                    <a:pt x="233" y="409"/>
                  </a:cubicBezTo>
                  <a:cubicBezTo>
                    <a:pt x="319" y="409"/>
                    <a:pt x="394" y="348"/>
                    <a:pt x="412" y="258"/>
                  </a:cubicBezTo>
                  <a:cubicBezTo>
                    <a:pt x="457" y="144"/>
                    <a:pt x="389" y="30"/>
                    <a:pt x="275" y="7"/>
                  </a:cubicBezTo>
                  <a:cubicBezTo>
                    <a:pt x="256" y="3"/>
                    <a:pt x="237" y="1"/>
                    <a:pt x="21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16"/>
            <p:cNvSpPr/>
            <p:nvPr/>
          </p:nvSpPr>
          <p:spPr>
            <a:xfrm>
              <a:off x="5658550" y="1606225"/>
              <a:ext cx="7450" cy="6600"/>
            </a:xfrm>
            <a:custGeom>
              <a:avLst/>
              <a:gdLst/>
              <a:ahLst/>
              <a:cxnLst/>
              <a:rect l="l" t="t" r="r" b="b"/>
              <a:pathLst>
                <a:path w="298" h="264" extrusionOk="0">
                  <a:moveTo>
                    <a:pt x="147" y="1"/>
                  </a:moveTo>
                  <a:cubicBezTo>
                    <a:pt x="92" y="1"/>
                    <a:pt x="42" y="42"/>
                    <a:pt x="23" y="98"/>
                  </a:cubicBezTo>
                  <a:cubicBezTo>
                    <a:pt x="1" y="166"/>
                    <a:pt x="46" y="235"/>
                    <a:pt x="115" y="258"/>
                  </a:cubicBezTo>
                  <a:cubicBezTo>
                    <a:pt x="131" y="262"/>
                    <a:pt x="146" y="264"/>
                    <a:pt x="161" y="264"/>
                  </a:cubicBezTo>
                  <a:cubicBezTo>
                    <a:pt x="228" y="264"/>
                    <a:pt x="274" y="223"/>
                    <a:pt x="274" y="166"/>
                  </a:cubicBezTo>
                  <a:cubicBezTo>
                    <a:pt x="297" y="98"/>
                    <a:pt x="252"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16"/>
            <p:cNvSpPr/>
            <p:nvPr/>
          </p:nvSpPr>
          <p:spPr>
            <a:xfrm>
              <a:off x="6769000" y="1557875"/>
              <a:ext cx="7450" cy="7025"/>
            </a:xfrm>
            <a:custGeom>
              <a:avLst/>
              <a:gdLst/>
              <a:ahLst/>
              <a:cxnLst/>
              <a:rect l="l" t="t" r="r" b="b"/>
              <a:pathLst>
                <a:path w="298" h="281" extrusionOk="0">
                  <a:moveTo>
                    <a:pt x="183" y="0"/>
                  </a:moveTo>
                  <a:cubicBezTo>
                    <a:pt x="115" y="0"/>
                    <a:pt x="46" y="46"/>
                    <a:pt x="23" y="115"/>
                  </a:cubicBezTo>
                  <a:cubicBezTo>
                    <a:pt x="1" y="183"/>
                    <a:pt x="46" y="252"/>
                    <a:pt x="115" y="274"/>
                  </a:cubicBezTo>
                  <a:cubicBezTo>
                    <a:pt x="127" y="278"/>
                    <a:pt x="140" y="280"/>
                    <a:pt x="153" y="280"/>
                  </a:cubicBezTo>
                  <a:cubicBezTo>
                    <a:pt x="213" y="280"/>
                    <a:pt x="275" y="239"/>
                    <a:pt x="275"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16"/>
            <p:cNvSpPr/>
            <p:nvPr/>
          </p:nvSpPr>
          <p:spPr>
            <a:xfrm>
              <a:off x="6642325" y="1483550"/>
              <a:ext cx="9150" cy="8275"/>
            </a:xfrm>
            <a:custGeom>
              <a:avLst/>
              <a:gdLst/>
              <a:ahLst/>
              <a:cxnLst/>
              <a:rect l="l" t="t" r="r" b="b"/>
              <a:pathLst>
                <a:path w="366" h="331" extrusionOk="0">
                  <a:moveTo>
                    <a:pt x="182" y="0"/>
                  </a:moveTo>
                  <a:cubicBezTo>
                    <a:pt x="108" y="0"/>
                    <a:pt x="42" y="45"/>
                    <a:pt x="23" y="120"/>
                  </a:cubicBezTo>
                  <a:cubicBezTo>
                    <a:pt x="0" y="212"/>
                    <a:pt x="69" y="303"/>
                    <a:pt x="160" y="326"/>
                  </a:cubicBezTo>
                  <a:cubicBezTo>
                    <a:pt x="172" y="329"/>
                    <a:pt x="184" y="330"/>
                    <a:pt x="196" y="330"/>
                  </a:cubicBezTo>
                  <a:cubicBezTo>
                    <a:pt x="269" y="330"/>
                    <a:pt x="323" y="271"/>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16"/>
            <p:cNvSpPr/>
            <p:nvPr/>
          </p:nvSpPr>
          <p:spPr>
            <a:xfrm>
              <a:off x="6686250" y="1541175"/>
              <a:ext cx="6875" cy="6450"/>
            </a:xfrm>
            <a:custGeom>
              <a:avLst/>
              <a:gdLst/>
              <a:ahLst/>
              <a:cxnLst/>
              <a:rect l="l" t="t" r="r" b="b"/>
              <a:pathLst>
                <a:path w="275" h="258" extrusionOk="0">
                  <a:moveTo>
                    <a:pt x="147" y="1"/>
                  </a:moveTo>
                  <a:cubicBezTo>
                    <a:pt x="92" y="1"/>
                    <a:pt x="43" y="41"/>
                    <a:pt x="24" y="98"/>
                  </a:cubicBezTo>
                  <a:cubicBezTo>
                    <a:pt x="1" y="166"/>
                    <a:pt x="47" y="235"/>
                    <a:pt x="115" y="258"/>
                  </a:cubicBezTo>
                  <a:cubicBezTo>
                    <a:pt x="184" y="258"/>
                    <a:pt x="252" y="235"/>
                    <a:pt x="275" y="166"/>
                  </a:cubicBezTo>
                  <a:cubicBezTo>
                    <a:pt x="275" y="98"/>
                    <a:pt x="229" y="29"/>
                    <a:pt x="184" y="7"/>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16"/>
            <p:cNvSpPr/>
            <p:nvPr/>
          </p:nvSpPr>
          <p:spPr>
            <a:xfrm>
              <a:off x="5208900" y="942175"/>
              <a:ext cx="6300" cy="5875"/>
            </a:xfrm>
            <a:custGeom>
              <a:avLst/>
              <a:gdLst/>
              <a:ahLst/>
              <a:cxnLst/>
              <a:rect l="l" t="t" r="r" b="b"/>
              <a:pathLst>
                <a:path w="252" h="235" extrusionOk="0">
                  <a:moveTo>
                    <a:pt x="160" y="0"/>
                  </a:moveTo>
                  <a:cubicBezTo>
                    <a:pt x="92" y="0"/>
                    <a:pt x="23" y="23"/>
                    <a:pt x="0" y="91"/>
                  </a:cubicBezTo>
                  <a:cubicBezTo>
                    <a:pt x="0" y="160"/>
                    <a:pt x="23" y="228"/>
                    <a:pt x="92" y="228"/>
                  </a:cubicBezTo>
                  <a:cubicBezTo>
                    <a:pt x="104" y="232"/>
                    <a:pt x="116" y="234"/>
                    <a:pt x="128" y="234"/>
                  </a:cubicBezTo>
                  <a:cubicBezTo>
                    <a:pt x="182" y="234"/>
                    <a:pt x="228" y="193"/>
                    <a:pt x="228" y="137"/>
                  </a:cubicBezTo>
                  <a:cubicBezTo>
                    <a:pt x="251" y="91"/>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16"/>
            <p:cNvSpPr/>
            <p:nvPr/>
          </p:nvSpPr>
          <p:spPr>
            <a:xfrm>
              <a:off x="6297100" y="1002500"/>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5" y="291"/>
                    <a:pt x="365" y="212"/>
                  </a:cubicBezTo>
                  <a:cubicBezTo>
                    <a:pt x="388" y="121"/>
                    <a:pt x="320" y="29"/>
                    <a:pt x="228"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16"/>
            <p:cNvSpPr/>
            <p:nvPr/>
          </p:nvSpPr>
          <p:spPr>
            <a:xfrm>
              <a:off x="6605225" y="1625625"/>
              <a:ext cx="10875" cy="9425"/>
            </a:xfrm>
            <a:custGeom>
              <a:avLst/>
              <a:gdLst/>
              <a:ahLst/>
              <a:cxnLst/>
              <a:rect l="l" t="t" r="r" b="b"/>
              <a:pathLst>
                <a:path w="435" h="377" extrusionOk="0">
                  <a:moveTo>
                    <a:pt x="220" y="1"/>
                  </a:moveTo>
                  <a:cubicBezTo>
                    <a:pt x="131" y="1"/>
                    <a:pt x="62" y="49"/>
                    <a:pt x="24" y="144"/>
                  </a:cubicBezTo>
                  <a:cubicBezTo>
                    <a:pt x="1" y="235"/>
                    <a:pt x="69" y="349"/>
                    <a:pt x="161" y="372"/>
                  </a:cubicBezTo>
                  <a:cubicBezTo>
                    <a:pt x="176" y="375"/>
                    <a:pt x="190" y="376"/>
                    <a:pt x="204" y="376"/>
                  </a:cubicBezTo>
                  <a:cubicBezTo>
                    <a:pt x="298" y="376"/>
                    <a:pt x="369" y="314"/>
                    <a:pt x="389" y="235"/>
                  </a:cubicBezTo>
                  <a:cubicBezTo>
                    <a:pt x="434" y="121"/>
                    <a:pt x="366" y="30"/>
                    <a:pt x="275" y="7"/>
                  </a:cubicBezTo>
                  <a:cubicBezTo>
                    <a:pt x="256" y="3"/>
                    <a:pt x="237"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16"/>
            <p:cNvSpPr/>
            <p:nvPr/>
          </p:nvSpPr>
          <p:spPr>
            <a:xfrm>
              <a:off x="6144150" y="659550"/>
              <a:ext cx="6875" cy="5875"/>
            </a:xfrm>
            <a:custGeom>
              <a:avLst/>
              <a:gdLst/>
              <a:ahLst/>
              <a:cxnLst/>
              <a:rect l="l" t="t" r="r" b="b"/>
              <a:pathLst>
                <a:path w="275" h="235" extrusionOk="0">
                  <a:moveTo>
                    <a:pt x="134" y="0"/>
                  </a:moveTo>
                  <a:cubicBezTo>
                    <a:pt x="91" y="0"/>
                    <a:pt x="42" y="38"/>
                    <a:pt x="24" y="75"/>
                  </a:cubicBezTo>
                  <a:cubicBezTo>
                    <a:pt x="1" y="143"/>
                    <a:pt x="47" y="212"/>
                    <a:pt x="115" y="235"/>
                  </a:cubicBezTo>
                  <a:cubicBezTo>
                    <a:pt x="184" y="235"/>
                    <a:pt x="229" y="212"/>
                    <a:pt x="252" y="143"/>
                  </a:cubicBezTo>
                  <a:cubicBezTo>
                    <a:pt x="275" y="75"/>
                    <a:pt x="229" y="7"/>
                    <a:pt x="161" y="7"/>
                  </a:cubicBezTo>
                  <a:cubicBezTo>
                    <a:pt x="152" y="2"/>
                    <a:pt x="143"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16"/>
            <p:cNvSpPr/>
            <p:nvPr/>
          </p:nvSpPr>
          <p:spPr>
            <a:xfrm>
              <a:off x="6129900" y="1732950"/>
              <a:ext cx="10300" cy="9375"/>
            </a:xfrm>
            <a:custGeom>
              <a:avLst/>
              <a:gdLst/>
              <a:ahLst/>
              <a:cxnLst/>
              <a:rect l="l" t="t" r="r" b="b"/>
              <a:pathLst>
                <a:path w="412" h="375" extrusionOk="0">
                  <a:moveTo>
                    <a:pt x="214" y="0"/>
                  </a:moveTo>
                  <a:cubicBezTo>
                    <a:pt x="132" y="0"/>
                    <a:pt x="43" y="62"/>
                    <a:pt x="23" y="142"/>
                  </a:cubicBezTo>
                  <a:cubicBezTo>
                    <a:pt x="0" y="233"/>
                    <a:pt x="69" y="347"/>
                    <a:pt x="160" y="370"/>
                  </a:cubicBezTo>
                  <a:cubicBezTo>
                    <a:pt x="175" y="373"/>
                    <a:pt x="190" y="374"/>
                    <a:pt x="204" y="374"/>
                  </a:cubicBezTo>
                  <a:cubicBezTo>
                    <a:pt x="297" y="374"/>
                    <a:pt x="368" y="312"/>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16"/>
            <p:cNvSpPr/>
            <p:nvPr/>
          </p:nvSpPr>
          <p:spPr>
            <a:xfrm>
              <a:off x="6334750" y="1800275"/>
              <a:ext cx="9725" cy="5850"/>
            </a:xfrm>
            <a:custGeom>
              <a:avLst/>
              <a:gdLst/>
              <a:ahLst/>
              <a:cxnLst/>
              <a:rect l="l" t="t" r="r" b="b"/>
              <a:pathLst>
                <a:path w="389" h="234" extrusionOk="0">
                  <a:moveTo>
                    <a:pt x="193" y="1"/>
                  </a:moveTo>
                  <a:cubicBezTo>
                    <a:pt x="114" y="1"/>
                    <a:pt x="40" y="63"/>
                    <a:pt x="1" y="142"/>
                  </a:cubicBezTo>
                  <a:lnTo>
                    <a:pt x="366" y="233"/>
                  </a:lnTo>
                  <a:cubicBezTo>
                    <a:pt x="389" y="142"/>
                    <a:pt x="343" y="51"/>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16"/>
            <p:cNvSpPr/>
            <p:nvPr/>
          </p:nvSpPr>
          <p:spPr>
            <a:xfrm>
              <a:off x="6152150" y="1748875"/>
              <a:ext cx="6300" cy="3600"/>
            </a:xfrm>
            <a:custGeom>
              <a:avLst/>
              <a:gdLst/>
              <a:ahLst/>
              <a:cxnLst/>
              <a:rect l="l" t="t" r="r" b="b"/>
              <a:pathLst>
                <a:path w="252" h="144" extrusionOk="0">
                  <a:moveTo>
                    <a:pt x="101" y="1"/>
                  </a:moveTo>
                  <a:cubicBezTo>
                    <a:pt x="47" y="1"/>
                    <a:pt x="0" y="42"/>
                    <a:pt x="0" y="98"/>
                  </a:cubicBezTo>
                  <a:lnTo>
                    <a:pt x="229" y="144"/>
                  </a:lnTo>
                  <a:cubicBezTo>
                    <a:pt x="252" y="75"/>
                    <a:pt x="206" y="7"/>
                    <a:pt x="137" y="7"/>
                  </a:cubicBezTo>
                  <a:cubicBezTo>
                    <a:pt x="125" y="3"/>
                    <a:pt x="113" y="1"/>
                    <a:pt x="1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16"/>
            <p:cNvSpPr/>
            <p:nvPr/>
          </p:nvSpPr>
          <p:spPr>
            <a:xfrm>
              <a:off x="6308500" y="1776275"/>
              <a:ext cx="6300" cy="5525"/>
            </a:xfrm>
            <a:custGeom>
              <a:avLst/>
              <a:gdLst/>
              <a:ahLst/>
              <a:cxnLst/>
              <a:rect l="l" t="t" r="r" b="b"/>
              <a:pathLst>
                <a:path w="252" h="221" extrusionOk="0">
                  <a:moveTo>
                    <a:pt x="112" y="1"/>
                  </a:moveTo>
                  <a:cubicBezTo>
                    <a:pt x="69" y="1"/>
                    <a:pt x="19" y="42"/>
                    <a:pt x="1" y="98"/>
                  </a:cubicBezTo>
                  <a:cubicBezTo>
                    <a:pt x="1" y="144"/>
                    <a:pt x="23" y="212"/>
                    <a:pt x="92" y="212"/>
                  </a:cubicBezTo>
                  <a:cubicBezTo>
                    <a:pt x="109" y="218"/>
                    <a:pt x="125" y="221"/>
                    <a:pt x="139" y="221"/>
                  </a:cubicBezTo>
                  <a:cubicBezTo>
                    <a:pt x="182" y="221"/>
                    <a:pt x="212" y="195"/>
                    <a:pt x="229" y="144"/>
                  </a:cubicBezTo>
                  <a:cubicBezTo>
                    <a:pt x="252" y="75"/>
                    <a:pt x="206" y="29"/>
                    <a:pt x="138" y="7"/>
                  </a:cubicBezTo>
                  <a:cubicBezTo>
                    <a:pt x="129" y="3"/>
                    <a:pt x="121"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16"/>
            <p:cNvSpPr/>
            <p:nvPr/>
          </p:nvSpPr>
          <p:spPr>
            <a:xfrm>
              <a:off x="6458000" y="1788250"/>
              <a:ext cx="7450" cy="7025"/>
            </a:xfrm>
            <a:custGeom>
              <a:avLst/>
              <a:gdLst/>
              <a:ahLst/>
              <a:cxnLst/>
              <a:rect l="l" t="t" r="r" b="b"/>
              <a:pathLst>
                <a:path w="298" h="281" extrusionOk="0">
                  <a:moveTo>
                    <a:pt x="147" y="1"/>
                  </a:moveTo>
                  <a:cubicBezTo>
                    <a:pt x="92" y="1"/>
                    <a:pt x="42" y="42"/>
                    <a:pt x="24" y="98"/>
                  </a:cubicBezTo>
                  <a:cubicBezTo>
                    <a:pt x="1" y="189"/>
                    <a:pt x="46" y="258"/>
                    <a:pt x="115" y="281"/>
                  </a:cubicBezTo>
                  <a:cubicBezTo>
                    <a:pt x="206" y="281"/>
                    <a:pt x="275" y="258"/>
                    <a:pt x="298" y="167"/>
                  </a:cubicBezTo>
                  <a:cubicBezTo>
                    <a:pt x="298" y="98"/>
                    <a:pt x="275"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16"/>
            <p:cNvSpPr/>
            <p:nvPr/>
          </p:nvSpPr>
          <p:spPr>
            <a:xfrm>
              <a:off x="6065425" y="1708875"/>
              <a:ext cx="5725" cy="5375"/>
            </a:xfrm>
            <a:custGeom>
              <a:avLst/>
              <a:gdLst/>
              <a:ahLst/>
              <a:cxnLst/>
              <a:rect l="l" t="t" r="r" b="b"/>
              <a:pathLst>
                <a:path w="229" h="215" extrusionOk="0">
                  <a:moveTo>
                    <a:pt x="100" y="1"/>
                  </a:moveTo>
                  <a:cubicBezTo>
                    <a:pt x="61" y="1"/>
                    <a:pt x="23" y="26"/>
                    <a:pt x="23" y="78"/>
                  </a:cubicBezTo>
                  <a:cubicBezTo>
                    <a:pt x="0" y="123"/>
                    <a:pt x="23" y="192"/>
                    <a:pt x="91" y="215"/>
                  </a:cubicBezTo>
                  <a:cubicBezTo>
                    <a:pt x="137" y="215"/>
                    <a:pt x="205" y="192"/>
                    <a:pt x="228" y="123"/>
                  </a:cubicBezTo>
                  <a:cubicBezTo>
                    <a:pt x="228" y="78"/>
                    <a:pt x="205" y="9"/>
                    <a:pt x="137" y="9"/>
                  </a:cubicBezTo>
                  <a:cubicBezTo>
                    <a:pt x="126" y="3"/>
                    <a:pt x="113" y="1"/>
                    <a:pt x="10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16"/>
            <p:cNvSpPr/>
            <p:nvPr/>
          </p:nvSpPr>
          <p:spPr>
            <a:xfrm>
              <a:off x="6416350" y="1817925"/>
              <a:ext cx="8575" cy="4750"/>
            </a:xfrm>
            <a:custGeom>
              <a:avLst/>
              <a:gdLst/>
              <a:ahLst/>
              <a:cxnLst/>
              <a:rect l="l" t="t" r="r" b="b"/>
              <a:pathLst>
                <a:path w="343" h="190" extrusionOk="0">
                  <a:moveTo>
                    <a:pt x="159" y="1"/>
                  </a:moveTo>
                  <a:cubicBezTo>
                    <a:pt x="85" y="1"/>
                    <a:pt x="19" y="45"/>
                    <a:pt x="1" y="121"/>
                  </a:cubicBezTo>
                  <a:lnTo>
                    <a:pt x="320" y="189"/>
                  </a:lnTo>
                  <a:cubicBezTo>
                    <a:pt x="343" y="121"/>
                    <a:pt x="274" y="30"/>
                    <a:pt x="206" y="7"/>
                  </a:cubicBezTo>
                  <a:cubicBezTo>
                    <a:pt x="190" y="3"/>
                    <a:pt x="175" y="1"/>
                    <a:pt x="15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16"/>
            <p:cNvSpPr/>
            <p:nvPr/>
          </p:nvSpPr>
          <p:spPr>
            <a:xfrm>
              <a:off x="6369000" y="1797975"/>
              <a:ext cx="9725" cy="5875"/>
            </a:xfrm>
            <a:custGeom>
              <a:avLst/>
              <a:gdLst/>
              <a:ahLst/>
              <a:cxnLst/>
              <a:rect l="l" t="t" r="r" b="b"/>
              <a:pathLst>
                <a:path w="389" h="235" extrusionOk="0">
                  <a:moveTo>
                    <a:pt x="173" y="0"/>
                  </a:moveTo>
                  <a:cubicBezTo>
                    <a:pt x="86" y="0"/>
                    <a:pt x="19" y="48"/>
                    <a:pt x="0" y="143"/>
                  </a:cubicBezTo>
                  <a:lnTo>
                    <a:pt x="365" y="234"/>
                  </a:lnTo>
                  <a:cubicBezTo>
                    <a:pt x="388" y="120"/>
                    <a:pt x="320" y="29"/>
                    <a:pt x="228" y="6"/>
                  </a:cubicBezTo>
                  <a:cubicBezTo>
                    <a:pt x="209" y="2"/>
                    <a:pt x="191" y="0"/>
                    <a:pt x="17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16"/>
            <p:cNvSpPr/>
            <p:nvPr/>
          </p:nvSpPr>
          <p:spPr>
            <a:xfrm>
              <a:off x="6354150" y="1796825"/>
              <a:ext cx="8025" cy="4725"/>
            </a:xfrm>
            <a:custGeom>
              <a:avLst/>
              <a:gdLst/>
              <a:ahLst/>
              <a:cxnLst/>
              <a:rect l="l" t="t" r="r" b="b"/>
              <a:pathLst>
                <a:path w="321" h="189" extrusionOk="0">
                  <a:moveTo>
                    <a:pt x="146" y="0"/>
                  </a:moveTo>
                  <a:cubicBezTo>
                    <a:pt x="85" y="0"/>
                    <a:pt x="20" y="45"/>
                    <a:pt x="1" y="120"/>
                  </a:cubicBezTo>
                  <a:lnTo>
                    <a:pt x="297" y="189"/>
                  </a:lnTo>
                  <a:cubicBezTo>
                    <a:pt x="320" y="98"/>
                    <a:pt x="275" y="29"/>
                    <a:pt x="183" y="6"/>
                  </a:cubicBezTo>
                  <a:cubicBezTo>
                    <a:pt x="171" y="2"/>
                    <a:pt x="159"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16"/>
            <p:cNvSpPr/>
            <p:nvPr/>
          </p:nvSpPr>
          <p:spPr>
            <a:xfrm>
              <a:off x="6318775" y="1694100"/>
              <a:ext cx="8025" cy="7175"/>
            </a:xfrm>
            <a:custGeom>
              <a:avLst/>
              <a:gdLst/>
              <a:ahLst/>
              <a:cxnLst/>
              <a:rect l="l" t="t" r="r" b="b"/>
              <a:pathLst>
                <a:path w="321" h="287" extrusionOk="0">
                  <a:moveTo>
                    <a:pt x="160" y="1"/>
                  </a:moveTo>
                  <a:cubicBezTo>
                    <a:pt x="92" y="1"/>
                    <a:pt x="42" y="42"/>
                    <a:pt x="23" y="98"/>
                  </a:cubicBezTo>
                  <a:cubicBezTo>
                    <a:pt x="0" y="189"/>
                    <a:pt x="46" y="258"/>
                    <a:pt x="137" y="281"/>
                  </a:cubicBezTo>
                  <a:cubicBezTo>
                    <a:pt x="150" y="285"/>
                    <a:pt x="162" y="287"/>
                    <a:pt x="175" y="287"/>
                  </a:cubicBezTo>
                  <a:cubicBezTo>
                    <a:pt x="236" y="287"/>
                    <a:pt x="301" y="246"/>
                    <a:pt x="320" y="189"/>
                  </a:cubicBezTo>
                  <a:cubicBezTo>
                    <a:pt x="320" y="98"/>
                    <a:pt x="274" y="30"/>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16"/>
            <p:cNvSpPr/>
            <p:nvPr/>
          </p:nvSpPr>
          <p:spPr>
            <a:xfrm>
              <a:off x="6613225" y="1692975"/>
              <a:ext cx="9150" cy="8275"/>
            </a:xfrm>
            <a:custGeom>
              <a:avLst/>
              <a:gdLst/>
              <a:ahLst/>
              <a:cxnLst/>
              <a:rect l="l" t="t" r="r" b="b"/>
              <a:pathLst>
                <a:path w="366" h="331" extrusionOk="0">
                  <a:moveTo>
                    <a:pt x="182" y="0"/>
                  </a:moveTo>
                  <a:cubicBezTo>
                    <a:pt x="108" y="0"/>
                    <a:pt x="42" y="45"/>
                    <a:pt x="23" y="120"/>
                  </a:cubicBezTo>
                  <a:cubicBezTo>
                    <a:pt x="0" y="211"/>
                    <a:pt x="46" y="303"/>
                    <a:pt x="137" y="326"/>
                  </a:cubicBezTo>
                  <a:cubicBezTo>
                    <a:pt x="150" y="329"/>
                    <a:pt x="162" y="330"/>
                    <a:pt x="174" y="330"/>
                  </a:cubicBezTo>
                  <a:cubicBezTo>
                    <a:pt x="252" y="330"/>
                    <a:pt x="323" y="271"/>
                    <a:pt x="343" y="211"/>
                  </a:cubicBezTo>
                  <a:cubicBezTo>
                    <a:pt x="366" y="120"/>
                    <a:pt x="297"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16"/>
            <p:cNvSpPr/>
            <p:nvPr/>
          </p:nvSpPr>
          <p:spPr>
            <a:xfrm>
              <a:off x="6205800" y="1687825"/>
              <a:ext cx="6300" cy="6025"/>
            </a:xfrm>
            <a:custGeom>
              <a:avLst/>
              <a:gdLst/>
              <a:ahLst/>
              <a:cxnLst/>
              <a:rect l="l" t="t" r="r" b="b"/>
              <a:pathLst>
                <a:path w="252" h="241" extrusionOk="0">
                  <a:moveTo>
                    <a:pt x="122" y="1"/>
                  </a:moveTo>
                  <a:cubicBezTo>
                    <a:pt x="68" y="1"/>
                    <a:pt x="19" y="38"/>
                    <a:pt x="0" y="75"/>
                  </a:cubicBezTo>
                  <a:cubicBezTo>
                    <a:pt x="0" y="144"/>
                    <a:pt x="23" y="212"/>
                    <a:pt x="91" y="235"/>
                  </a:cubicBezTo>
                  <a:cubicBezTo>
                    <a:pt x="103" y="239"/>
                    <a:pt x="116" y="241"/>
                    <a:pt x="127" y="241"/>
                  </a:cubicBezTo>
                  <a:cubicBezTo>
                    <a:pt x="183" y="241"/>
                    <a:pt x="232" y="200"/>
                    <a:pt x="251" y="144"/>
                  </a:cubicBezTo>
                  <a:cubicBezTo>
                    <a:pt x="251" y="75"/>
                    <a:pt x="228" y="7"/>
                    <a:pt x="160" y="7"/>
                  </a:cubicBezTo>
                  <a:cubicBezTo>
                    <a:pt x="147" y="2"/>
                    <a:pt x="13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16"/>
            <p:cNvSpPr/>
            <p:nvPr/>
          </p:nvSpPr>
          <p:spPr>
            <a:xfrm>
              <a:off x="5923325" y="1530475"/>
              <a:ext cx="6300" cy="5900"/>
            </a:xfrm>
            <a:custGeom>
              <a:avLst/>
              <a:gdLst/>
              <a:ahLst/>
              <a:cxnLst/>
              <a:rect l="l" t="t" r="r" b="b"/>
              <a:pathLst>
                <a:path w="252" h="236" extrusionOk="0">
                  <a:moveTo>
                    <a:pt x="160" y="1"/>
                  </a:moveTo>
                  <a:cubicBezTo>
                    <a:pt x="92" y="1"/>
                    <a:pt x="46" y="24"/>
                    <a:pt x="23" y="92"/>
                  </a:cubicBezTo>
                  <a:cubicBezTo>
                    <a:pt x="1" y="161"/>
                    <a:pt x="46" y="206"/>
                    <a:pt x="115" y="229"/>
                  </a:cubicBezTo>
                  <a:cubicBezTo>
                    <a:pt x="123" y="233"/>
                    <a:pt x="132" y="235"/>
                    <a:pt x="141" y="235"/>
                  </a:cubicBezTo>
                  <a:cubicBezTo>
                    <a:pt x="183" y="235"/>
                    <a:pt x="233" y="194"/>
                    <a:pt x="252" y="138"/>
                  </a:cubicBezTo>
                  <a:cubicBezTo>
                    <a:pt x="252" y="92"/>
                    <a:pt x="229"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16"/>
            <p:cNvSpPr/>
            <p:nvPr/>
          </p:nvSpPr>
          <p:spPr>
            <a:xfrm>
              <a:off x="6334175" y="1718075"/>
              <a:ext cx="8600" cy="7600"/>
            </a:xfrm>
            <a:custGeom>
              <a:avLst/>
              <a:gdLst/>
              <a:ahLst/>
              <a:cxnLst/>
              <a:rect l="l" t="t" r="r" b="b"/>
              <a:pathLst>
                <a:path w="344" h="304" extrusionOk="0">
                  <a:moveTo>
                    <a:pt x="169" y="1"/>
                  </a:moveTo>
                  <a:cubicBezTo>
                    <a:pt x="108" y="1"/>
                    <a:pt x="42" y="45"/>
                    <a:pt x="24" y="120"/>
                  </a:cubicBezTo>
                  <a:cubicBezTo>
                    <a:pt x="1" y="189"/>
                    <a:pt x="69" y="280"/>
                    <a:pt x="138" y="303"/>
                  </a:cubicBezTo>
                  <a:cubicBezTo>
                    <a:pt x="229" y="303"/>
                    <a:pt x="297" y="257"/>
                    <a:pt x="320" y="189"/>
                  </a:cubicBezTo>
                  <a:cubicBezTo>
                    <a:pt x="343" y="98"/>
                    <a:pt x="297"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16"/>
            <p:cNvSpPr/>
            <p:nvPr/>
          </p:nvSpPr>
          <p:spPr>
            <a:xfrm>
              <a:off x="6372975" y="1804025"/>
              <a:ext cx="9725" cy="5525"/>
            </a:xfrm>
            <a:custGeom>
              <a:avLst/>
              <a:gdLst/>
              <a:ahLst/>
              <a:cxnLst/>
              <a:rect l="l" t="t" r="r" b="b"/>
              <a:pathLst>
                <a:path w="389" h="221" extrusionOk="0">
                  <a:moveTo>
                    <a:pt x="167" y="0"/>
                  </a:moveTo>
                  <a:cubicBezTo>
                    <a:pt x="92" y="0"/>
                    <a:pt x="19" y="58"/>
                    <a:pt x="1" y="129"/>
                  </a:cubicBezTo>
                  <a:lnTo>
                    <a:pt x="366" y="220"/>
                  </a:lnTo>
                  <a:cubicBezTo>
                    <a:pt x="389" y="129"/>
                    <a:pt x="320" y="38"/>
                    <a:pt x="229" y="15"/>
                  </a:cubicBezTo>
                  <a:cubicBezTo>
                    <a:pt x="209" y="5"/>
                    <a:pt x="188"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16"/>
            <p:cNvSpPr/>
            <p:nvPr/>
          </p:nvSpPr>
          <p:spPr>
            <a:xfrm>
              <a:off x="6238875" y="1744900"/>
              <a:ext cx="7450" cy="6450"/>
            </a:xfrm>
            <a:custGeom>
              <a:avLst/>
              <a:gdLst/>
              <a:ahLst/>
              <a:cxnLst/>
              <a:rect l="l" t="t" r="r" b="b"/>
              <a:pathLst>
                <a:path w="298" h="258" extrusionOk="0">
                  <a:moveTo>
                    <a:pt x="147" y="0"/>
                  </a:moveTo>
                  <a:cubicBezTo>
                    <a:pt x="92" y="0"/>
                    <a:pt x="43" y="41"/>
                    <a:pt x="24" y="97"/>
                  </a:cubicBezTo>
                  <a:cubicBezTo>
                    <a:pt x="1" y="166"/>
                    <a:pt x="47" y="234"/>
                    <a:pt x="115" y="257"/>
                  </a:cubicBezTo>
                  <a:cubicBezTo>
                    <a:pt x="184" y="257"/>
                    <a:pt x="252" y="21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16"/>
            <p:cNvSpPr/>
            <p:nvPr/>
          </p:nvSpPr>
          <p:spPr>
            <a:xfrm>
              <a:off x="6459725" y="1579975"/>
              <a:ext cx="8575" cy="8175"/>
            </a:xfrm>
            <a:custGeom>
              <a:avLst/>
              <a:gdLst/>
              <a:ahLst/>
              <a:cxnLst/>
              <a:rect l="l" t="t" r="r" b="b"/>
              <a:pathLst>
                <a:path w="343" h="327" extrusionOk="0">
                  <a:moveTo>
                    <a:pt x="169" y="1"/>
                  </a:moveTo>
                  <a:cubicBezTo>
                    <a:pt x="108" y="1"/>
                    <a:pt x="42" y="45"/>
                    <a:pt x="23" y="121"/>
                  </a:cubicBezTo>
                  <a:cubicBezTo>
                    <a:pt x="0" y="212"/>
                    <a:pt x="46" y="303"/>
                    <a:pt x="137" y="326"/>
                  </a:cubicBezTo>
                  <a:cubicBezTo>
                    <a:pt x="229" y="326"/>
                    <a:pt x="297" y="281"/>
                    <a:pt x="320" y="212"/>
                  </a:cubicBezTo>
                  <a:cubicBezTo>
                    <a:pt x="343" y="121"/>
                    <a:pt x="297" y="29"/>
                    <a:pt x="206" y="7"/>
                  </a:cubicBezTo>
                  <a:cubicBezTo>
                    <a:pt x="194" y="3"/>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16"/>
            <p:cNvSpPr/>
            <p:nvPr/>
          </p:nvSpPr>
          <p:spPr>
            <a:xfrm>
              <a:off x="6324475" y="1790000"/>
              <a:ext cx="10875" cy="10525"/>
            </a:xfrm>
            <a:custGeom>
              <a:avLst/>
              <a:gdLst/>
              <a:ahLst/>
              <a:cxnLst/>
              <a:rect l="l" t="t" r="r" b="b"/>
              <a:pathLst>
                <a:path w="435" h="421" extrusionOk="0">
                  <a:moveTo>
                    <a:pt x="231" y="1"/>
                  </a:moveTo>
                  <a:cubicBezTo>
                    <a:pt x="133" y="1"/>
                    <a:pt x="43" y="66"/>
                    <a:pt x="24" y="165"/>
                  </a:cubicBezTo>
                  <a:cubicBezTo>
                    <a:pt x="1" y="279"/>
                    <a:pt x="69" y="371"/>
                    <a:pt x="160" y="416"/>
                  </a:cubicBezTo>
                  <a:cubicBezTo>
                    <a:pt x="175" y="419"/>
                    <a:pt x="190" y="421"/>
                    <a:pt x="205" y="421"/>
                  </a:cubicBezTo>
                  <a:cubicBezTo>
                    <a:pt x="303" y="421"/>
                    <a:pt x="392" y="356"/>
                    <a:pt x="412" y="256"/>
                  </a:cubicBezTo>
                  <a:cubicBezTo>
                    <a:pt x="434" y="165"/>
                    <a:pt x="366" y="51"/>
                    <a:pt x="275" y="5"/>
                  </a:cubicBezTo>
                  <a:cubicBezTo>
                    <a:pt x="260"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16"/>
            <p:cNvSpPr/>
            <p:nvPr/>
          </p:nvSpPr>
          <p:spPr>
            <a:xfrm>
              <a:off x="6348450" y="1734650"/>
              <a:ext cx="9725" cy="8850"/>
            </a:xfrm>
            <a:custGeom>
              <a:avLst/>
              <a:gdLst/>
              <a:ahLst/>
              <a:cxnLst/>
              <a:rect l="l" t="t" r="r" b="b"/>
              <a:pathLst>
                <a:path w="389" h="354" extrusionOk="0">
                  <a:moveTo>
                    <a:pt x="215" y="1"/>
                  </a:moveTo>
                  <a:cubicBezTo>
                    <a:pt x="132" y="1"/>
                    <a:pt x="43" y="63"/>
                    <a:pt x="23" y="142"/>
                  </a:cubicBezTo>
                  <a:cubicBezTo>
                    <a:pt x="0" y="234"/>
                    <a:pt x="69" y="325"/>
                    <a:pt x="160" y="348"/>
                  </a:cubicBezTo>
                  <a:cubicBezTo>
                    <a:pt x="176" y="352"/>
                    <a:pt x="191" y="354"/>
                    <a:pt x="207" y="354"/>
                  </a:cubicBezTo>
                  <a:cubicBezTo>
                    <a:pt x="281" y="354"/>
                    <a:pt x="347" y="309"/>
                    <a:pt x="366" y="234"/>
                  </a:cubicBezTo>
                  <a:cubicBezTo>
                    <a:pt x="388" y="119"/>
                    <a:pt x="343" y="28"/>
                    <a:pt x="251" y="5"/>
                  </a:cubicBezTo>
                  <a:cubicBezTo>
                    <a:pt x="239"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16"/>
            <p:cNvSpPr/>
            <p:nvPr/>
          </p:nvSpPr>
          <p:spPr>
            <a:xfrm>
              <a:off x="6425475" y="1766625"/>
              <a:ext cx="10300" cy="9375"/>
            </a:xfrm>
            <a:custGeom>
              <a:avLst/>
              <a:gdLst/>
              <a:ahLst/>
              <a:cxnLst/>
              <a:rect l="l" t="t" r="r" b="b"/>
              <a:pathLst>
                <a:path w="412" h="375" extrusionOk="0">
                  <a:moveTo>
                    <a:pt x="216" y="0"/>
                  </a:moveTo>
                  <a:cubicBezTo>
                    <a:pt x="137" y="0"/>
                    <a:pt x="63" y="62"/>
                    <a:pt x="24" y="141"/>
                  </a:cubicBezTo>
                  <a:cubicBezTo>
                    <a:pt x="1" y="233"/>
                    <a:pt x="69" y="347"/>
                    <a:pt x="161" y="370"/>
                  </a:cubicBezTo>
                  <a:cubicBezTo>
                    <a:pt x="173" y="373"/>
                    <a:pt x="185" y="374"/>
                    <a:pt x="198" y="374"/>
                  </a:cubicBezTo>
                  <a:cubicBezTo>
                    <a:pt x="280" y="374"/>
                    <a:pt x="369" y="312"/>
                    <a:pt x="389" y="233"/>
                  </a:cubicBezTo>
                  <a:cubicBezTo>
                    <a:pt x="412" y="141"/>
                    <a:pt x="343" y="50"/>
                    <a:pt x="252" y="5"/>
                  </a:cubicBezTo>
                  <a:cubicBezTo>
                    <a:pt x="240" y="2"/>
                    <a:pt x="228" y="0"/>
                    <a:pt x="21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16"/>
            <p:cNvSpPr/>
            <p:nvPr/>
          </p:nvSpPr>
          <p:spPr>
            <a:xfrm>
              <a:off x="6177825" y="1738625"/>
              <a:ext cx="9150" cy="8300"/>
            </a:xfrm>
            <a:custGeom>
              <a:avLst/>
              <a:gdLst/>
              <a:ahLst/>
              <a:cxnLst/>
              <a:rect l="l" t="t" r="r" b="b"/>
              <a:pathLst>
                <a:path w="366" h="332" extrusionOk="0">
                  <a:moveTo>
                    <a:pt x="182" y="0"/>
                  </a:moveTo>
                  <a:cubicBezTo>
                    <a:pt x="108" y="0"/>
                    <a:pt x="42" y="45"/>
                    <a:pt x="23" y="120"/>
                  </a:cubicBezTo>
                  <a:cubicBezTo>
                    <a:pt x="1" y="212"/>
                    <a:pt x="46" y="303"/>
                    <a:pt x="138" y="326"/>
                  </a:cubicBezTo>
                  <a:cubicBezTo>
                    <a:pt x="153" y="330"/>
                    <a:pt x="169" y="331"/>
                    <a:pt x="184" y="331"/>
                  </a:cubicBezTo>
                  <a:cubicBezTo>
                    <a:pt x="258" y="331"/>
                    <a:pt x="324" y="287"/>
                    <a:pt x="343" y="212"/>
                  </a:cubicBezTo>
                  <a:cubicBezTo>
                    <a:pt x="366" y="120"/>
                    <a:pt x="320" y="29"/>
                    <a:pt x="229" y="6"/>
                  </a:cubicBezTo>
                  <a:cubicBezTo>
                    <a:pt x="213" y="2"/>
                    <a:pt x="198"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16"/>
            <p:cNvSpPr/>
            <p:nvPr/>
          </p:nvSpPr>
          <p:spPr>
            <a:xfrm>
              <a:off x="6293100" y="1722675"/>
              <a:ext cx="10850" cy="9950"/>
            </a:xfrm>
            <a:custGeom>
              <a:avLst/>
              <a:gdLst/>
              <a:ahLst/>
              <a:cxnLst/>
              <a:rect l="l" t="t" r="r" b="b"/>
              <a:pathLst>
                <a:path w="434" h="398" extrusionOk="0">
                  <a:moveTo>
                    <a:pt x="215" y="1"/>
                  </a:moveTo>
                  <a:cubicBezTo>
                    <a:pt x="132" y="1"/>
                    <a:pt x="43" y="65"/>
                    <a:pt x="23" y="165"/>
                  </a:cubicBezTo>
                  <a:cubicBezTo>
                    <a:pt x="0" y="256"/>
                    <a:pt x="69" y="370"/>
                    <a:pt x="160" y="393"/>
                  </a:cubicBezTo>
                  <a:cubicBezTo>
                    <a:pt x="175" y="396"/>
                    <a:pt x="190" y="397"/>
                    <a:pt x="204" y="397"/>
                  </a:cubicBezTo>
                  <a:cubicBezTo>
                    <a:pt x="297" y="397"/>
                    <a:pt x="372" y="335"/>
                    <a:pt x="411" y="256"/>
                  </a:cubicBezTo>
                  <a:cubicBezTo>
                    <a:pt x="434" y="142"/>
                    <a:pt x="366" y="51"/>
                    <a:pt x="251"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16"/>
            <p:cNvSpPr/>
            <p:nvPr/>
          </p:nvSpPr>
          <p:spPr>
            <a:xfrm>
              <a:off x="6088250" y="1740375"/>
              <a:ext cx="8000" cy="5250"/>
            </a:xfrm>
            <a:custGeom>
              <a:avLst/>
              <a:gdLst/>
              <a:ahLst/>
              <a:cxnLst/>
              <a:rect l="l" t="t" r="r" b="b"/>
              <a:pathLst>
                <a:path w="320" h="210" extrusionOk="0">
                  <a:moveTo>
                    <a:pt x="154" y="0"/>
                  </a:moveTo>
                  <a:cubicBezTo>
                    <a:pt x="91" y="0"/>
                    <a:pt x="20" y="59"/>
                    <a:pt x="0" y="119"/>
                  </a:cubicBezTo>
                  <a:lnTo>
                    <a:pt x="297" y="210"/>
                  </a:lnTo>
                  <a:cubicBezTo>
                    <a:pt x="320" y="119"/>
                    <a:pt x="274" y="27"/>
                    <a:pt x="183" y="5"/>
                  </a:cubicBezTo>
                  <a:cubicBezTo>
                    <a:pt x="173" y="1"/>
                    <a:pt x="164" y="0"/>
                    <a:pt x="15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16"/>
            <p:cNvSpPr/>
            <p:nvPr/>
          </p:nvSpPr>
          <p:spPr>
            <a:xfrm>
              <a:off x="6464850" y="1732350"/>
              <a:ext cx="8600" cy="7725"/>
            </a:xfrm>
            <a:custGeom>
              <a:avLst/>
              <a:gdLst/>
              <a:ahLst/>
              <a:cxnLst/>
              <a:rect l="l" t="t" r="r" b="b"/>
              <a:pathLst>
                <a:path w="344" h="309" extrusionOk="0">
                  <a:moveTo>
                    <a:pt x="161" y="0"/>
                  </a:moveTo>
                  <a:cubicBezTo>
                    <a:pt x="93" y="0"/>
                    <a:pt x="42" y="44"/>
                    <a:pt x="24" y="120"/>
                  </a:cubicBezTo>
                  <a:cubicBezTo>
                    <a:pt x="1" y="189"/>
                    <a:pt x="46" y="280"/>
                    <a:pt x="138" y="303"/>
                  </a:cubicBezTo>
                  <a:cubicBezTo>
                    <a:pt x="149" y="307"/>
                    <a:pt x="162" y="309"/>
                    <a:pt x="174" y="309"/>
                  </a:cubicBezTo>
                  <a:cubicBezTo>
                    <a:pt x="235" y="309"/>
                    <a:pt x="301" y="264"/>
                    <a:pt x="320" y="189"/>
                  </a:cubicBezTo>
                  <a:cubicBezTo>
                    <a:pt x="343" y="120"/>
                    <a:pt x="297"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16"/>
            <p:cNvSpPr/>
            <p:nvPr/>
          </p:nvSpPr>
          <p:spPr>
            <a:xfrm>
              <a:off x="6499675" y="1826075"/>
              <a:ext cx="6850" cy="6450"/>
            </a:xfrm>
            <a:custGeom>
              <a:avLst/>
              <a:gdLst/>
              <a:ahLst/>
              <a:cxnLst/>
              <a:rect l="l" t="t" r="r" b="b"/>
              <a:pathLst>
                <a:path w="274" h="258" extrusionOk="0">
                  <a:moveTo>
                    <a:pt x="183" y="0"/>
                  </a:moveTo>
                  <a:cubicBezTo>
                    <a:pt x="114" y="0"/>
                    <a:pt x="46" y="23"/>
                    <a:pt x="23" y="92"/>
                  </a:cubicBezTo>
                  <a:cubicBezTo>
                    <a:pt x="0" y="160"/>
                    <a:pt x="46" y="229"/>
                    <a:pt x="114" y="251"/>
                  </a:cubicBezTo>
                  <a:cubicBezTo>
                    <a:pt x="126" y="255"/>
                    <a:pt x="138" y="257"/>
                    <a:pt x="150" y="257"/>
                  </a:cubicBezTo>
                  <a:cubicBezTo>
                    <a:pt x="206" y="257"/>
                    <a:pt x="255" y="216"/>
                    <a:pt x="274" y="160"/>
                  </a:cubicBezTo>
                  <a:cubicBezTo>
                    <a:pt x="274" y="92"/>
                    <a:pt x="251"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16"/>
            <p:cNvSpPr/>
            <p:nvPr/>
          </p:nvSpPr>
          <p:spPr>
            <a:xfrm>
              <a:off x="6579550" y="1850050"/>
              <a:ext cx="5175" cy="3425"/>
            </a:xfrm>
            <a:custGeom>
              <a:avLst/>
              <a:gdLst/>
              <a:ahLst/>
              <a:cxnLst/>
              <a:rect l="l" t="t" r="r" b="b"/>
              <a:pathLst>
                <a:path w="207" h="137" extrusionOk="0">
                  <a:moveTo>
                    <a:pt x="115" y="0"/>
                  </a:moveTo>
                  <a:cubicBezTo>
                    <a:pt x="69" y="0"/>
                    <a:pt x="1" y="23"/>
                    <a:pt x="1" y="91"/>
                  </a:cubicBezTo>
                  <a:lnTo>
                    <a:pt x="206" y="137"/>
                  </a:lnTo>
                  <a:cubicBezTo>
                    <a:pt x="206" y="68"/>
                    <a:pt x="183" y="23"/>
                    <a:pt x="1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16"/>
            <p:cNvSpPr/>
            <p:nvPr/>
          </p:nvSpPr>
          <p:spPr>
            <a:xfrm>
              <a:off x="6827775" y="1494950"/>
              <a:ext cx="8025" cy="7175"/>
            </a:xfrm>
            <a:custGeom>
              <a:avLst/>
              <a:gdLst/>
              <a:ahLst/>
              <a:cxnLst/>
              <a:rect l="l" t="t" r="r" b="b"/>
              <a:pathLst>
                <a:path w="321" h="287" extrusionOk="0">
                  <a:moveTo>
                    <a:pt x="161" y="1"/>
                  </a:moveTo>
                  <a:cubicBezTo>
                    <a:pt x="93" y="1"/>
                    <a:pt x="42" y="45"/>
                    <a:pt x="23" y="121"/>
                  </a:cubicBezTo>
                  <a:cubicBezTo>
                    <a:pt x="1" y="189"/>
                    <a:pt x="46" y="281"/>
                    <a:pt x="115" y="281"/>
                  </a:cubicBezTo>
                  <a:cubicBezTo>
                    <a:pt x="131" y="285"/>
                    <a:pt x="146" y="287"/>
                    <a:pt x="161" y="287"/>
                  </a:cubicBezTo>
                  <a:cubicBezTo>
                    <a:pt x="229" y="287"/>
                    <a:pt x="279" y="246"/>
                    <a:pt x="297" y="189"/>
                  </a:cubicBezTo>
                  <a:cubicBezTo>
                    <a:pt x="320" y="98"/>
                    <a:pt x="275"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16"/>
            <p:cNvSpPr/>
            <p:nvPr/>
          </p:nvSpPr>
          <p:spPr>
            <a:xfrm>
              <a:off x="6799250" y="1736375"/>
              <a:ext cx="10300" cy="9375"/>
            </a:xfrm>
            <a:custGeom>
              <a:avLst/>
              <a:gdLst/>
              <a:ahLst/>
              <a:cxnLst/>
              <a:rect l="l" t="t" r="r" b="b"/>
              <a:pathLst>
                <a:path w="412" h="375" extrusionOk="0">
                  <a:moveTo>
                    <a:pt x="215" y="0"/>
                  </a:moveTo>
                  <a:cubicBezTo>
                    <a:pt x="132" y="0"/>
                    <a:pt x="43" y="62"/>
                    <a:pt x="23" y="142"/>
                  </a:cubicBezTo>
                  <a:cubicBezTo>
                    <a:pt x="0" y="233"/>
                    <a:pt x="69" y="347"/>
                    <a:pt x="160" y="370"/>
                  </a:cubicBezTo>
                  <a:cubicBezTo>
                    <a:pt x="172" y="373"/>
                    <a:pt x="185" y="374"/>
                    <a:pt x="197" y="374"/>
                  </a:cubicBezTo>
                  <a:cubicBezTo>
                    <a:pt x="280" y="374"/>
                    <a:pt x="369" y="312"/>
                    <a:pt x="388" y="233"/>
                  </a:cubicBezTo>
                  <a:cubicBezTo>
                    <a:pt x="411" y="142"/>
                    <a:pt x="343" y="28"/>
                    <a:pt x="251" y="5"/>
                  </a:cubicBezTo>
                  <a:cubicBezTo>
                    <a:pt x="239" y="2"/>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16"/>
            <p:cNvSpPr/>
            <p:nvPr/>
          </p:nvSpPr>
          <p:spPr>
            <a:xfrm>
              <a:off x="6263425" y="1662725"/>
              <a:ext cx="8000" cy="7175"/>
            </a:xfrm>
            <a:custGeom>
              <a:avLst/>
              <a:gdLst/>
              <a:ahLst/>
              <a:cxnLst/>
              <a:rect l="l" t="t" r="r" b="b"/>
              <a:pathLst>
                <a:path w="320" h="287" extrusionOk="0">
                  <a:moveTo>
                    <a:pt x="169" y="1"/>
                  </a:moveTo>
                  <a:cubicBezTo>
                    <a:pt x="108" y="1"/>
                    <a:pt x="42" y="45"/>
                    <a:pt x="23" y="120"/>
                  </a:cubicBezTo>
                  <a:cubicBezTo>
                    <a:pt x="0" y="189"/>
                    <a:pt x="46" y="280"/>
                    <a:pt x="137" y="280"/>
                  </a:cubicBezTo>
                  <a:cubicBezTo>
                    <a:pt x="149" y="284"/>
                    <a:pt x="162" y="286"/>
                    <a:pt x="173" y="286"/>
                  </a:cubicBezTo>
                  <a:cubicBezTo>
                    <a:pt x="229" y="286"/>
                    <a:pt x="278" y="245"/>
                    <a:pt x="297" y="189"/>
                  </a:cubicBezTo>
                  <a:cubicBezTo>
                    <a:pt x="320" y="120"/>
                    <a:pt x="274"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16"/>
            <p:cNvSpPr/>
            <p:nvPr/>
          </p:nvSpPr>
          <p:spPr>
            <a:xfrm>
              <a:off x="6410075" y="1448200"/>
              <a:ext cx="9725" cy="8850"/>
            </a:xfrm>
            <a:custGeom>
              <a:avLst/>
              <a:gdLst/>
              <a:ahLst/>
              <a:cxnLst/>
              <a:rect l="l" t="t" r="r" b="b"/>
              <a:pathLst>
                <a:path w="389" h="354" extrusionOk="0">
                  <a:moveTo>
                    <a:pt x="193" y="1"/>
                  </a:moveTo>
                  <a:cubicBezTo>
                    <a:pt x="115" y="1"/>
                    <a:pt x="43" y="63"/>
                    <a:pt x="23" y="142"/>
                  </a:cubicBezTo>
                  <a:cubicBezTo>
                    <a:pt x="1" y="233"/>
                    <a:pt x="46" y="325"/>
                    <a:pt x="137" y="347"/>
                  </a:cubicBezTo>
                  <a:cubicBezTo>
                    <a:pt x="153" y="351"/>
                    <a:pt x="169" y="353"/>
                    <a:pt x="186" y="353"/>
                  </a:cubicBezTo>
                  <a:cubicBezTo>
                    <a:pt x="265" y="353"/>
                    <a:pt x="347" y="309"/>
                    <a:pt x="366" y="233"/>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16"/>
            <p:cNvSpPr/>
            <p:nvPr/>
          </p:nvSpPr>
          <p:spPr>
            <a:xfrm>
              <a:off x="6130475" y="1591750"/>
              <a:ext cx="10850" cy="9650"/>
            </a:xfrm>
            <a:custGeom>
              <a:avLst/>
              <a:gdLst/>
              <a:ahLst/>
              <a:cxnLst/>
              <a:rect l="l" t="t" r="r" b="b"/>
              <a:pathLst>
                <a:path w="434" h="386" extrusionOk="0">
                  <a:moveTo>
                    <a:pt x="191" y="1"/>
                  </a:moveTo>
                  <a:cubicBezTo>
                    <a:pt x="115" y="1"/>
                    <a:pt x="41" y="62"/>
                    <a:pt x="23" y="152"/>
                  </a:cubicBezTo>
                  <a:cubicBezTo>
                    <a:pt x="0" y="243"/>
                    <a:pt x="46" y="357"/>
                    <a:pt x="160" y="380"/>
                  </a:cubicBezTo>
                  <a:cubicBezTo>
                    <a:pt x="179" y="384"/>
                    <a:pt x="197" y="386"/>
                    <a:pt x="215" y="386"/>
                  </a:cubicBezTo>
                  <a:cubicBezTo>
                    <a:pt x="303" y="386"/>
                    <a:pt x="369" y="338"/>
                    <a:pt x="388" y="243"/>
                  </a:cubicBezTo>
                  <a:cubicBezTo>
                    <a:pt x="434" y="129"/>
                    <a:pt x="365" y="38"/>
                    <a:pt x="251" y="15"/>
                  </a:cubicBezTo>
                  <a:cubicBezTo>
                    <a:pt x="232" y="5"/>
                    <a:pt x="211" y="1"/>
                    <a:pt x="19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16"/>
            <p:cNvSpPr/>
            <p:nvPr/>
          </p:nvSpPr>
          <p:spPr>
            <a:xfrm>
              <a:off x="6660025" y="1722075"/>
              <a:ext cx="7425" cy="6600"/>
            </a:xfrm>
            <a:custGeom>
              <a:avLst/>
              <a:gdLst/>
              <a:ahLst/>
              <a:cxnLst/>
              <a:rect l="l" t="t" r="r" b="b"/>
              <a:pathLst>
                <a:path w="297" h="264" extrusionOk="0">
                  <a:moveTo>
                    <a:pt x="146" y="0"/>
                  </a:moveTo>
                  <a:cubicBezTo>
                    <a:pt x="91" y="0"/>
                    <a:pt x="42" y="41"/>
                    <a:pt x="23" y="97"/>
                  </a:cubicBezTo>
                  <a:cubicBezTo>
                    <a:pt x="0" y="189"/>
                    <a:pt x="46" y="257"/>
                    <a:pt x="114" y="257"/>
                  </a:cubicBezTo>
                  <a:cubicBezTo>
                    <a:pt x="126" y="261"/>
                    <a:pt x="138" y="263"/>
                    <a:pt x="150" y="263"/>
                  </a:cubicBezTo>
                  <a:cubicBezTo>
                    <a:pt x="205" y="263"/>
                    <a:pt x="255" y="222"/>
                    <a:pt x="274" y="166"/>
                  </a:cubicBezTo>
                  <a:cubicBezTo>
                    <a:pt x="297" y="97"/>
                    <a:pt x="251" y="29"/>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16"/>
            <p:cNvSpPr/>
            <p:nvPr/>
          </p:nvSpPr>
          <p:spPr>
            <a:xfrm>
              <a:off x="6325625" y="1467000"/>
              <a:ext cx="7450" cy="6600"/>
            </a:xfrm>
            <a:custGeom>
              <a:avLst/>
              <a:gdLst/>
              <a:ahLst/>
              <a:cxnLst/>
              <a:rect l="l" t="t" r="r" b="b"/>
              <a:pathLst>
                <a:path w="298" h="264" extrusionOk="0">
                  <a:moveTo>
                    <a:pt x="147" y="0"/>
                  </a:moveTo>
                  <a:cubicBezTo>
                    <a:pt x="92" y="0"/>
                    <a:pt x="42" y="41"/>
                    <a:pt x="23" y="98"/>
                  </a:cubicBezTo>
                  <a:cubicBezTo>
                    <a:pt x="0" y="166"/>
                    <a:pt x="46" y="235"/>
                    <a:pt x="114" y="257"/>
                  </a:cubicBezTo>
                  <a:cubicBezTo>
                    <a:pt x="127" y="261"/>
                    <a:pt x="139" y="263"/>
                    <a:pt x="151" y="263"/>
                  </a:cubicBezTo>
                  <a:cubicBezTo>
                    <a:pt x="206" y="263"/>
                    <a:pt x="255" y="222"/>
                    <a:pt x="274" y="166"/>
                  </a:cubicBezTo>
                  <a:cubicBezTo>
                    <a:pt x="297" y="98"/>
                    <a:pt x="251"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16"/>
            <p:cNvSpPr/>
            <p:nvPr/>
          </p:nvSpPr>
          <p:spPr>
            <a:xfrm>
              <a:off x="6745600" y="1784300"/>
              <a:ext cx="10300" cy="9375"/>
            </a:xfrm>
            <a:custGeom>
              <a:avLst/>
              <a:gdLst/>
              <a:ahLst/>
              <a:cxnLst/>
              <a:rect l="l" t="t" r="r" b="b"/>
              <a:pathLst>
                <a:path w="412" h="375" extrusionOk="0">
                  <a:moveTo>
                    <a:pt x="215" y="1"/>
                  </a:moveTo>
                  <a:cubicBezTo>
                    <a:pt x="132" y="1"/>
                    <a:pt x="43" y="63"/>
                    <a:pt x="24" y="142"/>
                  </a:cubicBezTo>
                  <a:cubicBezTo>
                    <a:pt x="1" y="233"/>
                    <a:pt x="69" y="347"/>
                    <a:pt x="161" y="370"/>
                  </a:cubicBezTo>
                  <a:cubicBezTo>
                    <a:pt x="173" y="373"/>
                    <a:pt x="185" y="375"/>
                    <a:pt x="198" y="375"/>
                  </a:cubicBezTo>
                  <a:cubicBezTo>
                    <a:pt x="280" y="375"/>
                    <a:pt x="369" y="313"/>
                    <a:pt x="389" y="233"/>
                  </a:cubicBezTo>
                  <a:cubicBezTo>
                    <a:pt x="412" y="142"/>
                    <a:pt x="343" y="51"/>
                    <a:pt x="252"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16"/>
            <p:cNvSpPr/>
            <p:nvPr/>
          </p:nvSpPr>
          <p:spPr>
            <a:xfrm>
              <a:off x="6322775" y="959125"/>
              <a:ext cx="7425" cy="6600"/>
            </a:xfrm>
            <a:custGeom>
              <a:avLst/>
              <a:gdLst/>
              <a:ahLst/>
              <a:cxnLst/>
              <a:rect l="l" t="t" r="r" b="b"/>
              <a:pathLst>
                <a:path w="297" h="264" extrusionOk="0">
                  <a:moveTo>
                    <a:pt x="147" y="1"/>
                  </a:moveTo>
                  <a:cubicBezTo>
                    <a:pt x="92" y="1"/>
                    <a:pt x="42" y="42"/>
                    <a:pt x="23" y="98"/>
                  </a:cubicBezTo>
                  <a:cubicBezTo>
                    <a:pt x="0" y="167"/>
                    <a:pt x="46" y="258"/>
                    <a:pt x="114" y="258"/>
                  </a:cubicBezTo>
                  <a:cubicBezTo>
                    <a:pt x="126" y="262"/>
                    <a:pt x="139" y="264"/>
                    <a:pt x="150"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16"/>
            <p:cNvSpPr/>
            <p:nvPr/>
          </p:nvSpPr>
          <p:spPr>
            <a:xfrm>
              <a:off x="6056850" y="1658150"/>
              <a:ext cx="6300" cy="5525"/>
            </a:xfrm>
            <a:custGeom>
              <a:avLst/>
              <a:gdLst/>
              <a:ahLst/>
              <a:cxnLst/>
              <a:rect l="l" t="t" r="r" b="b"/>
              <a:pathLst>
                <a:path w="252" h="221" extrusionOk="0">
                  <a:moveTo>
                    <a:pt x="125" y="1"/>
                  </a:moveTo>
                  <a:cubicBezTo>
                    <a:pt x="76" y="1"/>
                    <a:pt x="42" y="38"/>
                    <a:pt x="23" y="75"/>
                  </a:cubicBezTo>
                  <a:cubicBezTo>
                    <a:pt x="1" y="144"/>
                    <a:pt x="46" y="212"/>
                    <a:pt x="92" y="212"/>
                  </a:cubicBezTo>
                  <a:cubicBezTo>
                    <a:pt x="109" y="218"/>
                    <a:pt x="126" y="221"/>
                    <a:pt x="143" y="221"/>
                  </a:cubicBezTo>
                  <a:cubicBezTo>
                    <a:pt x="192" y="221"/>
                    <a:pt x="235" y="195"/>
                    <a:pt x="252" y="144"/>
                  </a:cubicBezTo>
                  <a:cubicBezTo>
                    <a:pt x="252" y="75"/>
                    <a:pt x="229" y="7"/>
                    <a:pt x="160" y="7"/>
                  </a:cubicBezTo>
                  <a:cubicBezTo>
                    <a:pt x="148" y="3"/>
                    <a:pt x="136" y="1"/>
                    <a:pt x="12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16"/>
            <p:cNvSpPr/>
            <p:nvPr/>
          </p:nvSpPr>
          <p:spPr>
            <a:xfrm>
              <a:off x="5737300" y="1340875"/>
              <a:ext cx="6300" cy="5525"/>
            </a:xfrm>
            <a:custGeom>
              <a:avLst/>
              <a:gdLst/>
              <a:ahLst/>
              <a:cxnLst/>
              <a:rect l="l" t="t" r="r" b="b"/>
              <a:pathLst>
                <a:path w="252" h="221" extrusionOk="0">
                  <a:moveTo>
                    <a:pt x="123" y="1"/>
                  </a:moveTo>
                  <a:cubicBezTo>
                    <a:pt x="69" y="1"/>
                    <a:pt x="23" y="38"/>
                    <a:pt x="23" y="75"/>
                  </a:cubicBezTo>
                  <a:cubicBezTo>
                    <a:pt x="0" y="144"/>
                    <a:pt x="46" y="212"/>
                    <a:pt x="92" y="212"/>
                  </a:cubicBezTo>
                  <a:cubicBezTo>
                    <a:pt x="109" y="218"/>
                    <a:pt x="126" y="221"/>
                    <a:pt x="142" y="221"/>
                  </a:cubicBezTo>
                  <a:cubicBezTo>
                    <a:pt x="190" y="221"/>
                    <a:pt x="229" y="195"/>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16"/>
            <p:cNvSpPr/>
            <p:nvPr/>
          </p:nvSpPr>
          <p:spPr>
            <a:xfrm>
              <a:off x="5794375" y="1638200"/>
              <a:ext cx="8000" cy="7150"/>
            </a:xfrm>
            <a:custGeom>
              <a:avLst/>
              <a:gdLst/>
              <a:ahLst/>
              <a:cxnLst/>
              <a:rect l="l" t="t" r="r" b="b"/>
              <a:pathLst>
                <a:path w="320" h="286" extrusionOk="0">
                  <a:moveTo>
                    <a:pt x="146" y="0"/>
                  </a:moveTo>
                  <a:cubicBezTo>
                    <a:pt x="85" y="0"/>
                    <a:pt x="23" y="44"/>
                    <a:pt x="23" y="120"/>
                  </a:cubicBezTo>
                  <a:cubicBezTo>
                    <a:pt x="0" y="188"/>
                    <a:pt x="46" y="257"/>
                    <a:pt x="114" y="280"/>
                  </a:cubicBezTo>
                  <a:cubicBezTo>
                    <a:pt x="126" y="284"/>
                    <a:pt x="139" y="286"/>
                    <a:pt x="152" y="286"/>
                  </a:cubicBezTo>
                  <a:cubicBezTo>
                    <a:pt x="213" y="286"/>
                    <a:pt x="278" y="245"/>
                    <a:pt x="297" y="188"/>
                  </a:cubicBezTo>
                  <a:cubicBezTo>
                    <a:pt x="320" y="97"/>
                    <a:pt x="274" y="29"/>
                    <a:pt x="183" y="6"/>
                  </a:cubicBezTo>
                  <a:cubicBezTo>
                    <a:pt x="171"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16"/>
            <p:cNvSpPr/>
            <p:nvPr/>
          </p:nvSpPr>
          <p:spPr>
            <a:xfrm>
              <a:off x="5722475" y="1634200"/>
              <a:ext cx="6850" cy="6025"/>
            </a:xfrm>
            <a:custGeom>
              <a:avLst/>
              <a:gdLst/>
              <a:ahLst/>
              <a:cxnLst/>
              <a:rect l="l" t="t" r="r" b="b"/>
              <a:pathLst>
                <a:path w="274" h="241" extrusionOk="0">
                  <a:moveTo>
                    <a:pt x="126" y="0"/>
                  </a:moveTo>
                  <a:cubicBezTo>
                    <a:pt x="76" y="0"/>
                    <a:pt x="42" y="41"/>
                    <a:pt x="23" y="97"/>
                  </a:cubicBezTo>
                  <a:cubicBezTo>
                    <a:pt x="0" y="143"/>
                    <a:pt x="46" y="211"/>
                    <a:pt x="114" y="234"/>
                  </a:cubicBezTo>
                  <a:cubicBezTo>
                    <a:pt x="122" y="238"/>
                    <a:pt x="131" y="240"/>
                    <a:pt x="140" y="240"/>
                  </a:cubicBezTo>
                  <a:cubicBezTo>
                    <a:pt x="183" y="240"/>
                    <a:pt x="232" y="199"/>
                    <a:pt x="251" y="143"/>
                  </a:cubicBezTo>
                  <a:cubicBezTo>
                    <a:pt x="274" y="75"/>
                    <a:pt x="228" y="29"/>
                    <a:pt x="160" y="6"/>
                  </a:cubicBezTo>
                  <a:cubicBezTo>
                    <a:pt x="148" y="2"/>
                    <a:pt x="136" y="0"/>
                    <a:pt x="12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16"/>
            <p:cNvSpPr/>
            <p:nvPr/>
          </p:nvSpPr>
          <p:spPr>
            <a:xfrm>
              <a:off x="5786375" y="1570850"/>
              <a:ext cx="9150" cy="8300"/>
            </a:xfrm>
            <a:custGeom>
              <a:avLst/>
              <a:gdLst/>
              <a:ahLst/>
              <a:cxnLst/>
              <a:rect l="l" t="t" r="r" b="b"/>
              <a:pathLst>
                <a:path w="366" h="332"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16"/>
            <p:cNvSpPr/>
            <p:nvPr/>
          </p:nvSpPr>
          <p:spPr>
            <a:xfrm>
              <a:off x="5453125" y="1403075"/>
              <a:ext cx="6875" cy="6050"/>
            </a:xfrm>
            <a:custGeom>
              <a:avLst/>
              <a:gdLst/>
              <a:ahLst/>
              <a:cxnLst/>
              <a:rect l="l" t="t" r="r" b="b"/>
              <a:pathLst>
                <a:path w="275" h="242" extrusionOk="0">
                  <a:moveTo>
                    <a:pt x="124" y="1"/>
                  </a:moveTo>
                  <a:cubicBezTo>
                    <a:pt x="70" y="1"/>
                    <a:pt x="23" y="42"/>
                    <a:pt x="23" y="98"/>
                  </a:cubicBezTo>
                  <a:cubicBezTo>
                    <a:pt x="0" y="167"/>
                    <a:pt x="46" y="235"/>
                    <a:pt x="92" y="235"/>
                  </a:cubicBezTo>
                  <a:cubicBezTo>
                    <a:pt x="104" y="239"/>
                    <a:pt x="116" y="241"/>
                    <a:pt x="128" y="241"/>
                  </a:cubicBezTo>
                  <a:cubicBezTo>
                    <a:pt x="183" y="241"/>
                    <a:pt x="233" y="200"/>
                    <a:pt x="252" y="144"/>
                  </a:cubicBezTo>
                  <a:cubicBezTo>
                    <a:pt x="274" y="98"/>
                    <a:pt x="229" y="30"/>
                    <a:pt x="160" y="7"/>
                  </a:cubicBezTo>
                  <a:cubicBezTo>
                    <a:pt x="148" y="3"/>
                    <a:pt x="136" y="1"/>
                    <a:pt x="12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16"/>
            <p:cNvSpPr/>
            <p:nvPr/>
          </p:nvSpPr>
          <p:spPr>
            <a:xfrm>
              <a:off x="5689925" y="1594850"/>
              <a:ext cx="10300" cy="9075"/>
            </a:xfrm>
            <a:custGeom>
              <a:avLst/>
              <a:gdLst/>
              <a:ahLst/>
              <a:cxnLst/>
              <a:rect l="l" t="t" r="r" b="b"/>
              <a:pathLst>
                <a:path w="412" h="363" extrusionOk="0">
                  <a:moveTo>
                    <a:pt x="216" y="1"/>
                  </a:moveTo>
                  <a:cubicBezTo>
                    <a:pt x="138" y="1"/>
                    <a:pt x="66" y="63"/>
                    <a:pt x="47" y="142"/>
                  </a:cubicBezTo>
                  <a:cubicBezTo>
                    <a:pt x="1" y="233"/>
                    <a:pt x="69" y="325"/>
                    <a:pt x="161" y="347"/>
                  </a:cubicBezTo>
                  <a:cubicBezTo>
                    <a:pt x="181" y="358"/>
                    <a:pt x="202" y="362"/>
                    <a:pt x="223" y="362"/>
                  </a:cubicBezTo>
                  <a:cubicBezTo>
                    <a:pt x="298" y="362"/>
                    <a:pt x="371" y="305"/>
                    <a:pt x="389" y="233"/>
                  </a:cubicBezTo>
                  <a:cubicBezTo>
                    <a:pt x="412" y="142"/>
                    <a:pt x="343" y="28"/>
                    <a:pt x="252" y="5"/>
                  </a:cubicBezTo>
                  <a:cubicBezTo>
                    <a:pt x="240" y="2"/>
                    <a:pt x="228" y="1"/>
                    <a:pt x="21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16"/>
            <p:cNvSpPr/>
            <p:nvPr/>
          </p:nvSpPr>
          <p:spPr>
            <a:xfrm>
              <a:off x="5938150" y="1702675"/>
              <a:ext cx="8600" cy="4725"/>
            </a:xfrm>
            <a:custGeom>
              <a:avLst/>
              <a:gdLst/>
              <a:ahLst/>
              <a:cxnLst/>
              <a:rect l="l" t="t" r="r" b="b"/>
              <a:pathLst>
                <a:path w="344" h="189" extrusionOk="0">
                  <a:moveTo>
                    <a:pt x="160" y="0"/>
                  </a:moveTo>
                  <a:cubicBezTo>
                    <a:pt x="86" y="0"/>
                    <a:pt x="20" y="45"/>
                    <a:pt x="1" y="120"/>
                  </a:cubicBezTo>
                  <a:lnTo>
                    <a:pt x="321" y="189"/>
                  </a:lnTo>
                  <a:cubicBezTo>
                    <a:pt x="343" y="120"/>
                    <a:pt x="275"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16"/>
            <p:cNvSpPr/>
            <p:nvPr/>
          </p:nvSpPr>
          <p:spPr>
            <a:xfrm>
              <a:off x="5751575" y="1442450"/>
              <a:ext cx="6850" cy="5900"/>
            </a:xfrm>
            <a:custGeom>
              <a:avLst/>
              <a:gdLst/>
              <a:ahLst/>
              <a:cxnLst/>
              <a:rect l="l" t="t" r="r" b="b"/>
              <a:pathLst>
                <a:path w="274" h="236" extrusionOk="0">
                  <a:moveTo>
                    <a:pt x="134" y="1"/>
                  </a:moveTo>
                  <a:cubicBezTo>
                    <a:pt x="91" y="1"/>
                    <a:pt x="42" y="42"/>
                    <a:pt x="23" y="98"/>
                  </a:cubicBezTo>
                  <a:cubicBezTo>
                    <a:pt x="0" y="144"/>
                    <a:pt x="46" y="212"/>
                    <a:pt x="114" y="235"/>
                  </a:cubicBezTo>
                  <a:cubicBezTo>
                    <a:pt x="183" y="235"/>
                    <a:pt x="228" y="212"/>
                    <a:pt x="251" y="144"/>
                  </a:cubicBezTo>
                  <a:cubicBezTo>
                    <a:pt x="274" y="75"/>
                    <a:pt x="228" y="30"/>
                    <a:pt x="160"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16"/>
            <p:cNvSpPr/>
            <p:nvPr/>
          </p:nvSpPr>
          <p:spPr>
            <a:xfrm>
              <a:off x="5511900" y="1395100"/>
              <a:ext cx="8025" cy="7175"/>
            </a:xfrm>
            <a:custGeom>
              <a:avLst/>
              <a:gdLst/>
              <a:ahLst/>
              <a:cxnLst/>
              <a:rect l="l" t="t" r="r" b="b"/>
              <a:pathLst>
                <a:path w="321" h="287" extrusionOk="0">
                  <a:moveTo>
                    <a:pt x="161" y="0"/>
                  </a:moveTo>
                  <a:cubicBezTo>
                    <a:pt x="92" y="0"/>
                    <a:pt x="42" y="45"/>
                    <a:pt x="23" y="120"/>
                  </a:cubicBezTo>
                  <a:cubicBezTo>
                    <a:pt x="0" y="189"/>
                    <a:pt x="46" y="280"/>
                    <a:pt x="115" y="280"/>
                  </a:cubicBezTo>
                  <a:cubicBezTo>
                    <a:pt x="131" y="284"/>
                    <a:pt x="146" y="286"/>
                    <a:pt x="161" y="286"/>
                  </a:cubicBezTo>
                  <a:cubicBezTo>
                    <a:pt x="229" y="286"/>
                    <a:pt x="278" y="245"/>
                    <a:pt x="297" y="189"/>
                  </a:cubicBezTo>
                  <a:cubicBezTo>
                    <a:pt x="320" y="98"/>
                    <a:pt x="274" y="29"/>
                    <a:pt x="206" y="6"/>
                  </a:cubicBezTo>
                  <a:cubicBezTo>
                    <a:pt x="190" y="2"/>
                    <a:pt x="175"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16"/>
            <p:cNvSpPr/>
            <p:nvPr/>
          </p:nvSpPr>
          <p:spPr>
            <a:xfrm>
              <a:off x="5617475" y="1447175"/>
              <a:ext cx="6875" cy="6450"/>
            </a:xfrm>
            <a:custGeom>
              <a:avLst/>
              <a:gdLst/>
              <a:ahLst/>
              <a:cxnLst/>
              <a:rect l="l" t="t" r="r" b="b"/>
              <a:pathLst>
                <a:path w="275" h="258" extrusionOk="0">
                  <a:moveTo>
                    <a:pt x="160" y="0"/>
                  </a:moveTo>
                  <a:cubicBezTo>
                    <a:pt x="91" y="0"/>
                    <a:pt x="23" y="23"/>
                    <a:pt x="23" y="92"/>
                  </a:cubicBezTo>
                  <a:cubicBezTo>
                    <a:pt x="0" y="160"/>
                    <a:pt x="46" y="229"/>
                    <a:pt x="91" y="251"/>
                  </a:cubicBezTo>
                  <a:cubicBezTo>
                    <a:pt x="104" y="255"/>
                    <a:pt x="116" y="257"/>
                    <a:pt x="128" y="257"/>
                  </a:cubicBezTo>
                  <a:cubicBezTo>
                    <a:pt x="183" y="257"/>
                    <a:pt x="232"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16"/>
            <p:cNvSpPr/>
            <p:nvPr/>
          </p:nvSpPr>
          <p:spPr>
            <a:xfrm>
              <a:off x="5462825" y="1391825"/>
              <a:ext cx="7450" cy="7025"/>
            </a:xfrm>
            <a:custGeom>
              <a:avLst/>
              <a:gdLst/>
              <a:ahLst/>
              <a:cxnLst/>
              <a:rect l="l" t="t" r="r" b="b"/>
              <a:pathLst>
                <a:path w="298" h="281" extrusionOk="0">
                  <a:moveTo>
                    <a:pt x="183" y="0"/>
                  </a:moveTo>
                  <a:cubicBezTo>
                    <a:pt x="115" y="0"/>
                    <a:pt x="46" y="46"/>
                    <a:pt x="23" y="114"/>
                  </a:cubicBezTo>
                  <a:cubicBezTo>
                    <a:pt x="1" y="183"/>
                    <a:pt x="46" y="251"/>
                    <a:pt x="115" y="274"/>
                  </a:cubicBezTo>
                  <a:cubicBezTo>
                    <a:pt x="131" y="278"/>
                    <a:pt x="146" y="280"/>
                    <a:pt x="161" y="280"/>
                  </a:cubicBezTo>
                  <a:cubicBezTo>
                    <a:pt x="229" y="280"/>
                    <a:pt x="278" y="239"/>
                    <a:pt x="297"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16"/>
            <p:cNvSpPr/>
            <p:nvPr/>
          </p:nvSpPr>
          <p:spPr>
            <a:xfrm>
              <a:off x="6588125" y="1407075"/>
              <a:ext cx="8575" cy="7750"/>
            </a:xfrm>
            <a:custGeom>
              <a:avLst/>
              <a:gdLst/>
              <a:ahLst/>
              <a:cxnLst/>
              <a:rect l="l" t="t" r="r" b="b"/>
              <a:pathLst>
                <a:path w="343" h="310" extrusionOk="0">
                  <a:moveTo>
                    <a:pt x="161" y="1"/>
                  </a:moveTo>
                  <a:cubicBezTo>
                    <a:pt x="92" y="1"/>
                    <a:pt x="42" y="45"/>
                    <a:pt x="23" y="121"/>
                  </a:cubicBezTo>
                  <a:cubicBezTo>
                    <a:pt x="0" y="189"/>
                    <a:pt x="46" y="281"/>
                    <a:pt x="137" y="303"/>
                  </a:cubicBezTo>
                  <a:cubicBezTo>
                    <a:pt x="149" y="307"/>
                    <a:pt x="161" y="309"/>
                    <a:pt x="174" y="309"/>
                  </a:cubicBezTo>
                  <a:cubicBezTo>
                    <a:pt x="235" y="309"/>
                    <a:pt x="301" y="265"/>
                    <a:pt x="320" y="189"/>
                  </a:cubicBezTo>
                  <a:cubicBezTo>
                    <a:pt x="342" y="121"/>
                    <a:pt x="297" y="29"/>
                    <a:pt x="205"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16"/>
            <p:cNvSpPr/>
            <p:nvPr/>
          </p:nvSpPr>
          <p:spPr>
            <a:xfrm>
              <a:off x="6284525" y="990675"/>
              <a:ext cx="6325" cy="5875"/>
            </a:xfrm>
            <a:custGeom>
              <a:avLst/>
              <a:gdLst/>
              <a:ahLst/>
              <a:cxnLst/>
              <a:rect l="l" t="t" r="r" b="b"/>
              <a:pathLst>
                <a:path w="253" h="235" extrusionOk="0">
                  <a:moveTo>
                    <a:pt x="161" y="0"/>
                  </a:moveTo>
                  <a:cubicBezTo>
                    <a:pt x="92" y="0"/>
                    <a:pt x="24" y="23"/>
                    <a:pt x="24" y="91"/>
                  </a:cubicBezTo>
                  <a:cubicBezTo>
                    <a:pt x="1" y="160"/>
                    <a:pt x="47" y="228"/>
                    <a:pt x="92" y="228"/>
                  </a:cubicBezTo>
                  <a:cubicBezTo>
                    <a:pt x="105" y="233"/>
                    <a:pt x="117" y="234"/>
                    <a:pt x="130" y="234"/>
                  </a:cubicBezTo>
                  <a:cubicBezTo>
                    <a:pt x="184" y="234"/>
                    <a:pt x="233" y="197"/>
                    <a:pt x="252" y="160"/>
                  </a:cubicBezTo>
                  <a:cubicBezTo>
                    <a:pt x="252" y="91"/>
                    <a:pt x="229" y="23"/>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16"/>
            <p:cNvSpPr/>
            <p:nvPr/>
          </p:nvSpPr>
          <p:spPr>
            <a:xfrm>
              <a:off x="5481650" y="1536750"/>
              <a:ext cx="7450" cy="6450"/>
            </a:xfrm>
            <a:custGeom>
              <a:avLst/>
              <a:gdLst/>
              <a:ahLst/>
              <a:cxnLst/>
              <a:rect l="l" t="t" r="r" b="b"/>
              <a:pathLst>
                <a:path w="298" h="258" extrusionOk="0">
                  <a:moveTo>
                    <a:pt x="183" y="1"/>
                  </a:moveTo>
                  <a:cubicBezTo>
                    <a:pt x="115" y="1"/>
                    <a:pt x="46" y="24"/>
                    <a:pt x="24" y="92"/>
                  </a:cubicBezTo>
                  <a:cubicBezTo>
                    <a:pt x="1" y="161"/>
                    <a:pt x="46" y="229"/>
                    <a:pt x="115" y="252"/>
                  </a:cubicBezTo>
                  <a:cubicBezTo>
                    <a:pt x="127" y="256"/>
                    <a:pt x="139" y="258"/>
                    <a:pt x="151" y="258"/>
                  </a:cubicBezTo>
                  <a:cubicBezTo>
                    <a:pt x="206" y="258"/>
                    <a:pt x="256" y="217"/>
                    <a:pt x="275" y="161"/>
                  </a:cubicBezTo>
                  <a:cubicBezTo>
                    <a:pt x="297" y="92"/>
                    <a:pt x="252"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16"/>
            <p:cNvSpPr/>
            <p:nvPr/>
          </p:nvSpPr>
          <p:spPr>
            <a:xfrm>
              <a:off x="6421500" y="1175975"/>
              <a:ext cx="7425" cy="6600"/>
            </a:xfrm>
            <a:custGeom>
              <a:avLst/>
              <a:gdLst/>
              <a:ahLst/>
              <a:cxnLst/>
              <a:rect l="l" t="t" r="r" b="b"/>
              <a:pathLst>
                <a:path w="297" h="264" extrusionOk="0">
                  <a:moveTo>
                    <a:pt x="146" y="0"/>
                  </a:moveTo>
                  <a:cubicBezTo>
                    <a:pt x="91" y="0"/>
                    <a:pt x="42" y="41"/>
                    <a:pt x="23" y="98"/>
                  </a:cubicBezTo>
                  <a:cubicBezTo>
                    <a:pt x="0" y="166"/>
                    <a:pt x="46" y="235"/>
                    <a:pt x="114" y="257"/>
                  </a:cubicBezTo>
                  <a:cubicBezTo>
                    <a:pt x="126" y="261"/>
                    <a:pt x="139" y="263"/>
                    <a:pt x="152" y="263"/>
                  </a:cubicBezTo>
                  <a:cubicBezTo>
                    <a:pt x="212" y="263"/>
                    <a:pt x="274" y="222"/>
                    <a:pt x="274" y="166"/>
                  </a:cubicBezTo>
                  <a:cubicBezTo>
                    <a:pt x="297" y="75"/>
                    <a:pt x="251" y="6"/>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16"/>
            <p:cNvSpPr/>
            <p:nvPr/>
          </p:nvSpPr>
          <p:spPr>
            <a:xfrm>
              <a:off x="6331325" y="1109825"/>
              <a:ext cx="10875" cy="9950"/>
            </a:xfrm>
            <a:custGeom>
              <a:avLst/>
              <a:gdLst/>
              <a:ahLst/>
              <a:cxnLst/>
              <a:rect l="l" t="t" r="r" b="b"/>
              <a:pathLst>
                <a:path w="435" h="398" extrusionOk="0">
                  <a:moveTo>
                    <a:pt x="231" y="0"/>
                  </a:moveTo>
                  <a:cubicBezTo>
                    <a:pt x="138" y="0"/>
                    <a:pt x="66" y="62"/>
                    <a:pt x="46" y="142"/>
                  </a:cubicBezTo>
                  <a:cubicBezTo>
                    <a:pt x="1" y="256"/>
                    <a:pt x="69" y="347"/>
                    <a:pt x="183" y="393"/>
                  </a:cubicBezTo>
                  <a:cubicBezTo>
                    <a:pt x="195" y="396"/>
                    <a:pt x="207" y="397"/>
                    <a:pt x="219" y="397"/>
                  </a:cubicBezTo>
                  <a:cubicBezTo>
                    <a:pt x="302" y="397"/>
                    <a:pt x="392" y="332"/>
                    <a:pt x="411" y="233"/>
                  </a:cubicBezTo>
                  <a:cubicBezTo>
                    <a:pt x="434" y="142"/>
                    <a:pt x="366" y="27"/>
                    <a:pt x="275" y="5"/>
                  </a:cubicBezTo>
                  <a:cubicBezTo>
                    <a:pt x="260"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16"/>
            <p:cNvSpPr/>
            <p:nvPr/>
          </p:nvSpPr>
          <p:spPr>
            <a:xfrm>
              <a:off x="6348450" y="1087450"/>
              <a:ext cx="6300" cy="5525"/>
            </a:xfrm>
            <a:custGeom>
              <a:avLst/>
              <a:gdLst/>
              <a:ahLst/>
              <a:cxnLst/>
              <a:rect l="l" t="t" r="r" b="b"/>
              <a:pathLst>
                <a:path w="252" h="221" extrusionOk="0">
                  <a:moveTo>
                    <a:pt x="110" y="1"/>
                  </a:moveTo>
                  <a:cubicBezTo>
                    <a:pt x="62" y="1"/>
                    <a:pt x="23" y="27"/>
                    <a:pt x="23" y="78"/>
                  </a:cubicBezTo>
                  <a:cubicBezTo>
                    <a:pt x="0" y="146"/>
                    <a:pt x="46" y="215"/>
                    <a:pt x="92" y="215"/>
                  </a:cubicBezTo>
                  <a:cubicBezTo>
                    <a:pt x="104" y="219"/>
                    <a:pt x="117" y="221"/>
                    <a:pt x="129" y="221"/>
                  </a:cubicBezTo>
                  <a:cubicBezTo>
                    <a:pt x="183" y="221"/>
                    <a:pt x="229" y="184"/>
                    <a:pt x="229" y="146"/>
                  </a:cubicBezTo>
                  <a:cubicBezTo>
                    <a:pt x="251" y="78"/>
                    <a:pt x="206" y="9"/>
                    <a:pt x="160" y="9"/>
                  </a:cubicBezTo>
                  <a:cubicBezTo>
                    <a:pt x="143" y="4"/>
                    <a:pt x="126"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16"/>
            <p:cNvSpPr/>
            <p:nvPr/>
          </p:nvSpPr>
          <p:spPr>
            <a:xfrm>
              <a:off x="6868875" y="1463050"/>
              <a:ext cx="11425" cy="9975"/>
            </a:xfrm>
            <a:custGeom>
              <a:avLst/>
              <a:gdLst/>
              <a:ahLst/>
              <a:cxnLst/>
              <a:rect l="l" t="t" r="r" b="b"/>
              <a:pathLst>
                <a:path w="457" h="399" extrusionOk="0">
                  <a:moveTo>
                    <a:pt x="231" y="0"/>
                  </a:moveTo>
                  <a:cubicBezTo>
                    <a:pt x="137" y="0"/>
                    <a:pt x="66" y="65"/>
                    <a:pt x="46" y="164"/>
                  </a:cubicBezTo>
                  <a:cubicBezTo>
                    <a:pt x="0" y="256"/>
                    <a:pt x="69" y="370"/>
                    <a:pt x="183" y="393"/>
                  </a:cubicBezTo>
                  <a:cubicBezTo>
                    <a:pt x="198" y="396"/>
                    <a:pt x="214" y="398"/>
                    <a:pt x="230" y="398"/>
                  </a:cubicBezTo>
                  <a:cubicBezTo>
                    <a:pt x="309" y="398"/>
                    <a:pt x="392" y="351"/>
                    <a:pt x="411" y="256"/>
                  </a:cubicBezTo>
                  <a:cubicBezTo>
                    <a:pt x="457" y="141"/>
                    <a:pt x="388" y="50"/>
                    <a:pt x="274" y="4"/>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16"/>
            <p:cNvSpPr/>
            <p:nvPr/>
          </p:nvSpPr>
          <p:spPr>
            <a:xfrm>
              <a:off x="6204650" y="1726675"/>
              <a:ext cx="10875" cy="9375"/>
            </a:xfrm>
            <a:custGeom>
              <a:avLst/>
              <a:gdLst/>
              <a:ahLst/>
              <a:cxnLst/>
              <a:rect l="l" t="t" r="r" b="b"/>
              <a:pathLst>
                <a:path w="435" h="375" extrusionOk="0">
                  <a:moveTo>
                    <a:pt x="231" y="0"/>
                  </a:moveTo>
                  <a:cubicBezTo>
                    <a:pt x="137" y="0"/>
                    <a:pt x="66" y="62"/>
                    <a:pt x="46" y="142"/>
                  </a:cubicBezTo>
                  <a:cubicBezTo>
                    <a:pt x="0" y="233"/>
                    <a:pt x="69" y="347"/>
                    <a:pt x="160" y="370"/>
                  </a:cubicBezTo>
                  <a:cubicBezTo>
                    <a:pt x="175" y="373"/>
                    <a:pt x="190" y="374"/>
                    <a:pt x="204" y="374"/>
                  </a:cubicBezTo>
                  <a:cubicBezTo>
                    <a:pt x="297" y="374"/>
                    <a:pt x="369" y="312"/>
                    <a:pt x="388" y="233"/>
                  </a:cubicBezTo>
                  <a:cubicBezTo>
                    <a:pt x="434" y="142"/>
                    <a:pt x="366" y="28"/>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16"/>
            <p:cNvSpPr/>
            <p:nvPr/>
          </p:nvSpPr>
          <p:spPr>
            <a:xfrm>
              <a:off x="6218350" y="1478975"/>
              <a:ext cx="6300" cy="5475"/>
            </a:xfrm>
            <a:custGeom>
              <a:avLst/>
              <a:gdLst/>
              <a:ahLst/>
              <a:cxnLst/>
              <a:rect l="l" t="t" r="r" b="b"/>
              <a:pathLst>
                <a:path w="252" h="219" extrusionOk="0">
                  <a:moveTo>
                    <a:pt x="123" y="1"/>
                  </a:moveTo>
                  <a:cubicBezTo>
                    <a:pt x="69" y="1"/>
                    <a:pt x="23" y="38"/>
                    <a:pt x="23" y="75"/>
                  </a:cubicBezTo>
                  <a:cubicBezTo>
                    <a:pt x="0" y="144"/>
                    <a:pt x="46" y="212"/>
                    <a:pt x="92" y="212"/>
                  </a:cubicBezTo>
                  <a:cubicBezTo>
                    <a:pt x="104" y="216"/>
                    <a:pt x="117" y="218"/>
                    <a:pt x="129" y="218"/>
                  </a:cubicBezTo>
                  <a:cubicBezTo>
                    <a:pt x="183" y="218"/>
                    <a:pt x="228" y="181"/>
                    <a:pt x="228" y="144"/>
                  </a:cubicBezTo>
                  <a:cubicBezTo>
                    <a:pt x="251" y="75"/>
                    <a:pt x="228" y="7"/>
                    <a:pt x="160" y="7"/>
                  </a:cubicBezTo>
                  <a:cubicBezTo>
                    <a:pt x="147" y="2"/>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16"/>
            <p:cNvSpPr/>
            <p:nvPr/>
          </p:nvSpPr>
          <p:spPr>
            <a:xfrm>
              <a:off x="5850850" y="1546925"/>
              <a:ext cx="9725" cy="8825"/>
            </a:xfrm>
            <a:custGeom>
              <a:avLst/>
              <a:gdLst/>
              <a:ahLst/>
              <a:cxnLst/>
              <a:rect l="l" t="t" r="r" b="b"/>
              <a:pathLst>
                <a:path w="389" h="353" extrusionOk="0">
                  <a:moveTo>
                    <a:pt x="193" y="0"/>
                  </a:moveTo>
                  <a:cubicBezTo>
                    <a:pt x="115" y="0"/>
                    <a:pt x="43" y="62"/>
                    <a:pt x="24" y="142"/>
                  </a:cubicBezTo>
                  <a:cubicBezTo>
                    <a:pt x="1" y="233"/>
                    <a:pt x="69" y="324"/>
                    <a:pt x="160" y="347"/>
                  </a:cubicBezTo>
                  <a:cubicBezTo>
                    <a:pt x="176" y="351"/>
                    <a:pt x="191" y="353"/>
                    <a:pt x="206" y="353"/>
                  </a:cubicBezTo>
                  <a:cubicBezTo>
                    <a:pt x="280" y="353"/>
                    <a:pt x="347" y="305"/>
                    <a:pt x="366" y="210"/>
                  </a:cubicBezTo>
                  <a:cubicBezTo>
                    <a:pt x="389" y="119"/>
                    <a:pt x="343"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16"/>
            <p:cNvSpPr/>
            <p:nvPr/>
          </p:nvSpPr>
          <p:spPr>
            <a:xfrm>
              <a:off x="5838300" y="1502375"/>
              <a:ext cx="6300" cy="5300"/>
            </a:xfrm>
            <a:custGeom>
              <a:avLst/>
              <a:gdLst/>
              <a:ahLst/>
              <a:cxnLst/>
              <a:rect l="l" t="t" r="r" b="b"/>
              <a:pathLst>
                <a:path w="252" h="212" extrusionOk="0">
                  <a:moveTo>
                    <a:pt x="125" y="0"/>
                  </a:moveTo>
                  <a:cubicBezTo>
                    <a:pt x="76" y="0"/>
                    <a:pt x="42" y="38"/>
                    <a:pt x="23" y="75"/>
                  </a:cubicBezTo>
                  <a:cubicBezTo>
                    <a:pt x="1" y="143"/>
                    <a:pt x="46" y="189"/>
                    <a:pt x="92" y="212"/>
                  </a:cubicBezTo>
                  <a:cubicBezTo>
                    <a:pt x="160" y="212"/>
                    <a:pt x="206" y="189"/>
                    <a:pt x="229" y="121"/>
                  </a:cubicBezTo>
                  <a:cubicBezTo>
                    <a:pt x="252" y="75"/>
                    <a:pt x="206" y="6"/>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16"/>
            <p:cNvSpPr/>
            <p:nvPr/>
          </p:nvSpPr>
          <p:spPr>
            <a:xfrm>
              <a:off x="6180675" y="744000"/>
              <a:ext cx="7450" cy="7025"/>
            </a:xfrm>
            <a:custGeom>
              <a:avLst/>
              <a:gdLst/>
              <a:ahLst/>
              <a:cxnLst/>
              <a:rect l="l" t="t" r="r" b="b"/>
              <a:pathLst>
                <a:path w="298" h="281" extrusionOk="0">
                  <a:moveTo>
                    <a:pt x="147" y="1"/>
                  </a:moveTo>
                  <a:cubicBezTo>
                    <a:pt x="92" y="1"/>
                    <a:pt x="42" y="42"/>
                    <a:pt x="24" y="98"/>
                  </a:cubicBezTo>
                  <a:cubicBezTo>
                    <a:pt x="1" y="166"/>
                    <a:pt x="46" y="258"/>
                    <a:pt x="115" y="281"/>
                  </a:cubicBezTo>
                  <a:cubicBezTo>
                    <a:pt x="183" y="281"/>
                    <a:pt x="275" y="235"/>
                    <a:pt x="297" y="166"/>
                  </a:cubicBezTo>
                  <a:cubicBezTo>
                    <a:pt x="297" y="98"/>
                    <a:pt x="275"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16"/>
            <p:cNvSpPr/>
            <p:nvPr/>
          </p:nvSpPr>
          <p:spPr>
            <a:xfrm>
              <a:off x="6165275" y="635000"/>
              <a:ext cx="6300" cy="5900"/>
            </a:xfrm>
            <a:custGeom>
              <a:avLst/>
              <a:gdLst/>
              <a:ahLst/>
              <a:cxnLst/>
              <a:rect l="l" t="t" r="r" b="b"/>
              <a:pathLst>
                <a:path w="252" h="236" extrusionOk="0">
                  <a:moveTo>
                    <a:pt x="123" y="1"/>
                  </a:moveTo>
                  <a:cubicBezTo>
                    <a:pt x="69" y="1"/>
                    <a:pt x="23" y="38"/>
                    <a:pt x="23" y="76"/>
                  </a:cubicBezTo>
                  <a:cubicBezTo>
                    <a:pt x="0" y="144"/>
                    <a:pt x="46" y="212"/>
                    <a:pt x="92" y="235"/>
                  </a:cubicBezTo>
                  <a:cubicBezTo>
                    <a:pt x="160" y="235"/>
                    <a:pt x="229" y="212"/>
                    <a:pt x="252" y="144"/>
                  </a:cubicBezTo>
                  <a:cubicBezTo>
                    <a:pt x="252" y="76"/>
                    <a:pt x="229" y="30"/>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16"/>
            <p:cNvSpPr/>
            <p:nvPr/>
          </p:nvSpPr>
          <p:spPr>
            <a:xfrm>
              <a:off x="6252575" y="1253050"/>
              <a:ext cx="9725" cy="8800"/>
            </a:xfrm>
            <a:custGeom>
              <a:avLst/>
              <a:gdLst/>
              <a:ahLst/>
              <a:cxnLst/>
              <a:rect l="l" t="t" r="r" b="b"/>
              <a:pathLst>
                <a:path w="389" h="352" extrusionOk="0">
                  <a:moveTo>
                    <a:pt x="193" y="0"/>
                  </a:moveTo>
                  <a:cubicBezTo>
                    <a:pt x="115" y="0"/>
                    <a:pt x="43" y="62"/>
                    <a:pt x="24" y="142"/>
                  </a:cubicBezTo>
                  <a:cubicBezTo>
                    <a:pt x="1" y="233"/>
                    <a:pt x="69" y="324"/>
                    <a:pt x="161" y="347"/>
                  </a:cubicBezTo>
                  <a:cubicBezTo>
                    <a:pt x="170" y="350"/>
                    <a:pt x="179" y="352"/>
                    <a:pt x="190" y="352"/>
                  </a:cubicBezTo>
                  <a:cubicBezTo>
                    <a:pt x="257" y="352"/>
                    <a:pt x="346" y="290"/>
                    <a:pt x="366" y="210"/>
                  </a:cubicBezTo>
                  <a:cubicBezTo>
                    <a:pt x="389" y="119"/>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16"/>
            <p:cNvSpPr/>
            <p:nvPr/>
          </p:nvSpPr>
          <p:spPr>
            <a:xfrm>
              <a:off x="6334750" y="1376825"/>
              <a:ext cx="6875" cy="6450"/>
            </a:xfrm>
            <a:custGeom>
              <a:avLst/>
              <a:gdLst/>
              <a:ahLst/>
              <a:cxnLst/>
              <a:rect l="l" t="t" r="r" b="b"/>
              <a:pathLst>
                <a:path w="275" h="258" extrusionOk="0">
                  <a:moveTo>
                    <a:pt x="147" y="1"/>
                  </a:moveTo>
                  <a:cubicBezTo>
                    <a:pt x="92" y="1"/>
                    <a:pt x="42" y="42"/>
                    <a:pt x="23" y="98"/>
                  </a:cubicBezTo>
                  <a:cubicBezTo>
                    <a:pt x="1" y="167"/>
                    <a:pt x="46" y="235"/>
                    <a:pt x="115" y="258"/>
                  </a:cubicBezTo>
                  <a:cubicBezTo>
                    <a:pt x="183" y="258"/>
                    <a:pt x="252" y="235"/>
                    <a:pt x="252" y="167"/>
                  </a:cubicBezTo>
                  <a:cubicBezTo>
                    <a:pt x="274" y="98"/>
                    <a:pt x="229"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16"/>
            <p:cNvSpPr/>
            <p:nvPr/>
          </p:nvSpPr>
          <p:spPr>
            <a:xfrm>
              <a:off x="6214925" y="1197075"/>
              <a:ext cx="7425" cy="6600"/>
            </a:xfrm>
            <a:custGeom>
              <a:avLst/>
              <a:gdLst/>
              <a:ahLst/>
              <a:cxnLst/>
              <a:rect l="l" t="t" r="r" b="b"/>
              <a:pathLst>
                <a:path w="297" h="264" extrusionOk="0">
                  <a:moveTo>
                    <a:pt x="147" y="1"/>
                  </a:moveTo>
                  <a:cubicBezTo>
                    <a:pt x="92" y="1"/>
                    <a:pt x="42" y="42"/>
                    <a:pt x="23" y="98"/>
                  </a:cubicBezTo>
                  <a:cubicBezTo>
                    <a:pt x="0" y="167"/>
                    <a:pt x="46" y="235"/>
                    <a:pt x="114" y="258"/>
                  </a:cubicBezTo>
                  <a:cubicBezTo>
                    <a:pt x="127" y="262"/>
                    <a:pt x="139" y="264"/>
                    <a:pt x="151"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16"/>
            <p:cNvSpPr/>
            <p:nvPr/>
          </p:nvSpPr>
          <p:spPr>
            <a:xfrm>
              <a:off x="6338175" y="1347200"/>
              <a:ext cx="10875" cy="9950"/>
            </a:xfrm>
            <a:custGeom>
              <a:avLst/>
              <a:gdLst/>
              <a:ahLst/>
              <a:cxnLst/>
              <a:rect l="l" t="t" r="r" b="b"/>
              <a:pathLst>
                <a:path w="435" h="398" extrusionOk="0">
                  <a:moveTo>
                    <a:pt x="215" y="1"/>
                  </a:moveTo>
                  <a:cubicBezTo>
                    <a:pt x="132" y="1"/>
                    <a:pt x="43" y="65"/>
                    <a:pt x="23" y="165"/>
                  </a:cubicBezTo>
                  <a:cubicBezTo>
                    <a:pt x="1" y="256"/>
                    <a:pt x="69" y="370"/>
                    <a:pt x="160" y="393"/>
                  </a:cubicBezTo>
                  <a:cubicBezTo>
                    <a:pt x="175" y="396"/>
                    <a:pt x="190" y="397"/>
                    <a:pt x="204" y="397"/>
                  </a:cubicBezTo>
                  <a:cubicBezTo>
                    <a:pt x="298" y="397"/>
                    <a:pt x="372" y="335"/>
                    <a:pt x="411" y="256"/>
                  </a:cubicBezTo>
                  <a:cubicBezTo>
                    <a:pt x="434" y="142"/>
                    <a:pt x="366" y="51"/>
                    <a:pt x="252" y="5"/>
                  </a:cubicBezTo>
                  <a:cubicBezTo>
                    <a:pt x="240" y="2"/>
                    <a:pt x="228"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16"/>
            <p:cNvSpPr/>
            <p:nvPr/>
          </p:nvSpPr>
          <p:spPr>
            <a:xfrm>
              <a:off x="6325050" y="1316925"/>
              <a:ext cx="7450" cy="7025"/>
            </a:xfrm>
            <a:custGeom>
              <a:avLst/>
              <a:gdLst/>
              <a:ahLst/>
              <a:cxnLst/>
              <a:rect l="l" t="t" r="r" b="b"/>
              <a:pathLst>
                <a:path w="298" h="281" extrusionOk="0">
                  <a:moveTo>
                    <a:pt x="147" y="0"/>
                  </a:moveTo>
                  <a:cubicBezTo>
                    <a:pt x="92" y="0"/>
                    <a:pt x="42" y="41"/>
                    <a:pt x="23" y="98"/>
                  </a:cubicBezTo>
                  <a:cubicBezTo>
                    <a:pt x="1" y="189"/>
                    <a:pt x="46" y="257"/>
                    <a:pt x="115" y="280"/>
                  </a:cubicBezTo>
                  <a:cubicBezTo>
                    <a:pt x="206" y="280"/>
                    <a:pt x="274" y="234"/>
                    <a:pt x="297" y="166"/>
                  </a:cubicBezTo>
                  <a:cubicBezTo>
                    <a:pt x="297" y="98"/>
                    <a:pt x="252"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16"/>
            <p:cNvSpPr/>
            <p:nvPr/>
          </p:nvSpPr>
          <p:spPr>
            <a:xfrm>
              <a:off x="6260575" y="1249625"/>
              <a:ext cx="8575" cy="7700"/>
            </a:xfrm>
            <a:custGeom>
              <a:avLst/>
              <a:gdLst/>
              <a:ahLst/>
              <a:cxnLst/>
              <a:rect l="l" t="t" r="r" b="b"/>
              <a:pathLst>
                <a:path w="343" h="308" extrusionOk="0">
                  <a:moveTo>
                    <a:pt x="177" y="0"/>
                  </a:moveTo>
                  <a:cubicBezTo>
                    <a:pt x="114" y="0"/>
                    <a:pt x="43" y="60"/>
                    <a:pt x="23" y="119"/>
                  </a:cubicBezTo>
                  <a:cubicBezTo>
                    <a:pt x="0" y="210"/>
                    <a:pt x="46" y="302"/>
                    <a:pt x="137" y="302"/>
                  </a:cubicBezTo>
                  <a:cubicBezTo>
                    <a:pt x="153" y="306"/>
                    <a:pt x="169" y="307"/>
                    <a:pt x="183" y="307"/>
                  </a:cubicBezTo>
                  <a:cubicBezTo>
                    <a:pt x="251" y="307"/>
                    <a:pt x="301" y="267"/>
                    <a:pt x="320" y="210"/>
                  </a:cubicBezTo>
                  <a:cubicBezTo>
                    <a:pt x="343" y="119"/>
                    <a:pt x="297" y="28"/>
                    <a:pt x="206" y="5"/>
                  </a:cubicBezTo>
                  <a:cubicBezTo>
                    <a:pt x="197" y="2"/>
                    <a:pt x="187" y="0"/>
                    <a:pt x="17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16"/>
            <p:cNvSpPr/>
            <p:nvPr/>
          </p:nvSpPr>
          <p:spPr>
            <a:xfrm>
              <a:off x="5614625" y="837725"/>
              <a:ext cx="8000" cy="7575"/>
            </a:xfrm>
            <a:custGeom>
              <a:avLst/>
              <a:gdLst/>
              <a:ahLst/>
              <a:cxnLst/>
              <a:rect l="l" t="t" r="r" b="b"/>
              <a:pathLst>
                <a:path w="320" h="303" extrusionOk="0">
                  <a:moveTo>
                    <a:pt x="183" y="1"/>
                  </a:moveTo>
                  <a:cubicBezTo>
                    <a:pt x="114" y="1"/>
                    <a:pt x="46" y="47"/>
                    <a:pt x="23" y="115"/>
                  </a:cubicBezTo>
                  <a:cubicBezTo>
                    <a:pt x="0" y="184"/>
                    <a:pt x="46" y="275"/>
                    <a:pt x="114" y="298"/>
                  </a:cubicBezTo>
                  <a:cubicBezTo>
                    <a:pt x="126" y="301"/>
                    <a:pt x="138" y="302"/>
                    <a:pt x="150" y="302"/>
                  </a:cubicBezTo>
                  <a:cubicBezTo>
                    <a:pt x="223" y="302"/>
                    <a:pt x="277" y="243"/>
                    <a:pt x="297" y="184"/>
                  </a:cubicBezTo>
                  <a:cubicBezTo>
                    <a:pt x="320" y="115"/>
                    <a:pt x="274"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16"/>
            <p:cNvSpPr/>
            <p:nvPr/>
          </p:nvSpPr>
          <p:spPr>
            <a:xfrm>
              <a:off x="5655700" y="1408000"/>
              <a:ext cx="11425" cy="10200"/>
            </a:xfrm>
            <a:custGeom>
              <a:avLst/>
              <a:gdLst/>
              <a:ahLst/>
              <a:cxnLst/>
              <a:rect l="l" t="t" r="r" b="b"/>
              <a:pathLst>
                <a:path w="457" h="408" extrusionOk="0">
                  <a:moveTo>
                    <a:pt x="202" y="1"/>
                  </a:moveTo>
                  <a:cubicBezTo>
                    <a:pt x="116" y="1"/>
                    <a:pt x="41" y="62"/>
                    <a:pt x="23" y="152"/>
                  </a:cubicBezTo>
                  <a:cubicBezTo>
                    <a:pt x="0" y="266"/>
                    <a:pt x="69" y="380"/>
                    <a:pt x="183" y="403"/>
                  </a:cubicBezTo>
                  <a:cubicBezTo>
                    <a:pt x="195" y="406"/>
                    <a:pt x="207" y="408"/>
                    <a:pt x="220" y="408"/>
                  </a:cubicBezTo>
                  <a:cubicBezTo>
                    <a:pt x="303" y="408"/>
                    <a:pt x="391" y="346"/>
                    <a:pt x="411" y="266"/>
                  </a:cubicBezTo>
                  <a:cubicBezTo>
                    <a:pt x="457" y="152"/>
                    <a:pt x="388" y="38"/>
                    <a:pt x="274" y="15"/>
                  </a:cubicBezTo>
                  <a:cubicBezTo>
                    <a:pt x="250" y="5"/>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16"/>
            <p:cNvSpPr/>
            <p:nvPr/>
          </p:nvSpPr>
          <p:spPr>
            <a:xfrm>
              <a:off x="5660825" y="1394525"/>
              <a:ext cx="9175" cy="8300"/>
            </a:xfrm>
            <a:custGeom>
              <a:avLst/>
              <a:gdLst/>
              <a:ahLst/>
              <a:cxnLst/>
              <a:rect l="l" t="t" r="r" b="b"/>
              <a:pathLst>
                <a:path w="367" h="332" extrusionOk="0">
                  <a:moveTo>
                    <a:pt x="182" y="1"/>
                  </a:moveTo>
                  <a:cubicBezTo>
                    <a:pt x="109" y="1"/>
                    <a:pt x="43" y="45"/>
                    <a:pt x="24" y="121"/>
                  </a:cubicBezTo>
                  <a:cubicBezTo>
                    <a:pt x="1" y="212"/>
                    <a:pt x="47" y="303"/>
                    <a:pt x="138" y="326"/>
                  </a:cubicBezTo>
                  <a:cubicBezTo>
                    <a:pt x="154" y="330"/>
                    <a:pt x="169" y="332"/>
                    <a:pt x="184" y="332"/>
                  </a:cubicBezTo>
                  <a:cubicBezTo>
                    <a:pt x="258" y="332"/>
                    <a:pt x="324" y="288"/>
                    <a:pt x="343" y="212"/>
                  </a:cubicBezTo>
                  <a:cubicBezTo>
                    <a:pt x="366" y="121"/>
                    <a:pt x="320" y="29"/>
                    <a:pt x="229" y="6"/>
                  </a:cubicBezTo>
                  <a:cubicBezTo>
                    <a:pt x="213" y="3"/>
                    <a:pt x="198"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16"/>
            <p:cNvSpPr/>
            <p:nvPr/>
          </p:nvSpPr>
          <p:spPr>
            <a:xfrm>
              <a:off x="5673950" y="1387825"/>
              <a:ext cx="7450" cy="7025"/>
            </a:xfrm>
            <a:custGeom>
              <a:avLst/>
              <a:gdLst/>
              <a:ahLst/>
              <a:cxnLst/>
              <a:rect l="l" t="t" r="r" b="b"/>
              <a:pathLst>
                <a:path w="298" h="281" extrusionOk="0">
                  <a:moveTo>
                    <a:pt x="183" y="1"/>
                  </a:moveTo>
                  <a:cubicBezTo>
                    <a:pt x="115" y="1"/>
                    <a:pt x="24" y="46"/>
                    <a:pt x="1" y="115"/>
                  </a:cubicBezTo>
                  <a:cubicBezTo>
                    <a:pt x="1" y="183"/>
                    <a:pt x="47" y="274"/>
                    <a:pt x="115" y="274"/>
                  </a:cubicBezTo>
                  <a:cubicBezTo>
                    <a:pt x="127" y="278"/>
                    <a:pt x="140" y="280"/>
                    <a:pt x="153" y="280"/>
                  </a:cubicBezTo>
                  <a:cubicBezTo>
                    <a:pt x="213" y="280"/>
                    <a:pt x="275" y="239"/>
                    <a:pt x="275" y="183"/>
                  </a:cubicBezTo>
                  <a:cubicBezTo>
                    <a:pt x="298" y="115"/>
                    <a:pt x="252" y="23"/>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16"/>
            <p:cNvSpPr/>
            <p:nvPr/>
          </p:nvSpPr>
          <p:spPr>
            <a:xfrm>
              <a:off x="5683650" y="1376425"/>
              <a:ext cx="8025" cy="7425"/>
            </a:xfrm>
            <a:custGeom>
              <a:avLst/>
              <a:gdLst/>
              <a:ahLst/>
              <a:cxnLst/>
              <a:rect l="l" t="t" r="r" b="b"/>
              <a:pathLst>
                <a:path w="321" h="297" extrusionOk="0">
                  <a:moveTo>
                    <a:pt x="184" y="0"/>
                  </a:moveTo>
                  <a:cubicBezTo>
                    <a:pt x="115" y="0"/>
                    <a:pt x="24" y="46"/>
                    <a:pt x="24" y="114"/>
                  </a:cubicBezTo>
                  <a:cubicBezTo>
                    <a:pt x="1" y="183"/>
                    <a:pt x="47" y="274"/>
                    <a:pt x="115" y="297"/>
                  </a:cubicBezTo>
                  <a:cubicBezTo>
                    <a:pt x="184" y="297"/>
                    <a:pt x="275" y="251"/>
                    <a:pt x="298" y="183"/>
                  </a:cubicBezTo>
                  <a:cubicBezTo>
                    <a:pt x="320" y="114"/>
                    <a:pt x="275" y="23"/>
                    <a:pt x="18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16"/>
            <p:cNvSpPr/>
            <p:nvPr/>
          </p:nvSpPr>
          <p:spPr>
            <a:xfrm>
              <a:off x="5882250" y="1540025"/>
              <a:ext cx="5725" cy="5475"/>
            </a:xfrm>
            <a:custGeom>
              <a:avLst/>
              <a:gdLst/>
              <a:ahLst/>
              <a:cxnLst/>
              <a:rect l="l" t="t" r="r" b="b"/>
              <a:pathLst>
                <a:path w="229" h="219" extrusionOk="0">
                  <a:moveTo>
                    <a:pt x="110" y="1"/>
                  </a:moveTo>
                  <a:cubicBezTo>
                    <a:pt x="69" y="1"/>
                    <a:pt x="23" y="38"/>
                    <a:pt x="23" y="75"/>
                  </a:cubicBezTo>
                  <a:cubicBezTo>
                    <a:pt x="0" y="144"/>
                    <a:pt x="46" y="189"/>
                    <a:pt x="91" y="212"/>
                  </a:cubicBezTo>
                  <a:cubicBezTo>
                    <a:pt x="100" y="217"/>
                    <a:pt x="109" y="218"/>
                    <a:pt x="118" y="218"/>
                  </a:cubicBezTo>
                  <a:cubicBezTo>
                    <a:pt x="160" y="218"/>
                    <a:pt x="206" y="181"/>
                    <a:pt x="206" y="144"/>
                  </a:cubicBezTo>
                  <a:cubicBezTo>
                    <a:pt x="228" y="75"/>
                    <a:pt x="206" y="30"/>
                    <a:pt x="137" y="7"/>
                  </a:cubicBezTo>
                  <a:cubicBezTo>
                    <a:pt x="129" y="3"/>
                    <a:pt x="120"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16"/>
            <p:cNvSpPr/>
            <p:nvPr/>
          </p:nvSpPr>
          <p:spPr>
            <a:xfrm>
              <a:off x="6095650" y="988850"/>
              <a:ext cx="8600" cy="7700"/>
            </a:xfrm>
            <a:custGeom>
              <a:avLst/>
              <a:gdLst/>
              <a:ahLst/>
              <a:cxnLst/>
              <a:rect l="l" t="t" r="r" b="b"/>
              <a:pathLst>
                <a:path w="344" h="308" extrusionOk="0">
                  <a:moveTo>
                    <a:pt x="178" y="0"/>
                  </a:moveTo>
                  <a:cubicBezTo>
                    <a:pt x="114" y="0"/>
                    <a:pt x="43" y="60"/>
                    <a:pt x="24" y="119"/>
                  </a:cubicBezTo>
                  <a:cubicBezTo>
                    <a:pt x="1" y="210"/>
                    <a:pt x="46" y="301"/>
                    <a:pt x="138" y="301"/>
                  </a:cubicBezTo>
                  <a:cubicBezTo>
                    <a:pt x="154" y="305"/>
                    <a:pt x="169" y="307"/>
                    <a:pt x="184" y="307"/>
                  </a:cubicBezTo>
                  <a:cubicBezTo>
                    <a:pt x="252" y="307"/>
                    <a:pt x="302" y="266"/>
                    <a:pt x="320" y="210"/>
                  </a:cubicBezTo>
                  <a:cubicBezTo>
                    <a:pt x="343" y="119"/>
                    <a:pt x="297" y="28"/>
                    <a:pt x="206" y="5"/>
                  </a:cubicBezTo>
                  <a:cubicBezTo>
                    <a:pt x="197" y="2"/>
                    <a:pt x="187"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16"/>
            <p:cNvSpPr/>
            <p:nvPr/>
          </p:nvSpPr>
          <p:spPr>
            <a:xfrm>
              <a:off x="6099075" y="1000800"/>
              <a:ext cx="6875" cy="6025"/>
            </a:xfrm>
            <a:custGeom>
              <a:avLst/>
              <a:gdLst/>
              <a:ahLst/>
              <a:cxnLst/>
              <a:rect l="l" t="t" r="r" b="b"/>
              <a:pathLst>
                <a:path w="275" h="241" extrusionOk="0">
                  <a:moveTo>
                    <a:pt x="147" y="0"/>
                  </a:moveTo>
                  <a:cubicBezTo>
                    <a:pt x="92" y="0"/>
                    <a:pt x="42" y="41"/>
                    <a:pt x="24" y="97"/>
                  </a:cubicBezTo>
                  <a:cubicBezTo>
                    <a:pt x="1" y="166"/>
                    <a:pt x="46" y="234"/>
                    <a:pt x="115" y="234"/>
                  </a:cubicBezTo>
                  <a:cubicBezTo>
                    <a:pt x="127" y="238"/>
                    <a:pt x="139" y="240"/>
                    <a:pt x="151" y="240"/>
                  </a:cubicBezTo>
                  <a:cubicBezTo>
                    <a:pt x="205" y="240"/>
                    <a:pt x="252" y="199"/>
                    <a:pt x="252" y="143"/>
                  </a:cubicBezTo>
                  <a:cubicBezTo>
                    <a:pt x="275" y="97"/>
                    <a:pt x="229"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16"/>
            <p:cNvSpPr/>
            <p:nvPr/>
          </p:nvSpPr>
          <p:spPr>
            <a:xfrm>
              <a:off x="6043725" y="1023400"/>
              <a:ext cx="11450" cy="10200"/>
            </a:xfrm>
            <a:custGeom>
              <a:avLst/>
              <a:gdLst/>
              <a:ahLst/>
              <a:cxnLst/>
              <a:rect l="l" t="t" r="r" b="b"/>
              <a:pathLst>
                <a:path w="458" h="408" extrusionOk="0">
                  <a:moveTo>
                    <a:pt x="214" y="1"/>
                  </a:moveTo>
                  <a:cubicBezTo>
                    <a:pt x="138" y="1"/>
                    <a:pt x="59" y="62"/>
                    <a:pt x="23" y="152"/>
                  </a:cubicBezTo>
                  <a:cubicBezTo>
                    <a:pt x="1" y="266"/>
                    <a:pt x="69" y="380"/>
                    <a:pt x="183" y="403"/>
                  </a:cubicBezTo>
                  <a:cubicBezTo>
                    <a:pt x="198" y="406"/>
                    <a:pt x="213" y="407"/>
                    <a:pt x="228" y="407"/>
                  </a:cubicBezTo>
                  <a:cubicBezTo>
                    <a:pt x="326" y="407"/>
                    <a:pt x="415" y="345"/>
                    <a:pt x="434" y="266"/>
                  </a:cubicBezTo>
                  <a:cubicBezTo>
                    <a:pt x="457" y="152"/>
                    <a:pt x="389" y="38"/>
                    <a:pt x="275" y="15"/>
                  </a:cubicBezTo>
                  <a:cubicBezTo>
                    <a:pt x="255" y="5"/>
                    <a:pt x="235" y="1"/>
                    <a:pt x="21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16"/>
            <p:cNvSpPr/>
            <p:nvPr/>
          </p:nvSpPr>
          <p:spPr>
            <a:xfrm>
              <a:off x="6072825" y="1003800"/>
              <a:ext cx="5725" cy="5725"/>
            </a:xfrm>
            <a:custGeom>
              <a:avLst/>
              <a:gdLst/>
              <a:ahLst/>
              <a:cxnLst/>
              <a:rect l="l" t="t" r="r" b="b"/>
              <a:pathLst>
                <a:path w="229" h="229" extrusionOk="0">
                  <a:moveTo>
                    <a:pt x="138" y="0"/>
                  </a:moveTo>
                  <a:cubicBezTo>
                    <a:pt x="69" y="0"/>
                    <a:pt x="24" y="23"/>
                    <a:pt x="1" y="91"/>
                  </a:cubicBezTo>
                  <a:cubicBezTo>
                    <a:pt x="1" y="137"/>
                    <a:pt x="24" y="206"/>
                    <a:pt x="92" y="228"/>
                  </a:cubicBezTo>
                  <a:cubicBezTo>
                    <a:pt x="138" y="228"/>
                    <a:pt x="206" y="206"/>
                    <a:pt x="206" y="137"/>
                  </a:cubicBezTo>
                  <a:cubicBezTo>
                    <a:pt x="229" y="91"/>
                    <a:pt x="206" y="23"/>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16"/>
            <p:cNvSpPr/>
            <p:nvPr/>
          </p:nvSpPr>
          <p:spPr>
            <a:xfrm>
              <a:off x="6714225" y="1160000"/>
              <a:ext cx="7450" cy="6600"/>
            </a:xfrm>
            <a:custGeom>
              <a:avLst/>
              <a:gdLst/>
              <a:ahLst/>
              <a:cxnLst/>
              <a:rect l="l" t="t" r="r" b="b"/>
              <a:pathLst>
                <a:path w="298" h="264" extrusionOk="0">
                  <a:moveTo>
                    <a:pt x="145" y="0"/>
                  </a:moveTo>
                  <a:cubicBezTo>
                    <a:pt x="85" y="0"/>
                    <a:pt x="23" y="41"/>
                    <a:pt x="23" y="98"/>
                  </a:cubicBezTo>
                  <a:cubicBezTo>
                    <a:pt x="0" y="166"/>
                    <a:pt x="46" y="257"/>
                    <a:pt x="115" y="257"/>
                  </a:cubicBezTo>
                  <a:cubicBezTo>
                    <a:pt x="127" y="261"/>
                    <a:pt x="140" y="263"/>
                    <a:pt x="152" y="263"/>
                  </a:cubicBezTo>
                  <a:cubicBezTo>
                    <a:pt x="212" y="263"/>
                    <a:pt x="274" y="222"/>
                    <a:pt x="274" y="166"/>
                  </a:cubicBezTo>
                  <a:cubicBezTo>
                    <a:pt x="297" y="98"/>
                    <a:pt x="251" y="6"/>
                    <a:pt x="183" y="6"/>
                  </a:cubicBezTo>
                  <a:cubicBezTo>
                    <a:pt x="171" y="2"/>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16"/>
            <p:cNvSpPr/>
            <p:nvPr/>
          </p:nvSpPr>
          <p:spPr>
            <a:xfrm>
              <a:off x="6736475" y="1128025"/>
              <a:ext cx="6300" cy="5900"/>
            </a:xfrm>
            <a:custGeom>
              <a:avLst/>
              <a:gdLst/>
              <a:ahLst/>
              <a:cxnLst/>
              <a:rect l="l" t="t" r="r" b="b"/>
              <a:pathLst>
                <a:path w="252" h="236" extrusionOk="0">
                  <a:moveTo>
                    <a:pt x="123" y="1"/>
                  </a:moveTo>
                  <a:cubicBezTo>
                    <a:pt x="69" y="1"/>
                    <a:pt x="23" y="38"/>
                    <a:pt x="23" y="76"/>
                  </a:cubicBezTo>
                  <a:cubicBezTo>
                    <a:pt x="1" y="144"/>
                    <a:pt x="46" y="212"/>
                    <a:pt x="92" y="235"/>
                  </a:cubicBezTo>
                  <a:cubicBezTo>
                    <a:pt x="160" y="235"/>
                    <a:pt x="229" y="212"/>
                    <a:pt x="252" y="144"/>
                  </a:cubicBezTo>
                  <a:cubicBezTo>
                    <a:pt x="252" y="76"/>
                    <a:pt x="229"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16"/>
            <p:cNvSpPr/>
            <p:nvPr/>
          </p:nvSpPr>
          <p:spPr>
            <a:xfrm>
              <a:off x="5535875" y="1837025"/>
              <a:ext cx="8000" cy="6975"/>
            </a:xfrm>
            <a:custGeom>
              <a:avLst/>
              <a:gdLst/>
              <a:ahLst/>
              <a:cxnLst/>
              <a:rect l="l" t="t" r="r" b="b"/>
              <a:pathLst>
                <a:path w="320" h="279" extrusionOk="0">
                  <a:moveTo>
                    <a:pt x="149" y="0"/>
                  </a:moveTo>
                  <a:cubicBezTo>
                    <a:pt x="101" y="0"/>
                    <a:pt x="56" y="38"/>
                    <a:pt x="23" y="87"/>
                  </a:cubicBezTo>
                  <a:cubicBezTo>
                    <a:pt x="0" y="156"/>
                    <a:pt x="23" y="224"/>
                    <a:pt x="91" y="270"/>
                  </a:cubicBezTo>
                  <a:cubicBezTo>
                    <a:pt x="109" y="276"/>
                    <a:pt x="127" y="278"/>
                    <a:pt x="146" y="278"/>
                  </a:cubicBezTo>
                  <a:cubicBezTo>
                    <a:pt x="201" y="278"/>
                    <a:pt x="257" y="253"/>
                    <a:pt x="274" y="201"/>
                  </a:cubicBezTo>
                  <a:cubicBezTo>
                    <a:pt x="320" y="133"/>
                    <a:pt x="274" y="42"/>
                    <a:pt x="206" y="19"/>
                  </a:cubicBezTo>
                  <a:cubicBezTo>
                    <a:pt x="186" y="6"/>
                    <a:pt x="167" y="0"/>
                    <a:pt x="14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16"/>
            <p:cNvSpPr/>
            <p:nvPr/>
          </p:nvSpPr>
          <p:spPr>
            <a:xfrm>
              <a:off x="5753275" y="1807575"/>
              <a:ext cx="12000" cy="10400"/>
            </a:xfrm>
            <a:custGeom>
              <a:avLst/>
              <a:gdLst/>
              <a:ahLst/>
              <a:cxnLst/>
              <a:rect l="l" t="t" r="r" b="b"/>
              <a:pathLst>
                <a:path w="480" h="416" extrusionOk="0">
                  <a:moveTo>
                    <a:pt x="228" y="1"/>
                  </a:moveTo>
                  <a:cubicBezTo>
                    <a:pt x="160" y="1"/>
                    <a:pt x="93" y="47"/>
                    <a:pt x="46" y="124"/>
                  </a:cubicBezTo>
                  <a:cubicBezTo>
                    <a:pt x="1" y="215"/>
                    <a:pt x="46" y="352"/>
                    <a:pt x="160" y="398"/>
                  </a:cubicBezTo>
                  <a:cubicBezTo>
                    <a:pt x="185" y="410"/>
                    <a:pt x="211" y="416"/>
                    <a:pt x="237" y="416"/>
                  </a:cubicBezTo>
                  <a:cubicBezTo>
                    <a:pt x="310" y="416"/>
                    <a:pt x="384" y="374"/>
                    <a:pt x="434" y="307"/>
                  </a:cubicBezTo>
                  <a:cubicBezTo>
                    <a:pt x="480" y="193"/>
                    <a:pt x="434" y="78"/>
                    <a:pt x="320" y="33"/>
                  </a:cubicBezTo>
                  <a:cubicBezTo>
                    <a:pt x="291" y="11"/>
                    <a:pt x="259" y="1"/>
                    <a:pt x="2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16"/>
            <p:cNvSpPr/>
            <p:nvPr/>
          </p:nvSpPr>
          <p:spPr>
            <a:xfrm>
              <a:off x="5846850" y="1960850"/>
              <a:ext cx="9725" cy="8675"/>
            </a:xfrm>
            <a:custGeom>
              <a:avLst/>
              <a:gdLst/>
              <a:ahLst/>
              <a:cxnLst/>
              <a:rect l="l" t="t" r="r" b="b"/>
              <a:pathLst>
                <a:path w="389" h="347" extrusionOk="0">
                  <a:moveTo>
                    <a:pt x="195" y="1"/>
                  </a:moveTo>
                  <a:cubicBezTo>
                    <a:pt x="125" y="1"/>
                    <a:pt x="57" y="38"/>
                    <a:pt x="24" y="87"/>
                  </a:cubicBezTo>
                  <a:cubicBezTo>
                    <a:pt x="1" y="179"/>
                    <a:pt x="24" y="293"/>
                    <a:pt x="115" y="338"/>
                  </a:cubicBezTo>
                  <a:cubicBezTo>
                    <a:pt x="137" y="344"/>
                    <a:pt x="158" y="347"/>
                    <a:pt x="179" y="347"/>
                  </a:cubicBezTo>
                  <a:cubicBezTo>
                    <a:pt x="247" y="347"/>
                    <a:pt x="308" y="317"/>
                    <a:pt x="343" y="247"/>
                  </a:cubicBezTo>
                  <a:cubicBezTo>
                    <a:pt x="389" y="156"/>
                    <a:pt x="343" y="65"/>
                    <a:pt x="275" y="19"/>
                  </a:cubicBezTo>
                  <a:cubicBezTo>
                    <a:pt x="249" y="6"/>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16"/>
            <p:cNvSpPr/>
            <p:nvPr/>
          </p:nvSpPr>
          <p:spPr>
            <a:xfrm>
              <a:off x="5853150" y="1946600"/>
              <a:ext cx="10850" cy="9475"/>
            </a:xfrm>
            <a:custGeom>
              <a:avLst/>
              <a:gdLst/>
              <a:ahLst/>
              <a:cxnLst/>
              <a:rect l="l" t="t" r="r" b="b"/>
              <a:pathLst>
                <a:path w="434" h="379" extrusionOk="0">
                  <a:moveTo>
                    <a:pt x="220" y="0"/>
                  </a:moveTo>
                  <a:cubicBezTo>
                    <a:pt x="149" y="0"/>
                    <a:pt x="79" y="43"/>
                    <a:pt x="46" y="110"/>
                  </a:cubicBezTo>
                  <a:cubicBezTo>
                    <a:pt x="0" y="201"/>
                    <a:pt x="23" y="315"/>
                    <a:pt x="137" y="361"/>
                  </a:cubicBezTo>
                  <a:cubicBezTo>
                    <a:pt x="161" y="373"/>
                    <a:pt x="188" y="379"/>
                    <a:pt x="214" y="379"/>
                  </a:cubicBezTo>
                  <a:cubicBezTo>
                    <a:pt x="285" y="379"/>
                    <a:pt x="355" y="336"/>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16"/>
            <p:cNvSpPr/>
            <p:nvPr/>
          </p:nvSpPr>
          <p:spPr>
            <a:xfrm>
              <a:off x="5867400" y="1956850"/>
              <a:ext cx="9150" cy="7900"/>
            </a:xfrm>
            <a:custGeom>
              <a:avLst/>
              <a:gdLst/>
              <a:ahLst/>
              <a:cxnLst/>
              <a:rect l="l" t="t" r="r" b="b"/>
              <a:pathLst>
                <a:path w="366" h="316" extrusionOk="0">
                  <a:moveTo>
                    <a:pt x="176" y="1"/>
                  </a:moveTo>
                  <a:cubicBezTo>
                    <a:pt x="113" y="1"/>
                    <a:pt x="56" y="38"/>
                    <a:pt x="23" y="88"/>
                  </a:cubicBezTo>
                  <a:cubicBezTo>
                    <a:pt x="1" y="179"/>
                    <a:pt x="23" y="270"/>
                    <a:pt x="115" y="293"/>
                  </a:cubicBezTo>
                  <a:cubicBezTo>
                    <a:pt x="138" y="308"/>
                    <a:pt x="163" y="316"/>
                    <a:pt x="188" y="316"/>
                  </a:cubicBezTo>
                  <a:cubicBezTo>
                    <a:pt x="239" y="316"/>
                    <a:pt x="290" y="285"/>
                    <a:pt x="320" y="225"/>
                  </a:cubicBezTo>
                  <a:cubicBezTo>
                    <a:pt x="366" y="156"/>
                    <a:pt x="320" y="65"/>
                    <a:pt x="252" y="19"/>
                  </a:cubicBezTo>
                  <a:cubicBezTo>
                    <a:pt x="226" y="6"/>
                    <a:pt x="201" y="1"/>
                    <a:pt x="17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16"/>
            <p:cNvSpPr/>
            <p:nvPr/>
          </p:nvSpPr>
          <p:spPr>
            <a:xfrm>
              <a:off x="6384975" y="1916925"/>
              <a:ext cx="9725" cy="8675"/>
            </a:xfrm>
            <a:custGeom>
              <a:avLst/>
              <a:gdLst/>
              <a:ahLst/>
              <a:cxnLst/>
              <a:rect l="l" t="t" r="r" b="b"/>
              <a:pathLst>
                <a:path w="389" h="347" extrusionOk="0">
                  <a:moveTo>
                    <a:pt x="199" y="0"/>
                  </a:moveTo>
                  <a:cubicBezTo>
                    <a:pt x="135" y="0"/>
                    <a:pt x="79" y="38"/>
                    <a:pt x="46" y="87"/>
                  </a:cubicBezTo>
                  <a:cubicBezTo>
                    <a:pt x="0" y="178"/>
                    <a:pt x="46" y="292"/>
                    <a:pt x="114" y="338"/>
                  </a:cubicBezTo>
                  <a:cubicBezTo>
                    <a:pt x="136" y="343"/>
                    <a:pt x="159" y="346"/>
                    <a:pt x="181" y="346"/>
                  </a:cubicBezTo>
                  <a:cubicBezTo>
                    <a:pt x="254" y="346"/>
                    <a:pt x="325" y="316"/>
                    <a:pt x="343" y="247"/>
                  </a:cubicBezTo>
                  <a:cubicBezTo>
                    <a:pt x="388" y="155"/>
                    <a:pt x="365" y="64"/>
                    <a:pt x="274" y="18"/>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16"/>
            <p:cNvSpPr/>
            <p:nvPr/>
          </p:nvSpPr>
          <p:spPr>
            <a:xfrm>
              <a:off x="5665975" y="1677500"/>
              <a:ext cx="7450" cy="6150"/>
            </a:xfrm>
            <a:custGeom>
              <a:avLst/>
              <a:gdLst/>
              <a:ahLst/>
              <a:cxnLst/>
              <a:rect l="l" t="t" r="r" b="b"/>
              <a:pathLst>
                <a:path w="298" h="246" extrusionOk="0">
                  <a:moveTo>
                    <a:pt x="155" y="0"/>
                  </a:moveTo>
                  <a:cubicBezTo>
                    <a:pt x="106" y="0"/>
                    <a:pt x="63" y="26"/>
                    <a:pt x="46" y="77"/>
                  </a:cubicBezTo>
                  <a:cubicBezTo>
                    <a:pt x="0" y="123"/>
                    <a:pt x="23" y="191"/>
                    <a:pt x="92" y="237"/>
                  </a:cubicBezTo>
                  <a:cubicBezTo>
                    <a:pt x="109" y="243"/>
                    <a:pt x="126" y="246"/>
                    <a:pt x="142" y="246"/>
                  </a:cubicBezTo>
                  <a:cubicBezTo>
                    <a:pt x="191" y="246"/>
                    <a:pt x="234" y="220"/>
                    <a:pt x="251" y="169"/>
                  </a:cubicBezTo>
                  <a:cubicBezTo>
                    <a:pt x="297" y="123"/>
                    <a:pt x="251" y="32"/>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16"/>
            <p:cNvSpPr/>
            <p:nvPr/>
          </p:nvSpPr>
          <p:spPr>
            <a:xfrm>
              <a:off x="5416600" y="1791950"/>
              <a:ext cx="8025" cy="6975"/>
            </a:xfrm>
            <a:custGeom>
              <a:avLst/>
              <a:gdLst/>
              <a:ahLst/>
              <a:cxnLst/>
              <a:rect l="l" t="t" r="r" b="b"/>
              <a:pathLst>
                <a:path w="321" h="279" extrusionOk="0">
                  <a:moveTo>
                    <a:pt x="168" y="0"/>
                  </a:moveTo>
                  <a:cubicBezTo>
                    <a:pt x="115" y="0"/>
                    <a:pt x="63" y="38"/>
                    <a:pt x="46" y="87"/>
                  </a:cubicBezTo>
                  <a:cubicBezTo>
                    <a:pt x="1" y="156"/>
                    <a:pt x="23" y="224"/>
                    <a:pt x="92" y="270"/>
                  </a:cubicBezTo>
                  <a:cubicBezTo>
                    <a:pt x="109" y="275"/>
                    <a:pt x="128" y="278"/>
                    <a:pt x="146" y="278"/>
                  </a:cubicBezTo>
                  <a:cubicBezTo>
                    <a:pt x="202" y="278"/>
                    <a:pt x="257" y="253"/>
                    <a:pt x="275" y="201"/>
                  </a:cubicBezTo>
                  <a:cubicBezTo>
                    <a:pt x="320" y="133"/>
                    <a:pt x="297" y="41"/>
                    <a:pt x="229" y="19"/>
                  </a:cubicBezTo>
                  <a:cubicBezTo>
                    <a:pt x="210" y="6"/>
                    <a:pt x="189" y="0"/>
                    <a:pt x="16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16"/>
            <p:cNvSpPr/>
            <p:nvPr/>
          </p:nvSpPr>
          <p:spPr>
            <a:xfrm>
              <a:off x="5527300" y="1623050"/>
              <a:ext cx="11450" cy="10050"/>
            </a:xfrm>
            <a:custGeom>
              <a:avLst/>
              <a:gdLst/>
              <a:ahLst/>
              <a:cxnLst/>
              <a:rect l="l" t="t" r="r" b="b"/>
              <a:pathLst>
                <a:path w="458" h="402" extrusionOk="0">
                  <a:moveTo>
                    <a:pt x="240" y="0"/>
                  </a:moveTo>
                  <a:cubicBezTo>
                    <a:pt x="162" y="0"/>
                    <a:pt x="80" y="43"/>
                    <a:pt x="46" y="110"/>
                  </a:cubicBezTo>
                  <a:cubicBezTo>
                    <a:pt x="1" y="201"/>
                    <a:pt x="46" y="338"/>
                    <a:pt x="138" y="384"/>
                  </a:cubicBezTo>
                  <a:cubicBezTo>
                    <a:pt x="168" y="396"/>
                    <a:pt x="199" y="401"/>
                    <a:pt x="228" y="401"/>
                  </a:cubicBezTo>
                  <a:cubicBezTo>
                    <a:pt x="308" y="401"/>
                    <a:pt x="378" y="359"/>
                    <a:pt x="412" y="292"/>
                  </a:cubicBezTo>
                  <a:cubicBezTo>
                    <a:pt x="457" y="178"/>
                    <a:pt x="412" y="64"/>
                    <a:pt x="320" y="18"/>
                  </a:cubicBezTo>
                  <a:cubicBezTo>
                    <a:pt x="296" y="6"/>
                    <a:pt x="268" y="0"/>
                    <a:pt x="24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16"/>
            <p:cNvSpPr/>
            <p:nvPr/>
          </p:nvSpPr>
          <p:spPr>
            <a:xfrm>
              <a:off x="5461675" y="1860425"/>
              <a:ext cx="10300" cy="8925"/>
            </a:xfrm>
            <a:custGeom>
              <a:avLst/>
              <a:gdLst/>
              <a:ahLst/>
              <a:cxnLst/>
              <a:rect l="l" t="t" r="r" b="b"/>
              <a:pathLst>
                <a:path w="412" h="357" extrusionOk="0">
                  <a:moveTo>
                    <a:pt x="221" y="1"/>
                  </a:moveTo>
                  <a:cubicBezTo>
                    <a:pt x="150" y="1"/>
                    <a:pt x="80" y="43"/>
                    <a:pt x="47" y="110"/>
                  </a:cubicBezTo>
                  <a:cubicBezTo>
                    <a:pt x="1" y="178"/>
                    <a:pt x="47" y="293"/>
                    <a:pt x="138" y="338"/>
                  </a:cubicBezTo>
                  <a:cubicBezTo>
                    <a:pt x="162" y="350"/>
                    <a:pt x="188" y="356"/>
                    <a:pt x="214" y="356"/>
                  </a:cubicBezTo>
                  <a:cubicBezTo>
                    <a:pt x="284" y="356"/>
                    <a:pt x="349" y="314"/>
                    <a:pt x="366" y="247"/>
                  </a:cubicBezTo>
                  <a:cubicBezTo>
                    <a:pt x="412"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16"/>
            <p:cNvSpPr/>
            <p:nvPr/>
          </p:nvSpPr>
          <p:spPr>
            <a:xfrm>
              <a:off x="5465675" y="1813075"/>
              <a:ext cx="11450" cy="10050"/>
            </a:xfrm>
            <a:custGeom>
              <a:avLst/>
              <a:gdLst/>
              <a:ahLst/>
              <a:cxnLst/>
              <a:rect l="l" t="t" r="r" b="b"/>
              <a:pathLst>
                <a:path w="458" h="402" extrusionOk="0">
                  <a:moveTo>
                    <a:pt x="230" y="0"/>
                  </a:moveTo>
                  <a:cubicBezTo>
                    <a:pt x="150" y="0"/>
                    <a:pt x="80" y="43"/>
                    <a:pt x="46" y="109"/>
                  </a:cubicBezTo>
                  <a:cubicBezTo>
                    <a:pt x="1" y="201"/>
                    <a:pt x="46" y="338"/>
                    <a:pt x="138" y="383"/>
                  </a:cubicBezTo>
                  <a:cubicBezTo>
                    <a:pt x="162" y="396"/>
                    <a:pt x="190" y="401"/>
                    <a:pt x="218" y="401"/>
                  </a:cubicBezTo>
                  <a:cubicBezTo>
                    <a:pt x="296" y="401"/>
                    <a:pt x="378" y="359"/>
                    <a:pt x="411" y="292"/>
                  </a:cubicBezTo>
                  <a:cubicBezTo>
                    <a:pt x="457" y="178"/>
                    <a:pt x="411" y="64"/>
                    <a:pt x="320" y="18"/>
                  </a:cubicBezTo>
                  <a:cubicBezTo>
                    <a:pt x="290" y="6"/>
                    <a:pt x="259"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16"/>
            <p:cNvSpPr/>
            <p:nvPr/>
          </p:nvSpPr>
          <p:spPr>
            <a:xfrm>
              <a:off x="5555275" y="1755875"/>
              <a:ext cx="9725" cy="8600"/>
            </a:xfrm>
            <a:custGeom>
              <a:avLst/>
              <a:gdLst/>
              <a:ahLst/>
              <a:cxnLst/>
              <a:rect l="l" t="t" r="r" b="b"/>
              <a:pathLst>
                <a:path w="389" h="344" extrusionOk="0">
                  <a:moveTo>
                    <a:pt x="172" y="1"/>
                  </a:moveTo>
                  <a:cubicBezTo>
                    <a:pt x="114" y="1"/>
                    <a:pt x="53" y="31"/>
                    <a:pt x="23" y="92"/>
                  </a:cubicBezTo>
                  <a:cubicBezTo>
                    <a:pt x="0" y="183"/>
                    <a:pt x="23" y="298"/>
                    <a:pt x="114" y="320"/>
                  </a:cubicBezTo>
                  <a:cubicBezTo>
                    <a:pt x="145" y="336"/>
                    <a:pt x="175" y="343"/>
                    <a:pt x="204" y="343"/>
                  </a:cubicBezTo>
                  <a:cubicBezTo>
                    <a:pt x="261" y="343"/>
                    <a:pt x="312" y="313"/>
                    <a:pt x="343" y="252"/>
                  </a:cubicBezTo>
                  <a:cubicBezTo>
                    <a:pt x="388" y="161"/>
                    <a:pt x="343" y="69"/>
                    <a:pt x="251" y="24"/>
                  </a:cubicBezTo>
                  <a:cubicBezTo>
                    <a:pt x="228"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16"/>
            <p:cNvSpPr/>
            <p:nvPr/>
          </p:nvSpPr>
          <p:spPr>
            <a:xfrm>
              <a:off x="5503900" y="1639575"/>
              <a:ext cx="9725" cy="8475"/>
            </a:xfrm>
            <a:custGeom>
              <a:avLst/>
              <a:gdLst/>
              <a:ahLst/>
              <a:cxnLst/>
              <a:rect l="l" t="t" r="r" b="b"/>
              <a:pathLst>
                <a:path w="389" h="339" extrusionOk="0">
                  <a:moveTo>
                    <a:pt x="186" y="1"/>
                  </a:moveTo>
                  <a:cubicBezTo>
                    <a:pt x="125" y="1"/>
                    <a:pt x="57" y="38"/>
                    <a:pt x="24" y="88"/>
                  </a:cubicBezTo>
                  <a:cubicBezTo>
                    <a:pt x="1" y="179"/>
                    <a:pt x="24" y="293"/>
                    <a:pt x="115" y="316"/>
                  </a:cubicBezTo>
                  <a:cubicBezTo>
                    <a:pt x="138" y="331"/>
                    <a:pt x="166" y="339"/>
                    <a:pt x="195" y="339"/>
                  </a:cubicBezTo>
                  <a:cubicBezTo>
                    <a:pt x="252" y="339"/>
                    <a:pt x="313" y="308"/>
                    <a:pt x="343" y="248"/>
                  </a:cubicBezTo>
                  <a:cubicBezTo>
                    <a:pt x="389" y="156"/>
                    <a:pt x="343" y="65"/>
                    <a:pt x="252" y="19"/>
                  </a:cubicBezTo>
                  <a:cubicBezTo>
                    <a:pt x="233" y="7"/>
                    <a:pt x="210" y="1"/>
                    <a:pt x="18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16"/>
            <p:cNvSpPr/>
            <p:nvPr/>
          </p:nvSpPr>
          <p:spPr>
            <a:xfrm>
              <a:off x="5700775" y="1631850"/>
              <a:ext cx="7450" cy="6525"/>
            </a:xfrm>
            <a:custGeom>
              <a:avLst/>
              <a:gdLst/>
              <a:ahLst/>
              <a:cxnLst/>
              <a:rect l="l" t="t" r="r" b="b"/>
              <a:pathLst>
                <a:path w="298" h="261" extrusionOk="0">
                  <a:moveTo>
                    <a:pt x="155" y="0"/>
                  </a:moveTo>
                  <a:cubicBezTo>
                    <a:pt x="105" y="0"/>
                    <a:pt x="58" y="26"/>
                    <a:pt x="23" y="77"/>
                  </a:cubicBezTo>
                  <a:cubicBezTo>
                    <a:pt x="1" y="146"/>
                    <a:pt x="23" y="214"/>
                    <a:pt x="92" y="237"/>
                  </a:cubicBezTo>
                  <a:cubicBezTo>
                    <a:pt x="116" y="253"/>
                    <a:pt x="140" y="261"/>
                    <a:pt x="163" y="261"/>
                  </a:cubicBezTo>
                  <a:cubicBezTo>
                    <a:pt x="203" y="261"/>
                    <a:pt x="237" y="236"/>
                    <a:pt x="252" y="191"/>
                  </a:cubicBezTo>
                  <a:cubicBezTo>
                    <a:pt x="297" y="123"/>
                    <a:pt x="275" y="54"/>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16"/>
            <p:cNvSpPr/>
            <p:nvPr/>
          </p:nvSpPr>
          <p:spPr>
            <a:xfrm>
              <a:off x="5455400" y="1698275"/>
              <a:ext cx="10875" cy="9575"/>
            </a:xfrm>
            <a:custGeom>
              <a:avLst/>
              <a:gdLst/>
              <a:ahLst/>
              <a:cxnLst/>
              <a:rect l="l" t="t" r="r" b="b"/>
              <a:pathLst>
                <a:path w="435" h="383" extrusionOk="0">
                  <a:moveTo>
                    <a:pt x="207" y="0"/>
                  </a:moveTo>
                  <a:cubicBezTo>
                    <a:pt x="141" y="0"/>
                    <a:pt x="78" y="36"/>
                    <a:pt x="46" y="114"/>
                  </a:cubicBezTo>
                  <a:cubicBezTo>
                    <a:pt x="1" y="205"/>
                    <a:pt x="46" y="319"/>
                    <a:pt x="138" y="365"/>
                  </a:cubicBezTo>
                  <a:cubicBezTo>
                    <a:pt x="162" y="377"/>
                    <a:pt x="188" y="383"/>
                    <a:pt x="214" y="383"/>
                  </a:cubicBezTo>
                  <a:cubicBezTo>
                    <a:pt x="285" y="383"/>
                    <a:pt x="355" y="340"/>
                    <a:pt x="389" y="273"/>
                  </a:cubicBezTo>
                  <a:cubicBezTo>
                    <a:pt x="434" y="182"/>
                    <a:pt x="412" y="68"/>
                    <a:pt x="298" y="22"/>
                  </a:cubicBezTo>
                  <a:cubicBezTo>
                    <a:pt x="269" y="8"/>
                    <a:pt x="237"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16"/>
            <p:cNvSpPr/>
            <p:nvPr/>
          </p:nvSpPr>
          <p:spPr>
            <a:xfrm>
              <a:off x="5660275" y="1668550"/>
              <a:ext cx="8000" cy="7125"/>
            </a:xfrm>
            <a:custGeom>
              <a:avLst/>
              <a:gdLst/>
              <a:ahLst/>
              <a:cxnLst/>
              <a:rect l="l" t="t" r="r" b="b"/>
              <a:pathLst>
                <a:path w="320" h="285" extrusionOk="0">
                  <a:moveTo>
                    <a:pt x="150" y="1"/>
                  </a:moveTo>
                  <a:cubicBezTo>
                    <a:pt x="101" y="1"/>
                    <a:pt x="52" y="26"/>
                    <a:pt x="23" y="70"/>
                  </a:cubicBezTo>
                  <a:cubicBezTo>
                    <a:pt x="0" y="161"/>
                    <a:pt x="23" y="230"/>
                    <a:pt x="91" y="275"/>
                  </a:cubicBezTo>
                  <a:cubicBezTo>
                    <a:pt x="108" y="281"/>
                    <a:pt x="127" y="284"/>
                    <a:pt x="146" y="284"/>
                  </a:cubicBezTo>
                  <a:cubicBezTo>
                    <a:pt x="203" y="284"/>
                    <a:pt x="263" y="258"/>
                    <a:pt x="297" y="207"/>
                  </a:cubicBezTo>
                  <a:cubicBezTo>
                    <a:pt x="320" y="139"/>
                    <a:pt x="297" y="47"/>
                    <a:pt x="228" y="24"/>
                  </a:cubicBezTo>
                  <a:cubicBezTo>
                    <a:pt x="204" y="8"/>
                    <a:pt x="177" y="1"/>
                    <a:pt x="15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16"/>
            <p:cNvSpPr/>
            <p:nvPr/>
          </p:nvSpPr>
          <p:spPr>
            <a:xfrm>
              <a:off x="6747325" y="1892825"/>
              <a:ext cx="10850" cy="9175"/>
            </a:xfrm>
            <a:custGeom>
              <a:avLst/>
              <a:gdLst/>
              <a:ahLst/>
              <a:cxnLst/>
              <a:rect l="l" t="t" r="r" b="b"/>
              <a:pathLst>
                <a:path w="434" h="367" extrusionOk="0">
                  <a:moveTo>
                    <a:pt x="201" y="1"/>
                  </a:moveTo>
                  <a:cubicBezTo>
                    <a:pt x="137" y="1"/>
                    <a:pt x="76" y="31"/>
                    <a:pt x="46" y="92"/>
                  </a:cubicBezTo>
                  <a:cubicBezTo>
                    <a:pt x="0" y="184"/>
                    <a:pt x="23" y="298"/>
                    <a:pt x="137" y="343"/>
                  </a:cubicBezTo>
                  <a:cubicBezTo>
                    <a:pt x="168" y="358"/>
                    <a:pt x="201" y="366"/>
                    <a:pt x="233" y="366"/>
                  </a:cubicBezTo>
                  <a:cubicBezTo>
                    <a:pt x="297" y="366"/>
                    <a:pt x="358" y="336"/>
                    <a:pt x="388" y="275"/>
                  </a:cubicBezTo>
                  <a:cubicBezTo>
                    <a:pt x="434" y="161"/>
                    <a:pt x="388" y="69"/>
                    <a:pt x="297" y="24"/>
                  </a:cubicBezTo>
                  <a:cubicBezTo>
                    <a:pt x="267" y="9"/>
                    <a:pt x="234" y="1"/>
                    <a:pt x="2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16"/>
            <p:cNvSpPr/>
            <p:nvPr/>
          </p:nvSpPr>
          <p:spPr>
            <a:xfrm>
              <a:off x="5404050" y="1840450"/>
              <a:ext cx="12000" cy="10175"/>
            </a:xfrm>
            <a:custGeom>
              <a:avLst/>
              <a:gdLst/>
              <a:ahLst/>
              <a:cxnLst/>
              <a:rect l="l" t="t" r="r" b="b"/>
              <a:pathLst>
                <a:path w="480" h="407" extrusionOk="0">
                  <a:moveTo>
                    <a:pt x="252" y="1"/>
                  </a:moveTo>
                  <a:cubicBezTo>
                    <a:pt x="171" y="1"/>
                    <a:pt x="96" y="43"/>
                    <a:pt x="46" y="110"/>
                  </a:cubicBezTo>
                  <a:cubicBezTo>
                    <a:pt x="0" y="224"/>
                    <a:pt x="46" y="338"/>
                    <a:pt x="160" y="384"/>
                  </a:cubicBezTo>
                  <a:cubicBezTo>
                    <a:pt x="189" y="398"/>
                    <a:pt x="223" y="406"/>
                    <a:pt x="256" y="406"/>
                  </a:cubicBezTo>
                  <a:cubicBezTo>
                    <a:pt x="329" y="406"/>
                    <a:pt x="403" y="371"/>
                    <a:pt x="434" y="293"/>
                  </a:cubicBezTo>
                  <a:cubicBezTo>
                    <a:pt x="480" y="201"/>
                    <a:pt x="434" y="64"/>
                    <a:pt x="343" y="19"/>
                  </a:cubicBezTo>
                  <a:cubicBezTo>
                    <a:pt x="312" y="7"/>
                    <a:pt x="282" y="1"/>
                    <a:pt x="2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16"/>
            <p:cNvSpPr/>
            <p:nvPr/>
          </p:nvSpPr>
          <p:spPr>
            <a:xfrm>
              <a:off x="5437725" y="1862025"/>
              <a:ext cx="8000" cy="5725"/>
            </a:xfrm>
            <a:custGeom>
              <a:avLst/>
              <a:gdLst/>
              <a:ahLst/>
              <a:cxnLst/>
              <a:rect l="l" t="t" r="r" b="b"/>
              <a:pathLst>
                <a:path w="320" h="229" extrusionOk="0">
                  <a:moveTo>
                    <a:pt x="127" y="0"/>
                  </a:moveTo>
                  <a:cubicBezTo>
                    <a:pt x="71" y="0"/>
                    <a:pt x="15" y="31"/>
                    <a:pt x="0" y="92"/>
                  </a:cubicBezTo>
                  <a:lnTo>
                    <a:pt x="297" y="229"/>
                  </a:lnTo>
                  <a:cubicBezTo>
                    <a:pt x="320" y="160"/>
                    <a:pt x="297" y="46"/>
                    <a:pt x="206" y="23"/>
                  </a:cubicBezTo>
                  <a:cubicBezTo>
                    <a:pt x="183" y="8"/>
                    <a:pt x="155" y="0"/>
                    <a:pt x="12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16"/>
            <p:cNvSpPr/>
            <p:nvPr/>
          </p:nvSpPr>
          <p:spPr>
            <a:xfrm>
              <a:off x="5393200" y="1309200"/>
              <a:ext cx="10300" cy="9250"/>
            </a:xfrm>
            <a:custGeom>
              <a:avLst/>
              <a:gdLst/>
              <a:ahLst/>
              <a:cxnLst/>
              <a:rect l="l" t="t" r="r" b="b"/>
              <a:pathLst>
                <a:path w="412" h="370" extrusionOk="0">
                  <a:moveTo>
                    <a:pt x="221" y="1"/>
                  </a:moveTo>
                  <a:cubicBezTo>
                    <a:pt x="150" y="1"/>
                    <a:pt x="80" y="43"/>
                    <a:pt x="46" y="110"/>
                  </a:cubicBezTo>
                  <a:cubicBezTo>
                    <a:pt x="1" y="201"/>
                    <a:pt x="46" y="315"/>
                    <a:pt x="138" y="361"/>
                  </a:cubicBezTo>
                  <a:cubicBezTo>
                    <a:pt x="159" y="366"/>
                    <a:pt x="181" y="369"/>
                    <a:pt x="202" y="369"/>
                  </a:cubicBezTo>
                  <a:cubicBezTo>
                    <a:pt x="270" y="369"/>
                    <a:pt x="331" y="339"/>
                    <a:pt x="366" y="270"/>
                  </a:cubicBezTo>
                  <a:cubicBezTo>
                    <a:pt x="412" y="178"/>
                    <a:pt x="389" y="64"/>
                    <a:pt x="298" y="18"/>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16"/>
            <p:cNvSpPr/>
            <p:nvPr/>
          </p:nvSpPr>
          <p:spPr>
            <a:xfrm>
              <a:off x="5412600" y="1296075"/>
              <a:ext cx="10875" cy="9250"/>
            </a:xfrm>
            <a:custGeom>
              <a:avLst/>
              <a:gdLst/>
              <a:ahLst/>
              <a:cxnLst/>
              <a:rect l="l" t="t" r="r" b="b"/>
              <a:pathLst>
                <a:path w="435" h="370" extrusionOk="0">
                  <a:moveTo>
                    <a:pt x="221" y="1"/>
                  </a:moveTo>
                  <a:cubicBezTo>
                    <a:pt x="150" y="1"/>
                    <a:pt x="80" y="43"/>
                    <a:pt x="47" y="110"/>
                  </a:cubicBezTo>
                  <a:cubicBezTo>
                    <a:pt x="1" y="201"/>
                    <a:pt x="47" y="315"/>
                    <a:pt x="138" y="361"/>
                  </a:cubicBezTo>
                  <a:cubicBezTo>
                    <a:pt x="159" y="366"/>
                    <a:pt x="182" y="369"/>
                    <a:pt x="205" y="369"/>
                  </a:cubicBezTo>
                  <a:cubicBezTo>
                    <a:pt x="279" y="369"/>
                    <a:pt x="354" y="339"/>
                    <a:pt x="389" y="270"/>
                  </a:cubicBezTo>
                  <a:cubicBezTo>
                    <a:pt x="435"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16"/>
            <p:cNvSpPr/>
            <p:nvPr/>
          </p:nvSpPr>
          <p:spPr>
            <a:xfrm>
              <a:off x="5279075" y="1423000"/>
              <a:ext cx="8600" cy="7650"/>
            </a:xfrm>
            <a:custGeom>
              <a:avLst/>
              <a:gdLst/>
              <a:ahLst/>
              <a:cxnLst/>
              <a:rect l="l" t="t" r="r" b="b"/>
              <a:pathLst>
                <a:path w="344" h="306" extrusionOk="0">
                  <a:moveTo>
                    <a:pt x="174" y="0"/>
                  </a:moveTo>
                  <a:cubicBezTo>
                    <a:pt x="118" y="0"/>
                    <a:pt x="58" y="26"/>
                    <a:pt x="24" y="77"/>
                  </a:cubicBezTo>
                  <a:cubicBezTo>
                    <a:pt x="1" y="168"/>
                    <a:pt x="24" y="260"/>
                    <a:pt x="92" y="283"/>
                  </a:cubicBezTo>
                  <a:cubicBezTo>
                    <a:pt x="122" y="298"/>
                    <a:pt x="153" y="305"/>
                    <a:pt x="181" y="305"/>
                  </a:cubicBezTo>
                  <a:cubicBezTo>
                    <a:pt x="237" y="305"/>
                    <a:pt x="282" y="275"/>
                    <a:pt x="297" y="214"/>
                  </a:cubicBezTo>
                  <a:cubicBezTo>
                    <a:pt x="343" y="146"/>
                    <a:pt x="297" y="54"/>
                    <a:pt x="229" y="9"/>
                  </a:cubicBezTo>
                  <a:cubicBezTo>
                    <a:pt x="212"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16"/>
            <p:cNvSpPr/>
            <p:nvPr/>
          </p:nvSpPr>
          <p:spPr>
            <a:xfrm>
              <a:off x="5434300" y="1240400"/>
              <a:ext cx="9150" cy="7850"/>
            </a:xfrm>
            <a:custGeom>
              <a:avLst/>
              <a:gdLst/>
              <a:ahLst/>
              <a:cxnLst/>
              <a:rect l="l" t="t" r="r" b="b"/>
              <a:pathLst>
                <a:path w="366" h="314" extrusionOk="0">
                  <a:moveTo>
                    <a:pt x="197" y="0"/>
                  </a:moveTo>
                  <a:cubicBezTo>
                    <a:pt x="140" y="0"/>
                    <a:pt x="80" y="26"/>
                    <a:pt x="46" y="77"/>
                  </a:cubicBezTo>
                  <a:cubicBezTo>
                    <a:pt x="0" y="168"/>
                    <a:pt x="46" y="260"/>
                    <a:pt x="114" y="305"/>
                  </a:cubicBezTo>
                  <a:cubicBezTo>
                    <a:pt x="131" y="311"/>
                    <a:pt x="149" y="314"/>
                    <a:pt x="169" y="314"/>
                  </a:cubicBezTo>
                  <a:cubicBezTo>
                    <a:pt x="232" y="314"/>
                    <a:pt x="302" y="284"/>
                    <a:pt x="320" y="214"/>
                  </a:cubicBezTo>
                  <a:cubicBezTo>
                    <a:pt x="365" y="146"/>
                    <a:pt x="320" y="54"/>
                    <a:pt x="251" y="9"/>
                  </a:cubicBezTo>
                  <a:cubicBezTo>
                    <a:pt x="234"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16"/>
            <p:cNvSpPr/>
            <p:nvPr/>
          </p:nvSpPr>
          <p:spPr>
            <a:xfrm>
              <a:off x="5283075" y="1674400"/>
              <a:ext cx="11450" cy="10150"/>
            </a:xfrm>
            <a:custGeom>
              <a:avLst/>
              <a:gdLst/>
              <a:ahLst/>
              <a:cxnLst/>
              <a:rect l="l" t="t" r="r" b="b"/>
              <a:pathLst>
                <a:path w="458" h="406" extrusionOk="0">
                  <a:moveTo>
                    <a:pt x="239" y="1"/>
                  </a:moveTo>
                  <a:cubicBezTo>
                    <a:pt x="162" y="1"/>
                    <a:pt x="80" y="43"/>
                    <a:pt x="46" y="110"/>
                  </a:cubicBezTo>
                  <a:cubicBezTo>
                    <a:pt x="1" y="224"/>
                    <a:pt x="46" y="338"/>
                    <a:pt x="137" y="384"/>
                  </a:cubicBezTo>
                  <a:cubicBezTo>
                    <a:pt x="174" y="398"/>
                    <a:pt x="210" y="406"/>
                    <a:pt x="244" y="406"/>
                  </a:cubicBezTo>
                  <a:cubicBezTo>
                    <a:pt x="317" y="406"/>
                    <a:pt x="380" y="371"/>
                    <a:pt x="411" y="293"/>
                  </a:cubicBezTo>
                  <a:cubicBezTo>
                    <a:pt x="457" y="201"/>
                    <a:pt x="411" y="64"/>
                    <a:pt x="320" y="19"/>
                  </a:cubicBezTo>
                  <a:cubicBezTo>
                    <a:pt x="296" y="6"/>
                    <a:pt x="268" y="1"/>
                    <a:pt x="23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16"/>
            <p:cNvSpPr/>
            <p:nvPr/>
          </p:nvSpPr>
          <p:spPr>
            <a:xfrm>
              <a:off x="5496500" y="1491800"/>
              <a:ext cx="10300" cy="8925"/>
            </a:xfrm>
            <a:custGeom>
              <a:avLst/>
              <a:gdLst/>
              <a:ahLst/>
              <a:cxnLst/>
              <a:rect l="l" t="t" r="r" b="b"/>
              <a:pathLst>
                <a:path w="412" h="357" extrusionOk="0">
                  <a:moveTo>
                    <a:pt x="202" y="1"/>
                  </a:moveTo>
                  <a:cubicBezTo>
                    <a:pt x="137" y="1"/>
                    <a:pt x="79" y="43"/>
                    <a:pt x="46" y="110"/>
                  </a:cubicBezTo>
                  <a:cubicBezTo>
                    <a:pt x="0" y="178"/>
                    <a:pt x="46" y="292"/>
                    <a:pt x="114" y="338"/>
                  </a:cubicBezTo>
                  <a:cubicBezTo>
                    <a:pt x="139" y="350"/>
                    <a:pt x="165" y="356"/>
                    <a:pt x="191" y="356"/>
                  </a:cubicBezTo>
                  <a:cubicBezTo>
                    <a:pt x="262" y="356"/>
                    <a:pt x="332" y="314"/>
                    <a:pt x="365" y="247"/>
                  </a:cubicBezTo>
                  <a:cubicBezTo>
                    <a:pt x="411" y="156"/>
                    <a:pt x="365" y="64"/>
                    <a:pt x="274" y="19"/>
                  </a:cubicBezTo>
                  <a:cubicBezTo>
                    <a:pt x="250" y="6"/>
                    <a:pt x="225"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16"/>
            <p:cNvSpPr/>
            <p:nvPr/>
          </p:nvSpPr>
          <p:spPr>
            <a:xfrm>
              <a:off x="5640875" y="1408500"/>
              <a:ext cx="10850" cy="9575"/>
            </a:xfrm>
            <a:custGeom>
              <a:avLst/>
              <a:gdLst/>
              <a:ahLst/>
              <a:cxnLst/>
              <a:rect l="l" t="t" r="r" b="b"/>
              <a:pathLst>
                <a:path w="434" h="383" extrusionOk="0">
                  <a:moveTo>
                    <a:pt x="220" y="0"/>
                  </a:moveTo>
                  <a:cubicBezTo>
                    <a:pt x="149" y="0"/>
                    <a:pt x="79" y="43"/>
                    <a:pt x="46" y="109"/>
                  </a:cubicBezTo>
                  <a:cubicBezTo>
                    <a:pt x="0" y="201"/>
                    <a:pt x="46" y="315"/>
                    <a:pt x="137" y="360"/>
                  </a:cubicBezTo>
                  <a:cubicBezTo>
                    <a:pt x="166" y="375"/>
                    <a:pt x="197" y="383"/>
                    <a:pt x="228" y="383"/>
                  </a:cubicBezTo>
                  <a:cubicBezTo>
                    <a:pt x="294" y="383"/>
                    <a:pt x="357" y="347"/>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16"/>
            <p:cNvSpPr/>
            <p:nvPr/>
          </p:nvSpPr>
          <p:spPr>
            <a:xfrm>
              <a:off x="5762400" y="1344825"/>
              <a:ext cx="9150" cy="8100"/>
            </a:xfrm>
            <a:custGeom>
              <a:avLst/>
              <a:gdLst/>
              <a:ahLst/>
              <a:cxnLst/>
              <a:rect l="l" t="t" r="r" b="b"/>
              <a:pathLst>
                <a:path w="366" h="324" extrusionOk="0">
                  <a:moveTo>
                    <a:pt x="198" y="0"/>
                  </a:moveTo>
                  <a:cubicBezTo>
                    <a:pt x="135" y="0"/>
                    <a:pt x="64" y="30"/>
                    <a:pt x="46" y="100"/>
                  </a:cubicBezTo>
                  <a:cubicBezTo>
                    <a:pt x="1" y="168"/>
                    <a:pt x="24" y="283"/>
                    <a:pt x="115" y="305"/>
                  </a:cubicBezTo>
                  <a:cubicBezTo>
                    <a:pt x="140" y="318"/>
                    <a:pt x="166" y="324"/>
                    <a:pt x="190" y="324"/>
                  </a:cubicBezTo>
                  <a:cubicBezTo>
                    <a:pt x="254" y="324"/>
                    <a:pt x="310" y="286"/>
                    <a:pt x="343" y="237"/>
                  </a:cubicBezTo>
                  <a:cubicBezTo>
                    <a:pt x="366" y="146"/>
                    <a:pt x="343" y="54"/>
                    <a:pt x="252" y="9"/>
                  </a:cubicBezTo>
                  <a:cubicBezTo>
                    <a:pt x="236" y="3"/>
                    <a:pt x="217" y="0"/>
                    <a:pt x="19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16"/>
            <p:cNvSpPr/>
            <p:nvPr/>
          </p:nvSpPr>
          <p:spPr>
            <a:xfrm>
              <a:off x="5733875" y="1357700"/>
              <a:ext cx="11450" cy="10150"/>
            </a:xfrm>
            <a:custGeom>
              <a:avLst/>
              <a:gdLst/>
              <a:ahLst/>
              <a:cxnLst/>
              <a:rect l="l" t="t" r="r" b="b"/>
              <a:pathLst>
                <a:path w="458" h="406" extrusionOk="0">
                  <a:moveTo>
                    <a:pt x="230" y="1"/>
                  </a:moveTo>
                  <a:cubicBezTo>
                    <a:pt x="150" y="1"/>
                    <a:pt x="80" y="43"/>
                    <a:pt x="46" y="110"/>
                  </a:cubicBezTo>
                  <a:cubicBezTo>
                    <a:pt x="1" y="224"/>
                    <a:pt x="46" y="338"/>
                    <a:pt x="137" y="384"/>
                  </a:cubicBezTo>
                  <a:cubicBezTo>
                    <a:pt x="166" y="398"/>
                    <a:pt x="200" y="406"/>
                    <a:pt x="234" y="406"/>
                  </a:cubicBezTo>
                  <a:cubicBezTo>
                    <a:pt x="306" y="406"/>
                    <a:pt x="380" y="371"/>
                    <a:pt x="411" y="293"/>
                  </a:cubicBezTo>
                  <a:cubicBezTo>
                    <a:pt x="457" y="201"/>
                    <a:pt x="411" y="64"/>
                    <a:pt x="320" y="19"/>
                  </a:cubicBezTo>
                  <a:cubicBezTo>
                    <a:pt x="289"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16"/>
            <p:cNvSpPr/>
            <p:nvPr/>
          </p:nvSpPr>
          <p:spPr>
            <a:xfrm>
              <a:off x="5775525" y="1357000"/>
              <a:ext cx="6875" cy="5950"/>
            </a:xfrm>
            <a:custGeom>
              <a:avLst/>
              <a:gdLst/>
              <a:ahLst/>
              <a:cxnLst/>
              <a:rect l="l" t="t" r="r" b="b"/>
              <a:pathLst>
                <a:path w="275" h="238" extrusionOk="0">
                  <a:moveTo>
                    <a:pt x="129" y="0"/>
                  </a:moveTo>
                  <a:cubicBezTo>
                    <a:pt x="95" y="0"/>
                    <a:pt x="61" y="25"/>
                    <a:pt x="46" y="69"/>
                  </a:cubicBezTo>
                  <a:cubicBezTo>
                    <a:pt x="1" y="115"/>
                    <a:pt x="24" y="184"/>
                    <a:pt x="92" y="229"/>
                  </a:cubicBezTo>
                  <a:cubicBezTo>
                    <a:pt x="103" y="235"/>
                    <a:pt x="116" y="238"/>
                    <a:pt x="130" y="238"/>
                  </a:cubicBezTo>
                  <a:cubicBezTo>
                    <a:pt x="171" y="238"/>
                    <a:pt x="218" y="212"/>
                    <a:pt x="252" y="161"/>
                  </a:cubicBezTo>
                  <a:cubicBezTo>
                    <a:pt x="275" y="115"/>
                    <a:pt x="252" y="47"/>
                    <a:pt x="183" y="24"/>
                  </a:cubicBezTo>
                  <a:cubicBezTo>
                    <a:pt x="167" y="8"/>
                    <a:pt x="148"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16"/>
            <p:cNvSpPr/>
            <p:nvPr/>
          </p:nvSpPr>
          <p:spPr>
            <a:xfrm>
              <a:off x="5747000" y="1368775"/>
              <a:ext cx="8025" cy="6975"/>
            </a:xfrm>
            <a:custGeom>
              <a:avLst/>
              <a:gdLst/>
              <a:ahLst/>
              <a:cxnLst/>
              <a:rect l="l" t="t" r="r" b="b"/>
              <a:pathLst>
                <a:path w="321" h="279" extrusionOk="0">
                  <a:moveTo>
                    <a:pt x="175" y="1"/>
                  </a:moveTo>
                  <a:cubicBezTo>
                    <a:pt x="119" y="1"/>
                    <a:pt x="63" y="26"/>
                    <a:pt x="46" y="78"/>
                  </a:cubicBezTo>
                  <a:cubicBezTo>
                    <a:pt x="1" y="146"/>
                    <a:pt x="46" y="238"/>
                    <a:pt x="115" y="260"/>
                  </a:cubicBezTo>
                  <a:cubicBezTo>
                    <a:pt x="134" y="273"/>
                    <a:pt x="153" y="279"/>
                    <a:pt x="172" y="279"/>
                  </a:cubicBezTo>
                  <a:cubicBezTo>
                    <a:pt x="220" y="279"/>
                    <a:pt x="264" y="241"/>
                    <a:pt x="297" y="192"/>
                  </a:cubicBezTo>
                  <a:cubicBezTo>
                    <a:pt x="320" y="123"/>
                    <a:pt x="297" y="55"/>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16"/>
            <p:cNvSpPr/>
            <p:nvPr/>
          </p:nvSpPr>
          <p:spPr>
            <a:xfrm>
              <a:off x="5304750" y="1697675"/>
              <a:ext cx="10300" cy="9025"/>
            </a:xfrm>
            <a:custGeom>
              <a:avLst/>
              <a:gdLst/>
              <a:ahLst/>
              <a:cxnLst/>
              <a:rect l="l" t="t" r="r" b="b"/>
              <a:pathLst>
                <a:path w="412" h="361" extrusionOk="0">
                  <a:moveTo>
                    <a:pt x="180" y="1"/>
                  </a:moveTo>
                  <a:cubicBezTo>
                    <a:pt x="118" y="1"/>
                    <a:pt x="62" y="31"/>
                    <a:pt x="47" y="92"/>
                  </a:cubicBezTo>
                  <a:cubicBezTo>
                    <a:pt x="1" y="183"/>
                    <a:pt x="24" y="297"/>
                    <a:pt x="115" y="343"/>
                  </a:cubicBezTo>
                  <a:cubicBezTo>
                    <a:pt x="139" y="355"/>
                    <a:pt x="166" y="361"/>
                    <a:pt x="192" y="361"/>
                  </a:cubicBezTo>
                  <a:cubicBezTo>
                    <a:pt x="263" y="361"/>
                    <a:pt x="333" y="319"/>
                    <a:pt x="366" y="252"/>
                  </a:cubicBezTo>
                  <a:cubicBezTo>
                    <a:pt x="412" y="160"/>
                    <a:pt x="366" y="69"/>
                    <a:pt x="275" y="23"/>
                  </a:cubicBezTo>
                  <a:cubicBezTo>
                    <a:pt x="244" y="8"/>
                    <a:pt x="211" y="1"/>
                    <a:pt x="18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16"/>
            <p:cNvSpPr/>
            <p:nvPr/>
          </p:nvSpPr>
          <p:spPr>
            <a:xfrm>
              <a:off x="5763550" y="1498550"/>
              <a:ext cx="11425" cy="9950"/>
            </a:xfrm>
            <a:custGeom>
              <a:avLst/>
              <a:gdLst/>
              <a:ahLst/>
              <a:cxnLst/>
              <a:rect l="l" t="t" r="r" b="b"/>
              <a:pathLst>
                <a:path w="457" h="398" extrusionOk="0">
                  <a:moveTo>
                    <a:pt x="214" y="0"/>
                  </a:moveTo>
                  <a:cubicBezTo>
                    <a:pt x="140" y="0"/>
                    <a:pt x="77" y="36"/>
                    <a:pt x="46" y="114"/>
                  </a:cubicBezTo>
                  <a:cubicBezTo>
                    <a:pt x="0" y="205"/>
                    <a:pt x="46" y="319"/>
                    <a:pt x="137" y="365"/>
                  </a:cubicBezTo>
                  <a:cubicBezTo>
                    <a:pt x="167" y="387"/>
                    <a:pt x="201" y="397"/>
                    <a:pt x="235" y="397"/>
                  </a:cubicBezTo>
                  <a:cubicBezTo>
                    <a:pt x="307" y="397"/>
                    <a:pt x="380" y="351"/>
                    <a:pt x="411" y="274"/>
                  </a:cubicBezTo>
                  <a:cubicBezTo>
                    <a:pt x="457" y="182"/>
                    <a:pt x="411" y="68"/>
                    <a:pt x="320" y="22"/>
                  </a:cubicBezTo>
                  <a:cubicBezTo>
                    <a:pt x="284" y="8"/>
                    <a:pt x="248"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16"/>
            <p:cNvSpPr/>
            <p:nvPr/>
          </p:nvSpPr>
          <p:spPr>
            <a:xfrm>
              <a:off x="5637450" y="1448650"/>
              <a:ext cx="5725" cy="5050"/>
            </a:xfrm>
            <a:custGeom>
              <a:avLst/>
              <a:gdLst/>
              <a:ahLst/>
              <a:cxnLst/>
              <a:rect l="l" t="t" r="r" b="b"/>
              <a:pathLst>
                <a:path w="229" h="202" extrusionOk="0">
                  <a:moveTo>
                    <a:pt x="120" y="1"/>
                  </a:moveTo>
                  <a:cubicBezTo>
                    <a:pt x="81" y="1"/>
                    <a:pt x="40" y="22"/>
                    <a:pt x="23" y="55"/>
                  </a:cubicBezTo>
                  <a:cubicBezTo>
                    <a:pt x="0" y="101"/>
                    <a:pt x="23" y="170"/>
                    <a:pt x="69" y="192"/>
                  </a:cubicBezTo>
                  <a:cubicBezTo>
                    <a:pt x="81" y="199"/>
                    <a:pt x="95" y="201"/>
                    <a:pt x="109" y="201"/>
                  </a:cubicBezTo>
                  <a:cubicBezTo>
                    <a:pt x="148" y="201"/>
                    <a:pt x="189" y="180"/>
                    <a:pt x="205" y="147"/>
                  </a:cubicBezTo>
                  <a:cubicBezTo>
                    <a:pt x="228" y="101"/>
                    <a:pt x="205" y="33"/>
                    <a:pt x="160" y="10"/>
                  </a:cubicBezTo>
                  <a:cubicBezTo>
                    <a:pt x="148" y="4"/>
                    <a:pt x="134" y="1"/>
                    <a:pt x="1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16"/>
            <p:cNvSpPr/>
            <p:nvPr/>
          </p:nvSpPr>
          <p:spPr>
            <a:xfrm>
              <a:off x="5318450" y="1533125"/>
              <a:ext cx="8600" cy="7850"/>
            </a:xfrm>
            <a:custGeom>
              <a:avLst/>
              <a:gdLst/>
              <a:ahLst/>
              <a:cxnLst/>
              <a:rect l="l" t="t" r="r" b="b"/>
              <a:pathLst>
                <a:path w="344" h="314" extrusionOk="0">
                  <a:moveTo>
                    <a:pt x="188" y="1"/>
                  </a:moveTo>
                  <a:cubicBezTo>
                    <a:pt x="120" y="1"/>
                    <a:pt x="58" y="31"/>
                    <a:pt x="24" y="100"/>
                  </a:cubicBezTo>
                  <a:cubicBezTo>
                    <a:pt x="1" y="169"/>
                    <a:pt x="24" y="260"/>
                    <a:pt x="115" y="306"/>
                  </a:cubicBezTo>
                  <a:cubicBezTo>
                    <a:pt x="131" y="311"/>
                    <a:pt x="148" y="314"/>
                    <a:pt x="166" y="314"/>
                  </a:cubicBezTo>
                  <a:cubicBezTo>
                    <a:pt x="224" y="314"/>
                    <a:pt x="285" y="284"/>
                    <a:pt x="320" y="214"/>
                  </a:cubicBezTo>
                  <a:cubicBezTo>
                    <a:pt x="343" y="146"/>
                    <a:pt x="320" y="55"/>
                    <a:pt x="252" y="9"/>
                  </a:cubicBezTo>
                  <a:cubicBezTo>
                    <a:pt x="230" y="4"/>
                    <a:pt x="209" y="1"/>
                    <a:pt x="18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16"/>
            <p:cNvSpPr/>
            <p:nvPr/>
          </p:nvSpPr>
          <p:spPr>
            <a:xfrm>
              <a:off x="5992950" y="1251800"/>
              <a:ext cx="8575" cy="7550"/>
            </a:xfrm>
            <a:custGeom>
              <a:avLst/>
              <a:gdLst/>
              <a:ahLst/>
              <a:cxnLst/>
              <a:rect l="l" t="t" r="r" b="b"/>
              <a:pathLst>
                <a:path w="343" h="302" extrusionOk="0">
                  <a:moveTo>
                    <a:pt x="174" y="1"/>
                  </a:moveTo>
                  <a:cubicBezTo>
                    <a:pt x="119" y="1"/>
                    <a:pt x="63" y="26"/>
                    <a:pt x="46" y="78"/>
                  </a:cubicBezTo>
                  <a:cubicBezTo>
                    <a:pt x="0" y="146"/>
                    <a:pt x="46" y="237"/>
                    <a:pt x="114" y="283"/>
                  </a:cubicBezTo>
                  <a:cubicBezTo>
                    <a:pt x="133" y="296"/>
                    <a:pt x="154" y="301"/>
                    <a:pt x="176" y="301"/>
                  </a:cubicBezTo>
                  <a:cubicBezTo>
                    <a:pt x="230" y="301"/>
                    <a:pt x="287" y="264"/>
                    <a:pt x="320" y="215"/>
                  </a:cubicBezTo>
                  <a:cubicBezTo>
                    <a:pt x="343" y="146"/>
                    <a:pt x="320"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16"/>
            <p:cNvSpPr/>
            <p:nvPr/>
          </p:nvSpPr>
          <p:spPr>
            <a:xfrm>
              <a:off x="5697350" y="1384525"/>
              <a:ext cx="10300" cy="8900"/>
            </a:xfrm>
            <a:custGeom>
              <a:avLst/>
              <a:gdLst/>
              <a:ahLst/>
              <a:cxnLst/>
              <a:rect l="l" t="t" r="r" b="b"/>
              <a:pathLst>
                <a:path w="412" h="356" extrusionOk="0">
                  <a:moveTo>
                    <a:pt x="202" y="1"/>
                  </a:moveTo>
                  <a:cubicBezTo>
                    <a:pt x="138" y="1"/>
                    <a:pt x="80" y="43"/>
                    <a:pt x="46" y="110"/>
                  </a:cubicBezTo>
                  <a:cubicBezTo>
                    <a:pt x="1" y="178"/>
                    <a:pt x="46" y="292"/>
                    <a:pt x="115" y="338"/>
                  </a:cubicBezTo>
                  <a:cubicBezTo>
                    <a:pt x="139" y="350"/>
                    <a:pt x="165" y="356"/>
                    <a:pt x="191" y="356"/>
                  </a:cubicBezTo>
                  <a:cubicBezTo>
                    <a:pt x="262" y="356"/>
                    <a:pt x="332" y="314"/>
                    <a:pt x="366" y="247"/>
                  </a:cubicBezTo>
                  <a:cubicBezTo>
                    <a:pt x="412" y="178"/>
                    <a:pt x="366" y="64"/>
                    <a:pt x="275" y="18"/>
                  </a:cubicBezTo>
                  <a:cubicBezTo>
                    <a:pt x="250" y="6"/>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16"/>
            <p:cNvSpPr/>
            <p:nvPr/>
          </p:nvSpPr>
          <p:spPr>
            <a:xfrm>
              <a:off x="5722475" y="1373550"/>
              <a:ext cx="8575" cy="7450"/>
            </a:xfrm>
            <a:custGeom>
              <a:avLst/>
              <a:gdLst/>
              <a:ahLst/>
              <a:cxnLst/>
              <a:rect l="l" t="t" r="r" b="b"/>
              <a:pathLst>
                <a:path w="343" h="298" extrusionOk="0">
                  <a:moveTo>
                    <a:pt x="178" y="1"/>
                  </a:moveTo>
                  <a:cubicBezTo>
                    <a:pt x="127" y="1"/>
                    <a:pt x="76" y="31"/>
                    <a:pt x="46" y="92"/>
                  </a:cubicBezTo>
                  <a:cubicBezTo>
                    <a:pt x="0" y="161"/>
                    <a:pt x="46" y="252"/>
                    <a:pt x="114" y="275"/>
                  </a:cubicBezTo>
                  <a:cubicBezTo>
                    <a:pt x="137" y="290"/>
                    <a:pt x="162" y="298"/>
                    <a:pt x="188" y="298"/>
                  </a:cubicBezTo>
                  <a:cubicBezTo>
                    <a:pt x="238" y="298"/>
                    <a:pt x="289" y="267"/>
                    <a:pt x="320" y="206"/>
                  </a:cubicBezTo>
                  <a:cubicBezTo>
                    <a:pt x="342" y="138"/>
                    <a:pt x="320" y="47"/>
                    <a:pt x="251" y="24"/>
                  </a:cubicBezTo>
                  <a:cubicBezTo>
                    <a:pt x="228" y="9"/>
                    <a:pt x="203"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16"/>
            <p:cNvSpPr/>
            <p:nvPr/>
          </p:nvSpPr>
          <p:spPr>
            <a:xfrm>
              <a:off x="5906200" y="1296625"/>
              <a:ext cx="9725" cy="8375"/>
            </a:xfrm>
            <a:custGeom>
              <a:avLst/>
              <a:gdLst/>
              <a:ahLst/>
              <a:cxnLst/>
              <a:rect l="l" t="t" r="r" b="b"/>
              <a:pathLst>
                <a:path w="389" h="335" extrusionOk="0">
                  <a:moveTo>
                    <a:pt x="199" y="1"/>
                  </a:moveTo>
                  <a:cubicBezTo>
                    <a:pt x="136" y="1"/>
                    <a:pt x="79" y="38"/>
                    <a:pt x="46" y="88"/>
                  </a:cubicBezTo>
                  <a:cubicBezTo>
                    <a:pt x="1" y="179"/>
                    <a:pt x="46" y="270"/>
                    <a:pt x="115" y="316"/>
                  </a:cubicBezTo>
                  <a:cubicBezTo>
                    <a:pt x="140" y="329"/>
                    <a:pt x="166" y="334"/>
                    <a:pt x="190" y="334"/>
                  </a:cubicBezTo>
                  <a:cubicBezTo>
                    <a:pt x="254" y="334"/>
                    <a:pt x="310" y="297"/>
                    <a:pt x="343" y="248"/>
                  </a:cubicBezTo>
                  <a:cubicBezTo>
                    <a:pt x="389" y="156"/>
                    <a:pt x="343" y="65"/>
                    <a:pt x="275" y="19"/>
                  </a:cubicBezTo>
                  <a:cubicBezTo>
                    <a:pt x="249" y="7"/>
                    <a:pt x="224"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16"/>
            <p:cNvSpPr/>
            <p:nvPr/>
          </p:nvSpPr>
          <p:spPr>
            <a:xfrm>
              <a:off x="5542150" y="1355875"/>
              <a:ext cx="10300" cy="9050"/>
            </a:xfrm>
            <a:custGeom>
              <a:avLst/>
              <a:gdLst/>
              <a:ahLst/>
              <a:cxnLst/>
              <a:rect l="l" t="t" r="r" b="b"/>
              <a:pathLst>
                <a:path w="412" h="362" extrusionOk="0">
                  <a:moveTo>
                    <a:pt x="179" y="0"/>
                  </a:moveTo>
                  <a:cubicBezTo>
                    <a:pt x="117" y="0"/>
                    <a:pt x="61" y="31"/>
                    <a:pt x="46" y="92"/>
                  </a:cubicBezTo>
                  <a:cubicBezTo>
                    <a:pt x="0" y="183"/>
                    <a:pt x="23" y="297"/>
                    <a:pt x="114" y="343"/>
                  </a:cubicBezTo>
                  <a:cubicBezTo>
                    <a:pt x="140" y="355"/>
                    <a:pt x="167" y="361"/>
                    <a:pt x="194" y="361"/>
                  </a:cubicBezTo>
                  <a:cubicBezTo>
                    <a:pt x="264" y="361"/>
                    <a:pt x="333" y="324"/>
                    <a:pt x="365" y="274"/>
                  </a:cubicBezTo>
                  <a:cubicBezTo>
                    <a:pt x="411" y="183"/>
                    <a:pt x="365" y="69"/>
                    <a:pt x="274" y="23"/>
                  </a:cubicBezTo>
                  <a:cubicBezTo>
                    <a:pt x="244" y="8"/>
                    <a:pt x="211" y="0"/>
                    <a:pt x="17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16"/>
            <p:cNvSpPr/>
            <p:nvPr/>
          </p:nvSpPr>
          <p:spPr>
            <a:xfrm>
              <a:off x="6186950" y="1940200"/>
              <a:ext cx="9175" cy="7900"/>
            </a:xfrm>
            <a:custGeom>
              <a:avLst/>
              <a:gdLst/>
              <a:ahLst/>
              <a:cxnLst/>
              <a:rect l="l" t="t" r="r" b="b"/>
              <a:pathLst>
                <a:path w="367" h="316" extrusionOk="0">
                  <a:moveTo>
                    <a:pt x="178" y="0"/>
                  </a:moveTo>
                  <a:cubicBezTo>
                    <a:pt x="128" y="0"/>
                    <a:pt x="77" y="31"/>
                    <a:pt x="46" y="92"/>
                  </a:cubicBezTo>
                  <a:cubicBezTo>
                    <a:pt x="1" y="160"/>
                    <a:pt x="46" y="251"/>
                    <a:pt x="115" y="297"/>
                  </a:cubicBezTo>
                  <a:cubicBezTo>
                    <a:pt x="140" y="310"/>
                    <a:pt x="166" y="316"/>
                    <a:pt x="190" y="316"/>
                  </a:cubicBezTo>
                  <a:cubicBezTo>
                    <a:pt x="252" y="316"/>
                    <a:pt x="304" y="278"/>
                    <a:pt x="320" y="229"/>
                  </a:cubicBezTo>
                  <a:cubicBezTo>
                    <a:pt x="366" y="137"/>
                    <a:pt x="343" y="46"/>
                    <a:pt x="252" y="23"/>
                  </a:cubicBezTo>
                  <a:cubicBezTo>
                    <a:pt x="229" y="8"/>
                    <a:pt x="204"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16"/>
            <p:cNvSpPr/>
            <p:nvPr/>
          </p:nvSpPr>
          <p:spPr>
            <a:xfrm>
              <a:off x="6139600" y="1815900"/>
              <a:ext cx="10300" cy="8925"/>
            </a:xfrm>
            <a:custGeom>
              <a:avLst/>
              <a:gdLst/>
              <a:ahLst/>
              <a:cxnLst/>
              <a:rect l="l" t="t" r="r" b="b"/>
              <a:pathLst>
                <a:path w="412" h="357" extrusionOk="0">
                  <a:moveTo>
                    <a:pt x="217" y="1"/>
                  </a:moveTo>
                  <a:cubicBezTo>
                    <a:pt x="147" y="1"/>
                    <a:pt x="79" y="38"/>
                    <a:pt x="46" y="88"/>
                  </a:cubicBezTo>
                  <a:cubicBezTo>
                    <a:pt x="0" y="179"/>
                    <a:pt x="46" y="293"/>
                    <a:pt x="137" y="339"/>
                  </a:cubicBezTo>
                  <a:cubicBezTo>
                    <a:pt x="162" y="351"/>
                    <a:pt x="188" y="357"/>
                    <a:pt x="213" y="357"/>
                  </a:cubicBezTo>
                  <a:cubicBezTo>
                    <a:pt x="283" y="357"/>
                    <a:pt x="349" y="314"/>
                    <a:pt x="366" y="248"/>
                  </a:cubicBezTo>
                  <a:cubicBezTo>
                    <a:pt x="411" y="156"/>
                    <a:pt x="388" y="65"/>
                    <a:pt x="297" y="19"/>
                  </a:cubicBezTo>
                  <a:cubicBezTo>
                    <a:pt x="272" y="7"/>
                    <a:pt x="244" y="1"/>
                    <a:pt x="2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16"/>
            <p:cNvSpPr/>
            <p:nvPr/>
          </p:nvSpPr>
          <p:spPr>
            <a:xfrm>
              <a:off x="5478225" y="1580475"/>
              <a:ext cx="6875" cy="5600"/>
            </a:xfrm>
            <a:custGeom>
              <a:avLst/>
              <a:gdLst/>
              <a:ahLst/>
              <a:cxnLst/>
              <a:rect l="l" t="t" r="r" b="b"/>
              <a:pathLst>
                <a:path w="275" h="224" extrusionOk="0">
                  <a:moveTo>
                    <a:pt x="129" y="1"/>
                  </a:moveTo>
                  <a:cubicBezTo>
                    <a:pt x="81" y="1"/>
                    <a:pt x="40" y="22"/>
                    <a:pt x="24" y="55"/>
                  </a:cubicBezTo>
                  <a:cubicBezTo>
                    <a:pt x="1" y="124"/>
                    <a:pt x="24" y="192"/>
                    <a:pt x="69" y="215"/>
                  </a:cubicBezTo>
                  <a:cubicBezTo>
                    <a:pt x="88" y="221"/>
                    <a:pt x="106" y="224"/>
                    <a:pt x="123" y="224"/>
                  </a:cubicBezTo>
                  <a:cubicBezTo>
                    <a:pt x="171" y="224"/>
                    <a:pt x="212" y="203"/>
                    <a:pt x="229" y="169"/>
                  </a:cubicBezTo>
                  <a:cubicBezTo>
                    <a:pt x="275" y="101"/>
                    <a:pt x="252" y="32"/>
                    <a:pt x="183" y="9"/>
                  </a:cubicBezTo>
                  <a:cubicBezTo>
                    <a:pt x="165"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16"/>
            <p:cNvSpPr/>
            <p:nvPr/>
          </p:nvSpPr>
          <p:spPr>
            <a:xfrm>
              <a:off x="5567825" y="1510500"/>
              <a:ext cx="9725" cy="8600"/>
            </a:xfrm>
            <a:custGeom>
              <a:avLst/>
              <a:gdLst/>
              <a:ahLst/>
              <a:cxnLst/>
              <a:rect l="l" t="t" r="r" b="b"/>
              <a:pathLst>
                <a:path w="389" h="344" extrusionOk="0">
                  <a:moveTo>
                    <a:pt x="179" y="1"/>
                  </a:moveTo>
                  <a:cubicBezTo>
                    <a:pt x="114" y="1"/>
                    <a:pt x="54" y="31"/>
                    <a:pt x="23" y="92"/>
                  </a:cubicBezTo>
                  <a:cubicBezTo>
                    <a:pt x="0" y="184"/>
                    <a:pt x="23" y="298"/>
                    <a:pt x="114" y="321"/>
                  </a:cubicBezTo>
                  <a:cubicBezTo>
                    <a:pt x="145" y="336"/>
                    <a:pt x="175" y="343"/>
                    <a:pt x="204" y="343"/>
                  </a:cubicBezTo>
                  <a:cubicBezTo>
                    <a:pt x="262" y="343"/>
                    <a:pt x="312" y="313"/>
                    <a:pt x="343" y="252"/>
                  </a:cubicBezTo>
                  <a:cubicBezTo>
                    <a:pt x="388" y="161"/>
                    <a:pt x="343" y="69"/>
                    <a:pt x="274" y="24"/>
                  </a:cubicBezTo>
                  <a:cubicBezTo>
                    <a:pt x="244" y="9"/>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16"/>
            <p:cNvSpPr/>
            <p:nvPr/>
          </p:nvSpPr>
          <p:spPr>
            <a:xfrm>
              <a:off x="5613475" y="1620175"/>
              <a:ext cx="8000" cy="7225"/>
            </a:xfrm>
            <a:custGeom>
              <a:avLst/>
              <a:gdLst/>
              <a:ahLst/>
              <a:cxnLst/>
              <a:rect l="l" t="t" r="r" b="b"/>
              <a:pathLst>
                <a:path w="320" h="289" extrusionOk="0">
                  <a:moveTo>
                    <a:pt x="167" y="1"/>
                  </a:moveTo>
                  <a:cubicBezTo>
                    <a:pt x="113" y="1"/>
                    <a:pt x="56" y="38"/>
                    <a:pt x="23" y="88"/>
                  </a:cubicBezTo>
                  <a:cubicBezTo>
                    <a:pt x="0" y="156"/>
                    <a:pt x="23" y="248"/>
                    <a:pt x="92" y="270"/>
                  </a:cubicBezTo>
                  <a:cubicBezTo>
                    <a:pt x="111" y="283"/>
                    <a:pt x="132" y="289"/>
                    <a:pt x="153" y="289"/>
                  </a:cubicBezTo>
                  <a:cubicBezTo>
                    <a:pt x="208" y="289"/>
                    <a:pt x="264" y="251"/>
                    <a:pt x="297" y="202"/>
                  </a:cubicBezTo>
                  <a:cubicBezTo>
                    <a:pt x="320" y="133"/>
                    <a:pt x="297" y="65"/>
                    <a:pt x="229" y="19"/>
                  </a:cubicBezTo>
                  <a:cubicBezTo>
                    <a:pt x="210" y="7"/>
                    <a:pt x="189" y="1"/>
                    <a:pt x="16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16"/>
            <p:cNvSpPr/>
            <p:nvPr/>
          </p:nvSpPr>
          <p:spPr>
            <a:xfrm>
              <a:off x="6384975" y="2316600"/>
              <a:ext cx="6875" cy="5375"/>
            </a:xfrm>
            <a:custGeom>
              <a:avLst/>
              <a:gdLst/>
              <a:ahLst/>
              <a:cxnLst/>
              <a:rect l="l" t="t" r="r" b="b"/>
              <a:pathLst>
                <a:path w="275" h="215" extrusionOk="0">
                  <a:moveTo>
                    <a:pt x="129" y="1"/>
                  </a:moveTo>
                  <a:cubicBezTo>
                    <a:pt x="73" y="1"/>
                    <a:pt x="17" y="26"/>
                    <a:pt x="0" y="78"/>
                  </a:cubicBezTo>
                  <a:lnTo>
                    <a:pt x="251" y="214"/>
                  </a:lnTo>
                  <a:cubicBezTo>
                    <a:pt x="274" y="146"/>
                    <a:pt x="251" y="55"/>
                    <a:pt x="183" y="9"/>
                  </a:cubicBezTo>
                  <a:cubicBezTo>
                    <a:pt x="166"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16"/>
            <p:cNvSpPr/>
            <p:nvPr/>
          </p:nvSpPr>
          <p:spPr>
            <a:xfrm>
              <a:off x="5201475" y="1509350"/>
              <a:ext cx="8025" cy="7100"/>
            </a:xfrm>
            <a:custGeom>
              <a:avLst/>
              <a:gdLst/>
              <a:ahLst/>
              <a:cxnLst/>
              <a:rect l="l" t="t" r="r" b="b"/>
              <a:pathLst>
                <a:path w="321" h="284" extrusionOk="0">
                  <a:moveTo>
                    <a:pt x="150" y="0"/>
                  </a:moveTo>
                  <a:cubicBezTo>
                    <a:pt x="101" y="0"/>
                    <a:pt x="53" y="26"/>
                    <a:pt x="23" y="70"/>
                  </a:cubicBezTo>
                  <a:cubicBezTo>
                    <a:pt x="1" y="138"/>
                    <a:pt x="23" y="230"/>
                    <a:pt x="92" y="275"/>
                  </a:cubicBezTo>
                  <a:cubicBezTo>
                    <a:pt x="109" y="281"/>
                    <a:pt x="127" y="284"/>
                    <a:pt x="146" y="284"/>
                  </a:cubicBezTo>
                  <a:cubicBezTo>
                    <a:pt x="202" y="284"/>
                    <a:pt x="257" y="258"/>
                    <a:pt x="274" y="207"/>
                  </a:cubicBezTo>
                  <a:cubicBezTo>
                    <a:pt x="320" y="138"/>
                    <a:pt x="297" y="47"/>
                    <a:pt x="229" y="24"/>
                  </a:cubicBezTo>
                  <a:cubicBezTo>
                    <a:pt x="205" y="8"/>
                    <a:pt x="177" y="0"/>
                    <a:pt x="15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16"/>
            <p:cNvSpPr/>
            <p:nvPr/>
          </p:nvSpPr>
          <p:spPr>
            <a:xfrm>
              <a:off x="5187775" y="1534250"/>
              <a:ext cx="6300" cy="5600"/>
            </a:xfrm>
            <a:custGeom>
              <a:avLst/>
              <a:gdLst/>
              <a:ahLst/>
              <a:cxnLst/>
              <a:rect l="l" t="t" r="r" b="b"/>
              <a:pathLst>
                <a:path w="252" h="224" extrusionOk="0">
                  <a:moveTo>
                    <a:pt x="129" y="1"/>
                  </a:moveTo>
                  <a:cubicBezTo>
                    <a:pt x="81" y="1"/>
                    <a:pt x="40" y="22"/>
                    <a:pt x="24" y="55"/>
                  </a:cubicBezTo>
                  <a:cubicBezTo>
                    <a:pt x="1" y="124"/>
                    <a:pt x="24" y="192"/>
                    <a:pt x="69" y="215"/>
                  </a:cubicBezTo>
                  <a:cubicBezTo>
                    <a:pt x="86" y="221"/>
                    <a:pt x="103" y="224"/>
                    <a:pt x="120" y="224"/>
                  </a:cubicBezTo>
                  <a:cubicBezTo>
                    <a:pt x="169" y="224"/>
                    <a:pt x="212" y="198"/>
                    <a:pt x="229" y="147"/>
                  </a:cubicBezTo>
                  <a:cubicBezTo>
                    <a:pt x="252" y="101"/>
                    <a:pt x="229" y="32"/>
                    <a:pt x="183" y="10"/>
                  </a:cubicBezTo>
                  <a:cubicBezTo>
                    <a:pt x="165" y="4"/>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16"/>
            <p:cNvSpPr/>
            <p:nvPr/>
          </p:nvSpPr>
          <p:spPr>
            <a:xfrm>
              <a:off x="5635725" y="1965325"/>
              <a:ext cx="9725" cy="6850"/>
            </a:xfrm>
            <a:custGeom>
              <a:avLst/>
              <a:gdLst/>
              <a:ahLst/>
              <a:cxnLst/>
              <a:rect l="l" t="t" r="r" b="b"/>
              <a:pathLst>
                <a:path w="389" h="274" extrusionOk="0">
                  <a:moveTo>
                    <a:pt x="161" y="0"/>
                  </a:moveTo>
                  <a:cubicBezTo>
                    <a:pt x="95" y="0"/>
                    <a:pt x="32" y="36"/>
                    <a:pt x="1" y="114"/>
                  </a:cubicBezTo>
                  <a:lnTo>
                    <a:pt x="343" y="274"/>
                  </a:lnTo>
                  <a:cubicBezTo>
                    <a:pt x="389" y="182"/>
                    <a:pt x="366" y="68"/>
                    <a:pt x="252" y="23"/>
                  </a:cubicBezTo>
                  <a:cubicBezTo>
                    <a:pt x="223" y="8"/>
                    <a:pt x="192"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16"/>
            <p:cNvSpPr/>
            <p:nvPr/>
          </p:nvSpPr>
          <p:spPr>
            <a:xfrm>
              <a:off x="6372425" y="1720300"/>
              <a:ext cx="8575" cy="7525"/>
            </a:xfrm>
            <a:custGeom>
              <a:avLst/>
              <a:gdLst/>
              <a:ahLst/>
              <a:cxnLst/>
              <a:rect l="l" t="t" r="r" b="b"/>
              <a:pathLst>
                <a:path w="343" h="301" extrusionOk="0">
                  <a:moveTo>
                    <a:pt x="174" y="0"/>
                  </a:moveTo>
                  <a:cubicBezTo>
                    <a:pt x="117" y="0"/>
                    <a:pt x="57" y="26"/>
                    <a:pt x="23" y="77"/>
                  </a:cubicBezTo>
                  <a:cubicBezTo>
                    <a:pt x="0" y="168"/>
                    <a:pt x="23" y="260"/>
                    <a:pt x="114" y="283"/>
                  </a:cubicBezTo>
                  <a:cubicBezTo>
                    <a:pt x="133" y="295"/>
                    <a:pt x="154" y="301"/>
                    <a:pt x="175" y="301"/>
                  </a:cubicBezTo>
                  <a:cubicBezTo>
                    <a:pt x="228" y="301"/>
                    <a:pt x="280" y="263"/>
                    <a:pt x="297" y="214"/>
                  </a:cubicBezTo>
                  <a:cubicBezTo>
                    <a:pt x="342" y="146"/>
                    <a:pt x="297" y="54"/>
                    <a:pt x="228" y="9"/>
                  </a:cubicBezTo>
                  <a:cubicBezTo>
                    <a:pt x="211"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16"/>
            <p:cNvSpPr/>
            <p:nvPr/>
          </p:nvSpPr>
          <p:spPr>
            <a:xfrm>
              <a:off x="6505375" y="1711725"/>
              <a:ext cx="8575" cy="7550"/>
            </a:xfrm>
            <a:custGeom>
              <a:avLst/>
              <a:gdLst/>
              <a:ahLst/>
              <a:cxnLst/>
              <a:rect l="l" t="t" r="r" b="b"/>
              <a:pathLst>
                <a:path w="343" h="302" extrusionOk="0">
                  <a:moveTo>
                    <a:pt x="174" y="1"/>
                  </a:moveTo>
                  <a:cubicBezTo>
                    <a:pt x="117" y="1"/>
                    <a:pt x="57" y="26"/>
                    <a:pt x="23" y="78"/>
                  </a:cubicBezTo>
                  <a:cubicBezTo>
                    <a:pt x="0" y="169"/>
                    <a:pt x="23" y="238"/>
                    <a:pt x="92" y="283"/>
                  </a:cubicBezTo>
                  <a:cubicBezTo>
                    <a:pt x="117" y="296"/>
                    <a:pt x="143" y="302"/>
                    <a:pt x="167" y="302"/>
                  </a:cubicBezTo>
                  <a:cubicBezTo>
                    <a:pt x="229" y="302"/>
                    <a:pt x="281" y="264"/>
                    <a:pt x="297" y="215"/>
                  </a:cubicBezTo>
                  <a:cubicBezTo>
                    <a:pt x="343" y="146"/>
                    <a:pt x="320" y="55"/>
                    <a:pt x="229"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16"/>
            <p:cNvSpPr/>
            <p:nvPr/>
          </p:nvSpPr>
          <p:spPr>
            <a:xfrm>
              <a:off x="6101375" y="1756575"/>
              <a:ext cx="10850" cy="9475"/>
            </a:xfrm>
            <a:custGeom>
              <a:avLst/>
              <a:gdLst/>
              <a:ahLst/>
              <a:cxnLst/>
              <a:rect l="l" t="t" r="r" b="b"/>
              <a:pathLst>
                <a:path w="434" h="379" extrusionOk="0">
                  <a:moveTo>
                    <a:pt x="220" y="1"/>
                  </a:moveTo>
                  <a:cubicBezTo>
                    <a:pt x="149" y="1"/>
                    <a:pt x="79" y="43"/>
                    <a:pt x="46" y="110"/>
                  </a:cubicBezTo>
                  <a:cubicBezTo>
                    <a:pt x="0" y="201"/>
                    <a:pt x="46" y="315"/>
                    <a:pt x="137" y="361"/>
                  </a:cubicBezTo>
                  <a:cubicBezTo>
                    <a:pt x="161" y="373"/>
                    <a:pt x="188" y="379"/>
                    <a:pt x="214" y="379"/>
                  </a:cubicBezTo>
                  <a:cubicBezTo>
                    <a:pt x="285" y="379"/>
                    <a:pt x="355" y="336"/>
                    <a:pt x="388" y="270"/>
                  </a:cubicBezTo>
                  <a:cubicBezTo>
                    <a:pt x="434" y="178"/>
                    <a:pt x="388" y="64"/>
                    <a:pt x="297" y="18"/>
                  </a:cubicBezTo>
                  <a:cubicBezTo>
                    <a:pt x="272" y="6"/>
                    <a:pt x="246"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16"/>
            <p:cNvSpPr/>
            <p:nvPr/>
          </p:nvSpPr>
          <p:spPr>
            <a:xfrm>
              <a:off x="6251450" y="1740850"/>
              <a:ext cx="9725" cy="8425"/>
            </a:xfrm>
            <a:custGeom>
              <a:avLst/>
              <a:gdLst/>
              <a:ahLst/>
              <a:cxnLst/>
              <a:rect l="l" t="t" r="r" b="b"/>
              <a:pathLst>
                <a:path w="389" h="337" extrusionOk="0">
                  <a:moveTo>
                    <a:pt x="197" y="0"/>
                  </a:moveTo>
                  <a:cubicBezTo>
                    <a:pt x="134" y="0"/>
                    <a:pt x="63" y="30"/>
                    <a:pt x="46" y="100"/>
                  </a:cubicBezTo>
                  <a:cubicBezTo>
                    <a:pt x="0" y="168"/>
                    <a:pt x="23" y="282"/>
                    <a:pt x="114" y="328"/>
                  </a:cubicBezTo>
                  <a:cubicBezTo>
                    <a:pt x="136" y="333"/>
                    <a:pt x="157" y="336"/>
                    <a:pt x="178" y="336"/>
                  </a:cubicBezTo>
                  <a:cubicBezTo>
                    <a:pt x="246" y="336"/>
                    <a:pt x="308" y="306"/>
                    <a:pt x="342" y="237"/>
                  </a:cubicBezTo>
                  <a:cubicBezTo>
                    <a:pt x="388" y="168"/>
                    <a:pt x="342" y="54"/>
                    <a:pt x="251" y="8"/>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16"/>
            <p:cNvSpPr/>
            <p:nvPr/>
          </p:nvSpPr>
          <p:spPr>
            <a:xfrm>
              <a:off x="5610625" y="1938050"/>
              <a:ext cx="9725" cy="8650"/>
            </a:xfrm>
            <a:custGeom>
              <a:avLst/>
              <a:gdLst/>
              <a:ahLst/>
              <a:cxnLst/>
              <a:rect l="l" t="t" r="r" b="b"/>
              <a:pathLst>
                <a:path w="389" h="346" extrusionOk="0">
                  <a:moveTo>
                    <a:pt x="189" y="0"/>
                  </a:moveTo>
                  <a:cubicBezTo>
                    <a:pt x="128" y="0"/>
                    <a:pt x="63" y="42"/>
                    <a:pt x="46" y="109"/>
                  </a:cubicBezTo>
                  <a:cubicBezTo>
                    <a:pt x="0" y="178"/>
                    <a:pt x="23" y="292"/>
                    <a:pt x="114" y="337"/>
                  </a:cubicBezTo>
                  <a:cubicBezTo>
                    <a:pt x="136" y="343"/>
                    <a:pt x="157" y="346"/>
                    <a:pt x="178" y="346"/>
                  </a:cubicBezTo>
                  <a:cubicBezTo>
                    <a:pt x="246" y="346"/>
                    <a:pt x="308" y="316"/>
                    <a:pt x="343" y="246"/>
                  </a:cubicBezTo>
                  <a:cubicBezTo>
                    <a:pt x="388" y="178"/>
                    <a:pt x="343" y="64"/>
                    <a:pt x="251" y="18"/>
                  </a:cubicBezTo>
                  <a:cubicBezTo>
                    <a:pt x="233" y="6"/>
                    <a:pt x="211"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16"/>
            <p:cNvSpPr/>
            <p:nvPr/>
          </p:nvSpPr>
          <p:spPr>
            <a:xfrm>
              <a:off x="6083675" y="1881975"/>
              <a:ext cx="6300" cy="5775"/>
            </a:xfrm>
            <a:custGeom>
              <a:avLst/>
              <a:gdLst/>
              <a:ahLst/>
              <a:cxnLst/>
              <a:rect l="l" t="t" r="r" b="b"/>
              <a:pathLst>
                <a:path w="252" h="231" extrusionOk="0">
                  <a:moveTo>
                    <a:pt x="106" y="0"/>
                  </a:moveTo>
                  <a:cubicBezTo>
                    <a:pt x="72" y="0"/>
                    <a:pt x="38" y="25"/>
                    <a:pt x="23" y="70"/>
                  </a:cubicBezTo>
                  <a:cubicBezTo>
                    <a:pt x="0" y="115"/>
                    <a:pt x="23" y="184"/>
                    <a:pt x="69" y="207"/>
                  </a:cubicBezTo>
                  <a:cubicBezTo>
                    <a:pt x="93" y="223"/>
                    <a:pt x="115" y="230"/>
                    <a:pt x="134" y="230"/>
                  </a:cubicBezTo>
                  <a:cubicBezTo>
                    <a:pt x="170" y="230"/>
                    <a:pt x="199" y="205"/>
                    <a:pt x="229" y="161"/>
                  </a:cubicBezTo>
                  <a:cubicBezTo>
                    <a:pt x="252" y="115"/>
                    <a:pt x="229" y="47"/>
                    <a:pt x="160" y="24"/>
                  </a:cubicBezTo>
                  <a:cubicBezTo>
                    <a:pt x="144" y="8"/>
                    <a:pt x="125" y="0"/>
                    <a:pt x="1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16"/>
            <p:cNvSpPr/>
            <p:nvPr/>
          </p:nvSpPr>
          <p:spPr>
            <a:xfrm>
              <a:off x="6080250" y="1867825"/>
              <a:ext cx="7450" cy="6225"/>
            </a:xfrm>
            <a:custGeom>
              <a:avLst/>
              <a:gdLst/>
              <a:ahLst/>
              <a:cxnLst/>
              <a:rect l="l" t="t" r="r" b="b"/>
              <a:pathLst>
                <a:path w="298" h="249" extrusionOk="0">
                  <a:moveTo>
                    <a:pt x="147" y="1"/>
                  </a:moveTo>
                  <a:cubicBezTo>
                    <a:pt x="101" y="1"/>
                    <a:pt x="62" y="33"/>
                    <a:pt x="46" y="65"/>
                  </a:cubicBezTo>
                  <a:cubicBezTo>
                    <a:pt x="0" y="134"/>
                    <a:pt x="46" y="202"/>
                    <a:pt x="92" y="225"/>
                  </a:cubicBezTo>
                  <a:cubicBezTo>
                    <a:pt x="116" y="241"/>
                    <a:pt x="140" y="249"/>
                    <a:pt x="164" y="249"/>
                  </a:cubicBezTo>
                  <a:cubicBezTo>
                    <a:pt x="206" y="249"/>
                    <a:pt x="245" y="223"/>
                    <a:pt x="274" y="179"/>
                  </a:cubicBezTo>
                  <a:cubicBezTo>
                    <a:pt x="297" y="111"/>
                    <a:pt x="274" y="42"/>
                    <a:pt x="206" y="19"/>
                  </a:cubicBezTo>
                  <a:cubicBezTo>
                    <a:pt x="186" y="6"/>
                    <a:pt x="166"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16"/>
            <p:cNvSpPr/>
            <p:nvPr/>
          </p:nvSpPr>
          <p:spPr>
            <a:xfrm>
              <a:off x="5512475" y="1362275"/>
              <a:ext cx="10850" cy="9575"/>
            </a:xfrm>
            <a:custGeom>
              <a:avLst/>
              <a:gdLst/>
              <a:ahLst/>
              <a:cxnLst/>
              <a:rect l="l" t="t" r="r" b="b"/>
              <a:pathLst>
                <a:path w="434" h="383" extrusionOk="0">
                  <a:moveTo>
                    <a:pt x="220" y="0"/>
                  </a:moveTo>
                  <a:cubicBezTo>
                    <a:pt x="149" y="0"/>
                    <a:pt x="79" y="43"/>
                    <a:pt x="46" y="110"/>
                  </a:cubicBezTo>
                  <a:cubicBezTo>
                    <a:pt x="0" y="201"/>
                    <a:pt x="46" y="315"/>
                    <a:pt x="137" y="361"/>
                  </a:cubicBezTo>
                  <a:cubicBezTo>
                    <a:pt x="166" y="375"/>
                    <a:pt x="197" y="383"/>
                    <a:pt x="228" y="383"/>
                  </a:cubicBezTo>
                  <a:cubicBezTo>
                    <a:pt x="294" y="383"/>
                    <a:pt x="357" y="347"/>
                    <a:pt x="388" y="269"/>
                  </a:cubicBezTo>
                  <a:cubicBezTo>
                    <a:pt x="434" y="178"/>
                    <a:pt x="388" y="64"/>
                    <a:pt x="297" y="18"/>
                  </a:cubicBezTo>
                  <a:cubicBezTo>
                    <a:pt x="273"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16"/>
            <p:cNvSpPr/>
            <p:nvPr/>
          </p:nvSpPr>
          <p:spPr>
            <a:xfrm>
              <a:off x="5345850" y="1593050"/>
              <a:ext cx="10300" cy="8800"/>
            </a:xfrm>
            <a:custGeom>
              <a:avLst/>
              <a:gdLst/>
              <a:ahLst/>
              <a:cxnLst/>
              <a:rect l="l" t="t" r="r" b="b"/>
              <a:pathLst>
                <a:path w="412" h="352" extrusionOk="0">
                  <a:moveTo>
                    <a:pt x="230" y="0"/>
                  </a:moveTo>
                  <a:cubicBezTo>
                    <a:pt x="156" y="0"/>
                    <a:pt x="81" y="30"/>
                    <a:pt x="46" y="100"/>
                  </a:cubicBezTo>
                  <a:cubicBezTo>
                    <a:pt x="0" y="191"/>
                    <a:pt x="46" y="305"/>
                    <a:pt x="137" y="328"/>
                  </a:cubicBezTo>
                  <a:cubicBezTo>
                    <a:pt x="168" y="343"/>
                    <a:pt x="198" y="351"/>
                    <a:pt x="227" y="351"/>
                  </a:cubicBezTo>
                  <a:cubicBezTo>
                    <a:pt x="284" y="351"/>
                    <a:pt x="335" y="321"/>
                    <a:pt x="366" y="260"/>
                  </a:cubicBezTo>
                  <a:cubicBezTo>
                    <a:pt x="411" y="168"/>
                    <a:pt x="388" y="54"/>
                    <a:pt x="297" y="9"/>
                  </a:cubicBezTo>
                  <a:cubicBezTo>
                    <a:pt x="275" y="3"/>
                    <a:pt x="253"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16"/>
            <p:cNvSpPr/>
            <p:nvPr/>
          </p:nvSpPr>
          <p:spPr>
            <a:xfrm>
              <a:off x="5846850" y="1798800"/>
              <a:ext cx="11450" cy="9600"/>
            </a:xfrm>
            <a:custGeom>
              <a:avLst/>
              <a:gdLst/>
              <a:ahLst/>
              <a:cxnLst/>
              <a:rect l="l" t="t" r="r" b="b"/>
              <a:pathLst>
                <a:path w="458" h="384" extrusionOk="0">
                  <a:moveTo>
                    <a:pt x="240" y="1"/>
                  </a:moveTo>
                  <a:cubicBezTo>
                    <a:pt x="162" y="1"/>
                    <a:pt x="80" y="43"/>
                    <a:pt x="47" y="110"/>
                  </a:cubicBezTo>
                  <a:cubicBezTo>
                    <a:pt x="1" y="201"/>
                    <a:pt x="47" y="315"/>
                    <a:pt x="138" y="361"/>
                  </a:cubicBezTo>
                  <a:cubicBezTo>
                    <a:pt x="176" y="376"/>
                    <a:pt x="214" y="384"/>
                    <a:pt x="249" y="384"/>
                  </a:cubicBezTo>
                  <a:cubicBezTo>
                    <a:pt x="320" y="384"/>
                    <a:pt x="381" y="353"/>
                    <a:pt x="412" y="292"/>
                  </a:cubicBezTo>
                  <a:cubicBezTo>
                    <a:pt x="457" y="178"/>
                    <a:pt x="412" y="64"/>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16"/>
            <p:cNvSpPr/>
            <p:nvPr/>
          </p:nvSpPr>
          <p:spPr>
            <a:xfrm>
              <a:off x="5652275" y="1726550"/>
              <a:ext cx="6875" cy="6175"/>
            </a:xfrm>
            <a:custGeom>
              <a:avLst/>
              <a:gdLst/>
              <a:ahLst/>
              <a:cxnLst/>
              <a:rect l="l" t="t" r="r" b="b"/>
              <a:pathLst>
                <a:path w="275" h="247" extrusionOk="0">
                  <a:moveTo>
                    <a:pt x="151" y="1"/>
                  </a:moveTo>
                  <a:cubicBezTo>
                    <a:pt x="102" y="1"/>
                    <a:pt x="57" y="22"/>
                    <a:pt x="23" y="55"/>
                  </a:cubicBezTo>
                  <a:cubicBezTo>
                    <a:pt x="1" y="124"/>
                    <a:pt x="23" y="215"/>
                    <a:pt x="92" y="238"/>
                  </a:cubicBezTo>
                  <a:cubicBezTo>
                    <a:pt x="103" y="244"/>
                    <a:pt x="117" y="247"/>
                    <a:pt x="133" y="247"/>
                  </a:cubicBezTo>
                  <a:cubicBezTo>
                    <a:pt x="179" y="247"/>
                    <a:pt x="234" y="221"/>
                    <a:pt x="252" y="170"/>
                  </a:cubicBezTo>
                  <a:cubicBezTo>
                    <a:pt x="274" y="124"/>
                    <a:pt x="252" y="33"/>
                    <a:pt x="206" y="10"/>
                  </a:cubicBezTo>
                  <a:cubicBezTo>
                    <a:pt x="188" y="4"/>
                    <a:pt x="169"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16"/>
            <p:cNvSpPr/>
            <p:nvPr/>
          </p:nvSpPr>
          <p:spPr>
            <a:xfrm>
              <a:off x="5633450" y="1740600"/>
              <a:ext cx="12000" cy="10050"/>
            </a:xfrm>
            <a:custGeom>
              <a:avLst/>
              <a:gdLst/>
              <a:ahLst/>
              <a:cxnLst/>
              <a:rect l="l" t="t" r="r" b="b"/>
              <a:pathLst>
                <a:path w="480" h="402" extrusionOk="0">
                  <a:moveTo>
                    <a:pt x="243" y="0"/>
                  </a:moveTo>
                  <a:cubicBezTo>
                    <a:pt x="172" y="0"/>
                    <a:pt x="102" y="43"/>
                    <a:pt x="69" y="110"/>
                  </a:cubicBezTo>
                  <a:cubicBezTo>
                    <a:pt x="0" y="201"/>
                    <a:pt x="46" y="338"/>
                    <a:pt x="160" y="384"/>
                  </a:cubicBezTo>
                  <a:cubicBezTo>
                    <a:pt x="185" y="396"/>
                    <a:pt x="211" y="401"/>
                    <a:pt x="237" y="401"/>
                  </a:cubicBezTo>
                  <a:cubicBezTo>
                    <a:pt x="308" y="401"/>
                    <a:pt x="378" y="359"/>
                    <a:pt x="411" y="292"/>
                  </a:cubicBezTo>
                  <a:cubicBezTo>
                    <a:pt x="480" y="178"/>
                    <a:pt x="434" y="64"/>
                    <a:pt x="320" y="18"/>
                  </a:cubicBezTo>
                  <a:cubicBezTo>
                    <a:pt x="295" y="6"/>
                    <a:pt x="269" y="0"/>
                    <a:pt x="24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16"/>
            <p:cNvSpPr/>
            <p:nvPr/>
          </p:nvSpPr>
          <p:spPr>
            <a:xfrm>
              <a:off x="5787525" y="1397875"/>
              <a:ext cx="6850" cy="5600"/>
            </a:xfrm>
            <a:custGeom>
              <a:avLst/>
              <a:gdLst/>
              <a:ahLst/>
              <a:cxnLst/>
              <a:rect l="l" t="t" r="r" b="b"/>
              <a:pathLst>
                <a:path w="274" h="224" extrusionOk="0">
                  <a:moveTo>
                    <a:pt x="142" y="0"/>
                  </a:moveTo>
                  <a:cubicBezTo>
                    <a:pt x="102" y="0"/>
                    <a:pt x="56" y="22"/>
                    <a:pt x="23" y="55"/>
                  </a:cubicBezTo>
                  <a:cubicBezTo>
                    <a:pt x="0" y="124"/>
                    <a:pt x="23" y="192"/>
                    <a:pt x="91" y="215"/>
                  </a:cubicBezTo>
                  <a:cubicBezTo>
                    <a:pt x="104" y="221"/>
                    <a:pt x="118" y="224"/>
                    <a:pt x="132" y="224"/>
                  </a:cubicBezTo>
                  <a:cubicBezTo>
                    <a:pt x="172" y="224"/>
                    <a:pt x="218" y="203"/>
                    <a:pt x="251" y="169"/>
                  </a:cubicBezTo>
                  <a:cubicBezTo>
                    <a:pt x="274" y="101"/>
                    <a:pt x="251" y="32"/>
                    <a:pt x="183" y="9"/>
                  </a:cubicBezTo>
                  <a:cubicBezTo>
                    <a:pt x="170"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16"/>
            <p:cNvSpPr/>
            <p:nvPr/>
          </p:nvSpPr>
          <p:spPr>
            <a:xfrm>
              <a:off x="5448550" y="1407900"/>
              <a:ext cx="9725" cy="8475"/>
            </a:xfrm>
            <a:custGeom>
              <a:avLst/>
              <a:gdLst/>
              <a:ahLst/>
              <a:cxnLst/>
              <a:rect l="l" t="t" r="r" b="b"/>
              <a:pathLst>
                <a:path w="389" h="339" extrusionOk="0">
                  <a:moveTo>
                    <a:pt x="195" y="1"/>
                  </a:moveTo>
                  <a:cubicBezTo>
                    <a:pt x="127" y="1"/>
                    <a:pt x="63" y="38"/>
                    <a:pt x="47" y="88"/>
                  </a:cubicBezTo>
                  <a:cubicBezTo>
                    <a:pt x="1" y="179"/>
                    <a:pt x="24" y="293"/>
                    <a:pt x="115" y="316"/>
                  </a:cubicBezTo>
                  <a:cubicBezTo>
                    <a:pt x="145" y="331"/>
                    <a:pt x="176" y="339"/>
                    <a:pt x="205" y="339"/>
                  </a:cubicBezTo>
                  <a:cubicBezTo>
                    <a:pt x="262" y="339"/>
                    <a:pt x="313" y="308"/>
                    <a:pt x="343" y="248"/>
                  </a:cubicBezTo>
                  <a:cubicBezTo>
                    <a:pt x="389" y="156"/>
                    <a:pt x="343" y="65"/>
                    <a:pt x="275" y="19"/>
                  </a:cubicBezTo>
                  <a:cubicBezTo>
                    <a:pt x="249" y="7"/>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16"/>
            <p:cNvSpPr/>
            <p:nvPr/>
          </p:nvSpPr>
          <p:spPr>
            <a:xfrm>
              <a:off x="5371525" y="1557300"/>
              <a:ext cx="8000" cy="7100"/>
            </a:xfrm>
            <a:custGeom>
              <a:avLst/>
              <a:gdLst/>
              <a:ahLst/>
              <a:cxnLst/>
              <a:rect l="l" t="t" r="r" b="b"/>
              <a:pathLst>
                <a:path w="320" h="284" extrusionOk="0">
                  <a:moveTo>
                    <a:pt x="156" y="1"/>
                  </a:moveTo>
                  <a:cubicBezTo>
                    <a:pt x="107" y="1"/>
                    <a:pt x="61" y="31"/>
                    <a:pt x="46" y="92"/>
                  </a:cubicBezTo>
                  <a:cubicBezTo>
                    <a:pt x="0" y="160"/>
                    <a:pt x="23" y="229"/>
                    <a:pt x="115" y="275"/>
                  </a:cubicBezTo>
                  <a:cubicBezTo>
                    <a:pt x="132" y="280"/>
                    <a:pt x="149" y="283"/>
                    <a:pt x="166" y="283"/>
                  </a:cubicBezTo>
                  <a:cubicBezTo>
                    <a:pt x="216" y="283"/>
                    <a:pt x="263" y="257"/>
                    <a:pt x="297" y="206"/>
                  </a:cubicBezTo>
                  <a:cubicBezTo>
                    <a:pt x="320" y="138"/>
                    <a:pt x="297" y="46"/>
                    <a:pt x="229" y="23"/>
                  </a:cubicBezTo>
                  <a:cubicBezTo>
                    <a:pt x="206" y="8"/>
                    <a:pt x="181"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16"/>
            <p:cNvSpPr/>
            <p:nvPr/>
          </p:nvSpPr>
          <p:spPr>
            <a:xfrm>
              <a:off x="5711625" y="1884250"/>
              <a:ext cx="8575" cy="7100"/>
            </a:xfrm>
            <a:custGeom>
              <a:avLst/>
              <a:gdLst/>
              <a:ahLst/>
              <a:cxnLst/>
              <a:rect l="l" t="t" r="r" b="b"/>
              <a:pathLst>
                <a:path w="343" h="284" extrusionOk="0">
                  <a:moveTo>
                    <a:pt x="151" y="1"/>
                  </a:moveTo>
                  <a:cubicBezTo>
                    <a:pt x="104" y="1"/>
                    <a:pt x="61" y="26"/>
                    <a:pt x="46" y="70"/>
                  </a:cubicBezTo>
                  <a:cubicBezTo>
                    <a:pt x="0" y="161"/>
                    <a:pt x="46" y="230"/>
                    <a:pt x="114" y="275"/>
                  </a:cubicBezTo>
                  <a:cubicBezTo>
                    <a:pt x="132" y="281"/>
                    <a:pt x="150" y="284"/>
                    <a:pt x="169" y="284"/>
                  </a:cubicBezTo>
                  <a:cubicBezTo>
                    <a:pt x="224" y="284"/>
                    <a:pt x="280" y="258"/>
                    <a:pt x="297" y="207"/>
                  </a:cubicBezTo>
                  <a:cubicBezTo>
                    <a:pt x="343" y="138"/>
                    <a:pt x="297" y="47"/>
                    <a:pt x="229" y="24"/>
                  </a:cubicBezTo>
                  <a:cubicBezTo>
                    <a:pt x="204" y="8"/>
                    <a:pt x="177"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16"/>
            <p:cNvSpPr/>
            <p:nvPr/>
          </p:nvSpPr>
          <p:spPr>
            <a:xfrm>
              <a:off x="5778950" y="1384750"/>
              <a:ext cx="11450" cy="10400"/>
            </a:xfrm>
            <a:custGeom>
              <a:avLst/>
              <a:gdLst/>
              <a:ahLst/>
              <a:cxnLst/>
              <a:rect l="l" t="t" r="r" b="b"/>
              <a:pathLst>
                <a:path w="458" h="416" extrusionOk="0">
                  <a:moveTo>
                    <a:pt x="213" y="0"/>
                  </a:moveTo>
                  <a:cubicBezTo>
                    <a:pt x="140" y="0"/>
                    <a:pt x="77" y="46"/>
                    <a:pt x="46" y="124"/>
                  </a:cubicBezTo>
                  <a:cubicBezTo>
                    <a:pt x="1" y="215"/>
                    <a:pt x="24" y="352"/>
                    <a:pt x="138" y="397"/>
                  </a:cubicBezTo>
                  <a:cubicBezTo>
                    <a:pt x="162" y="410"/>
                    <a:pt x="190" y="415"/>
                    <a:pt x="218" y="415"/>
                  </a:cubicBezTo>
                  <a:cubicBezTo>
                    <a:pt x="296" y="415"/>
                    <a:pt x="378" y="373"/>
                    <a:pt x="412" y="306"/>
                  </a:cubicBezTo>
                  <a:cubicBezTo>
                    <a:pt x="457" y="192"/>
                    <a:pt x="412"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16"/>
            <p:cNvSpPr/>
            <p:nvPr/>
          </p:nvSpPr>
          <p:spPr>
            <a:xfrm>
              <a:off x="6199500" y="2208750"/>
              <a:ext cx="7450" cy="6425"/>
            </a:xfrm>
            <a:custGeom>
              <a:avLst/>
              <a:gdLst/>
              <a:ahLst/>
              <a:cxnLst/>
              <a:rect l="l" t="t" r="r" b="b"/>
              <a:pathLst>
                <a:path w="298" h="257" extrusionOk="0">
                  <a:moveTo>
                    <a:pt x="152" y="1"/>
                  </a:moveTo>
                  <a:cubicBezTo>
                    <a:pt x="97" y="1"/>
                    <a:pt x="41" y="26"/>
                    <a:pt x="24" y="78"/>
                  </a:cubicBezTo>
                  <a:cubicBezTo>
                    <a:pt x="1" y="123"/>
                    <a:pt x="24" y="215"/>
                    <a:pt x="92" y="237"/>
                  </a:cubicBezTo>
                  <a:cubicBezTo>
                    <a:pt x="112" y="251"/>
                    <a:pt x="132" y="256"/>
                    <a:pt x="151" y="256"/>
                  </a:cubicBezTo>
                  <a:cubicBezTo>
                    <a:pt x="197" y="256"/>
                    <a:pt x="236" y="224"/>
                    <a:pt x="252" y="192"/>
                  </a:cubicBezTo>
                  <a:cubicBezTo>
                    <a:pt x="298" y="123"/>
                    <a:pt x="275" y="32"/>
                    <a:pt x="206" y="9"/>
                  </a:cubicBezTo>
                  <a:cubicBezTo>
                    <a:pt x="189" y="3"/>
                    <a:pt x="171" y="1"/>
                    <a:pt x="1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16"/>
            <p:cNvSpPr/>
            <p:nvPr/>
          </p:nvSpPr>
          <p:spPr>
            <a:xfrm>
              <a:off x="5382375" y="1455150"/>
              <a:ext cx="7425" cy="6775"/>
            </a:xfrm>
            <a:custGeom>
              <a:avLst/>
              <a:gdLst/>
              <a:ahLst/>
              <a:cxnLst/>
              <a:rect l="l" t="t" r="r" b="b"/>
              <a:pathLst>
                <a:path w="297" h="271" extrusionOk="0">
                  <a:moveTo>
                    <a:pt x="128" y="0"/>
                  </a:moveTo>
                  <a:cubicBezTo>
                    <a:pt x="81" y="0"/>
                    <a:pt x="38" y="25"/>
                    <a:pt x="23" y="69"/>
                  </a:cubicBezTo>
                  <a:cubicBezTo>
                    <a:pt x="0" y="138"/>
                    <a:pt x="23" y="229"/>
                    <a:pt x="91" y="252"/>
                  </a:cubicBezTo>
                  <a:cubicBezTo>
                    <a:pt x="111" y="265"/>
                    <a:pt x="130" y="270"/>
                    <a:pt x="148" y="270"/>
                  </a:cubicBezTo>
                  <a:cubicBezTo>
                    <a:pt x="196" y="270"/>
                    <a:pt x="241" y="233"/>
                    <a:pt x="274" y="184"/>
                  </a:cubicBezTo>
                  <a:cubicBezTo>
                    <a:pt x="297" y="138"/>
                    <a:pt x="274" y="47"/>
                    <a:pt x="206" y="24"/>
                  </a:cubicBezTo>
                  <a:cubicBezTo>
                    <a:pt x="181" y="8"/>
                    <a:pt x="154" y="0"/>
                    <a:pt x="12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16"/>
            <p:cNvSpPr/>
            <p:nvPr/>
          </p:nvSpPr>
          <p:spPr>
            <a:xfrm>
              <a:off x="5525025" y="1479125"/>
              <a:ext cx="9150" cy="8225"/>
            </a:xfrm>
            <a:custGeom>
              <a:avLst/>
              <a:gdLst/>
              <a:ahLst/>
              <a:cxnLst/>
              <a:rect l="l" t="t" r="r" b="b"/>
              <a:pathLst>
                <a:path w="366" h="329" extrusionOk="0">
                  <a:moveTo>
                    <a:pt x="172" y="1"/>
                  </a:moveTo>
                  <a:cubicBezTo>
                    <a:pt x="115" y="1"/>
                    <a:pt x="54" y="31"/>
                    <a:pt x="23" y="92"/>
                  </a:cubicBezTo>
                  <a:cubicBezTo>
                    <a:pt x="0" y="183"/>
                    <a:pt x="23" y="274"/>
                    <a:pt x="115" y="320"/>
                  </a:cubicBezTo>
                  <a:cubicBezTo>
                    <a:pt x="131" y="326"/>
                    <a:pt x="149" y="328"/>
                    <a:pt x="169" y="328"/>
                  </a:cubicBezTo>
                  <a:cubicBezTo>
                    <a:pt x="233" y="328"/>
                    <a:pt x="308" y="299"/>
                    <a:pt x="343" y="229"/>
                  </a:cubicBezTo>
                  <a:cubicBezTo>
                    <a:pt x="366" y="160"/>
                    <a:pt x="343" y="46"/>
                    <a:pt x="252" y="23"/>
                  </a:cubicBezTo>
                  <a:cubicBezTo>
                    <a:pt x="229"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16"/>
            <p:cNvSpPr/>
            <p:nvPr/>
          </p:nvSpPr>
          <p:spPr>
            <a:xfrm>
              <a:off x="5456550" y="1496025"/>
              <a:ext cx="7450" cy="6175"/>
            </a:xfrm>
            <a:custGeom>
              <a:avLst/>
              <a:gdLst/>
              <a:ahLst/>
              <a:cxnLst/>
              <a:rect l="l" t="t" r="r" b="b"/>
              <a:pathLst>
                <a:path w="298" h="247" extrusionOk="0">
                  <a:moveTo>
                    <a:pt x="155" y="1"/>
                  </a:moveTo>
                  <a:cubicBezTo>
                    <a:pt x="106" y="1"/>
                    <a:pt x="63" y="26"/>
                    <a:pt x="46" y="78"/>
                  </a:cubicBezTo>
                  <a:cubicBezTo>
                    <a:pt x="0" y="123"/>
                    <a:pt x="46" y="192"/>
                    <a:pt x="92" y="238"/>
                  </a:cubicBezTo>
                  <a:cubicBezTo>
                    <a:pt x="109" y="243"/>
                    <a:pt x="126" y="246"/>
                    <a:pt x="143" y="246"/>
                  </a:cubicBezTo>
                  <a:cubicBezTo>
                    <a:pt x="193" y="246"/>
                    <a:pt x="240" y="220"/>
                    <a:pt x="274" y="169"/>
                  </a:cubicBezTo>
                  <a:cubicBezTo>
                    <a:pt x="297" y="123"/>
                    <a:pt x="274" y="32"/>
                    <a:pt x="206" y="9"/>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16"/>
            <p:cNvSpPr/>
            <p:nvPr/>
          </p:nvSpPr>
          <p:spPr>
            <a:xfrm>
              <a:off x="6972725" y="1992475"/>
              <a:ext cx="6875" cy="5600"/>
            </a:xfrm>
            <a:custGeom>
              <a:avLst/>
              <a:gdLst/>
              <a:ahLst/>
              <a:cxnLst/>
              <a:rect l="l" t="t" r="r" b="b"/>
              <a:pathLst>
                <a:path w="275" h="224" extrusionOk="0">
                  <a:moveTo>
                    <a:pt x="129" y="0"/>
                  </a:moveTo>
                  <a:cubicBezTo>
                    <a:pt x="81" y="0"/>
                    <a:pt x="40" y="22"/>
                    <a:pt x="23" y="55"/>
                  </a:cubicBezTo>
                  <a:cubicBezTo>
                    <a:pt x="0" y="123"/>
                    <a:pt x="23" y="192"/>
                    <a:pt x="69" y="215"/>
                  </a:cubicBezTo>
                  <a:cubicBezTo>
                    <a:pt x="87" y="221"/>
                    <a:pt x="105" y="224"/>
                    <a:pt x="123" y="224"/>
                  </a:cubicBezTo>
                  <a:cubicBezTo>
                    <a:pt x="171" y="224"/>
                    <a:pt x="212" y="203"/>
                    <a:pt x="229" y="169"/>
                  </a:cubicBezTo>
                  <a:cubicBezTo>
                    <a:pt x="274" y="101"/>
                    <a:pt x="251" y="32"/>
                    <a:pt x="183" y="9"/>
                  </a:cubicBezTo>
                  <a:cubicBezTo>
                    <a:pt x="165" y="3"/>
                    <a:pt x="146"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16"/>
            <p:cNvSpPr/>
            <p:nvPr/>
          </p:nvSpPr>
          <p:spPr>
            <a:xfrm>
              <a:off x="6098500" y="1334300"/>
              <a:ext cx="10300" cy="8925"/>
            </a:xfrm>
            <a:custGeom>
              <a:avLst/>
              <a:gdLst/>
              <a:ahLst/>
              <a:cxnLst/>
              <a:rect l="l" t="t" r="r" b="b"/>
              <a:pathLst>
                <a:path w="412" h="357" extrusionOk="0">
                  <a:moveTo>
                    <a:pt x="202" y="1"/>
                  </a:moveTo>
                  <a:cubicBezTo>
                    <a:pt x="138" y="1"/>
                    <a:pt x="80" y="43"/>
                    <a:pt x="47" y="110"/>
                  </a:cubicBezTo>
                  <a:cubicBezTo>
                    <a:pt x="1" y="179"/>
                    <a:pt x="47" y="293"/>
                    <a:pt x="138" y="338"/>
                  </a:cubicBezTo>
                  <a:cubicBezTo>
                    <a:pt x="156" y="351"/>
                    <a:pt x="178" y="356"/>
                    <a:pt x="201" y="356"/>
                  </a:cubicBezTo>
                  <a:cubicBezTo>
                    <a:pt x="263" y="356"/>
                    <a:pt x="333" y="314"/>
                    <a:pt x="366" y="247"/>
                  </a:cubicBezTo>
                  <a:cubicBezTo>
                    <a:pt x="412" y="179"/>
                    <a:pt x="366" y="64"/>
                    <a:pt x="275" y="19"/>
                  </a:cubicBezTo>
                  <a:cubicBezTo>
                    <a:pt x="250" y="7"/>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16"/>
            <p:cNvSpPr/>
            <p:nvPr/>
          </p:nvSpPr>
          <p:spPr>
            <a:xfrm>
              <a:off x="5459975" y="1611075"/>
              <a:ext cx="10875" cy="9475"/>
            </a:xfrm>
            <a:custGeom>
              <a:avLst/>
              <a:gdLst/>
              <a:ahLst/>
              <a:cxnLst/>
              <a:rect l="l" t="t" r="r" b="b"/>
              <a:pathLst>
                <a:path w="435" h="379" extrusionOk="0">
                  <a:moveTo>
                    <a:pt x="221" y="0"/>
                  </a:moveTo>
                  <a:cubicBezTo>
                    <a:pt x="150" y="0"/>
                    <a:pt x="79" y="43"/>
                    <a:pt x="46" y="109"/>
                  </a:cubicBezTo>
                  <a:cubicBezTo>
                    <a:pt x="0" y="201"/>
                    <a:pt x="46" y="315"/>
                    <a:pt x="137" y="360"/>
                  </a:cubicBezTo>
                  <a:cubicBezTo>
                    <a:pt x="162" y="373"/>
                    <a:pt x="188" y="378"/>
                    <a:pt x="214" y="378"/>
                  </a:cubicBezTo>
                  <a:cubicBezTo>
                    <a:pt x="285" y="378"/>
                    <a:pt x="355" y="336"/>
                    <a:pt x="388" y="269"/>
                  </a:cubicBezTo>
                  <a:cubicBezTo>
                    <a:pt x="434" y="178"/>
                    <a:pt x="388"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16"/>
            <p:cNvSpPr/>
            <p:nvPr/>
          </p:nvSpPr>
          <p:spPr>
            <a:xfrm>
              <a:off x="6440325" y="1172475"/>
              <a:ext cx="6875" cy="5975"/>
            </a:xfrm>
            <a:custGeom>
              <a:avLst/>
              <a:gdLst/>
              <a:ahLst/>
              <a:cxnLst/>
              <a:rect l="l" t="t" r="r" b="b"/>
              <a:pathLst>
                <a:path w="275" h="239" extrusionOk="0">
                  <a:moveTo>
                    <a:pt x="142" y="0"/>
                  </a:moveTo>
                  <a:cubicBezTo>
                    <a:pt x="102" y="0"/>
                    <a:pt x="56" y="22"/>
                    <a:pt x="23" y="55"/>
                  </a:cubicBezTo>
                  <a:cubicBezTo>
                    <a:pt x="0" y="124"/>
                    <a:pt x="23" y="192"/>
                    <a:pt x="92" y="215"/>
                  </a:cubicBezTo>
                  <a:cubicBezTo>
                    <a:pt x="108" y="231"/>
                    <a:pt x="127" y="239"/>
                    <a:pt x="147" y="239"/>
                  </a:cubicBezTo>
                  <a:cubicBezTo>
                    <a:pt x="183" y="239"/>
                    <a:pt x="222" y="213"/>
                    <a:pt x="251" y="169"/>
                  </a:cubicBezTo>
                  <a:cubicBezTo>
                    <a:pt x="274" y="101"/>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16"/>
            <p:cNvSpPr/>
            <p:nvPr/>
          </p:nvSpPr>
          <p:spPr>
            <a:xfrm>
              <a:off x="5753850" y="2000125"/>
              <a:ext cx="10875" cy="9125"/>
            </a:xfrm>
            <a:custGeom>
              <a:avLst/>
              <a:gdLst/>
              <a:ahLst/>
              <a:cxnLst/>
              <a:rect l="l" t="t" r="r" b="b"/>
              <a:pathLst>
                <a:path w="435" h="365" extrusionOk="0">
                  <a:moveTo>
                    <a:pt x="202" y="0"/>
                  </a:moveTo>
                  <a:cubicBezTo>
                    <a:pt x="137" y="0"/>
                    <a:pt x="76" y="30"/>
                    <a:pt x="46" y="91"/>
                  </a:cubicBezTo>
                  <a:cubicBezTo>
                    <a:pt x="0" y="183"/>
                    <a:pt x="46" y="297"/>
                    <a:pt x="137" y="342"/>
                  </a:cubicBezTo>
                  <a:cubicBezTo>
                    <a:pt x="166" y="357"/>
                    <a:pt x="197" y="364"/>
                    <a:pt x="228" y="364"/>
                  </a:cubicBezTo>
                  <a:cubicBezTo>
                    <a:pt x="294" y="364"/>
                    <a:pt x="357" y="329"/>
                    <a:pt x="388" y="251"/>
                  </a:cubicBezTo>
                  <a:cubicBezTo>
                    <a:pt x="434" y="160"/>
                    <a:pt x="388" y="69"/>
                    <a:pt x="297" y="23"/>
                  </a:cubicBezTo>
                  <a:cubicBezTo>
                    <a:pt x="267" y="8"/>
                    <a:pt x="234" y="0"/>
                    <a:pt x="20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16"/>
            <p:cNvSpPr/>
            <p:nvPr/>
          </p:nvSpPr>
          <p:spPr>
            <a:xfrm>
              <a:off x="5555275" y="1919775"/>
              <a:ext cx="9725" cy="6750"/>
            </a:xfrm>
            <a:custGeom>
              <a:avLst/>
              <a:gdLst/>
              <a:ahLst/>
              <a:cxnLst/>
              <a:rect l="l" t="t" r="r" b="b"/>
              <a:pathLst>
                <a:path w="389" h="270" extrusionOk="0">
                  <a:moveTo>
                    <a:pt x="175" y="1"/>
                  </a:moveTo>
                  <a:cubicBezTo>
                    <a:pt x="104" y="1"/>
                    <a:pt x="34" y="43"/>
                    <a:pt x="0" y="110"/>
                  </a:cubicBezTo>
                  <a:lnTo>
                    <a:pt x="343" y="270"/>
                  </a:lnTo>
                  <a:cubicBezTo>
                    <a:pt x="388" y="178"/>
                    <a:pt x="343" y="64"/>
                    <a:pt x="251" y="19"/>
                  </a:cubicBezTo>
                  <a:cubicBezTo>
                    <a:pt x="227" y="6"/>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16"/>
            <p:cNvSpPr/>
            <p:nvPr/>
          </p:nvSpPr>
          <p:spPr>
            <a:xfrm>
              <a:off x="5732175" y="1999525"/>
              <a:ext cx="6300" cy="4600"/>
            </a:xfrm>
            <a:custGeom>
              <a:avLst/>
              <a:gdLst/>
              <a:ahLst/>
              <a:cxnLst/>
              <a:rect l="l" t="t" r="r" b="b"/>
              <a:pathLst>
                <a:path w="252" h="184" extrusionOk="0">
                  <a:moveTo>
                    <a:pt x="99" y="0"/>
                  </a:moveTo>
                  <a:cubicBezTo>
                    <a:pt x="58" y="0"/>
                    <a:pt x="15" y="25"/>
                    <a:pt x="0" y="70"/>
                  </a:cubicBezTo>
                  <a:lnTo>
                    <a:pt x="228" y="184"/>
                  </a:lnTo>
                  <a:cubicBezTo>
                    <a:pt x="251" y="115"/>
                    <a:pt x="228" y="47"/>
                    <a:pt x="160" y="24"/>
                  </a:cubicBezTo>
                  <a:cubicBezTo>
                    <a:pt x="144" y="8"/>
                    <a:pt x="122" y="0"/>
                    <a:pt x="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16"/>
            <p:cNvSpPr/>
            <p:nvPr/>
          </p:nvSpPr>
          <p:spPr>
            <a:xfrm>
              <a:off x="5594650" y="1920000"/>
              <a:ext cx="6300" cy="5600"/>
            </a:xfrm>
            <a:custGeom>
              <a:avLst/>
              <a:gdLst/>
              <a:ahLst/>
              <a:cxnLst/>
              <a:rect l="l" t="t" r="r" b="b"/>
              <a:pathLst>
                <a:path w="252" h="224" extrusionOk="0">
                  <a:moveTo>
                    <a:pt x="129" y="1"/>
                  </a:moveTo>
                  <a:cubicBezTo>
                    <a:pt x="81" y="1"/>
                    <a:pt x="40" y="22"/>
                    <a:pt x="23" y="55"/>
                  </a:cubicBezTo>
                  <a:cubicBezTo>
                    <a:pt x="0" y="101"/>
                    <a:pt x="23" y="169"/>
                    <a:pt x="69" y="215"/>
                  </a:cubicBezTo>
                  <a:cubicBezTo>
                    <a:pt x="86" y="221"/>
                    <a:pt x="103" y="224"/>
                    <a:pt x="119" y="224"/>
                  </a:cubicBezTo>
                  <a:cubicBezTo>
                    <a:pt x="168" y="224"/>
                    <a:pt x="211" y="198"/>
                    <a:pt x="228" y="146"/>
                  </a:cubicBezTo>
                  <a:cubicBezTo>
                    <a:pt x="251" y="101"/>
                    <a:pt x="228" y="32"/>
                    <a:pt x="183" y="10"/>
                  </a:cubicBezTo>
                  <a:cubicBezTo>
                    <a:pt x="164" y="3"/>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16"/>
            <p:cNvSpPr/>
            <p:nvPr/>
          </p:nvSpPr>
          <p:spPr>
            <a:xfrm>
              <a:off x="5470825" y="1831575"/>
              <a:ext cx="8000" cy="6975"/>
            </a:xfrm>
            <a:custGeom>
              <a:avLst/>
              <a:gdLst/>
              <a:ahLst/>
              <a:cxnLst/>
              <a:rect l="l" t="t" r="r" b="b"/>
              <a:pathLst>
                <a:path w="320" h="279" extrusionOk="0">
                  <a:moveTo>
                    <a:pt x="164" y="0"/>
                  </a:moveTo>
                  <a:cubicBezTo>
                    <a:pt x="118" y="0"/>
                    <a:pt x="63" y="26"/>
                    <a:pt x="46" y="77"/>
                  </a:cubicBezTo>
                  <a:cubicBezTo>
                    <a:pt x="0" y="146"/>
                    <a:pt x="23" y="237"/>
                    <a:pt x="91" y="260"/>
                  </a:cubicBezTo>
                  <a:cubicBezTo>
                    <a:pt x="110" y="272"/>
                    <a:pt x="131" y="278"/>
                    <a:pt x="152" y="278"/>
                  </a:cubicBezTo>
                  <a:cubicBezTo>
                    <a:pt x="205" y="278"/>
                    <a:pt x="258" y="241"/>
                    <a:pt x="274" y="191"/>
                  </a:cubicBezTo>
                  <a:cubicBezTo>
                    <a:pt x="320" y="123"/>
                    <a:pt x="274" y="54"/>
                    <a:pt x="205" y="9"/>
                  </a:cubicBezTo>
                  <a:cubicBezTo>
                    <a:pt x="194" y="3"/>
                    <a:pt x="180" y="0"/>
                    <a:pt x="16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16"/>
            <p:cNvSpPr/>
            <p:nvPr/>
          </p:nvSpPr>
          <p:spPr>
            <a:xfrm>
              <a:off x="5824025" y="2025000"/>
              <a:ext cx="6300" cy="5600"/>
            </a:xfrm>
            <a:custGeom>
              <a:avLst/>
              <a:gdLst/>
              <a:ahLst/>
              <a:cxnLst/>
              <a:rect l="l" t="t" r="r" b="b"/>
              <a:pathLst>
                <a:path w="252" h="224" extrusionOk="0">
                  <a:moveTo>
                    <a:pt x="129" y="0"/>
                  </a:moveTo>
                  <a:cubicBezTo>
                    <a:pt x="82" y="0"/>
                    <a:pt x="40" y="22"/>
                    <a:pt x="24" y="55"/>
                  </a:cubicBezTo>
                  <a:cubicBezTo>
                    <a:pt x="1" y="123"/>
                    <a:pt x="24" y="192"/>
                    <a:pt x="69" y="215"/>
                  </a:cubicBezTo>
                  <a:cubicBezTo>
                    <a:pt x="88" y="221"/>
                    <a:pt x="106" y="224"/>
                    <a:pt x="124" y="224"/>
                  </a:cubicBezTo>
                  <a:cubicBezTo>
                    <a:pt x="171" y="224"/>
                    <a:pt x="212" y="203"/>
                    <a:pt x="229" y="169"/>
                  </a:cubicBezTo>
                  <a:cubicBezTo>
                    <a:pt x="252" y="101"/>
                    <a:pt x="229" y="32"/>
                    <a:pt x="184"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16"/>
            <p:cNvSpPr/>
            <p:nvPr/>
          </p:nvSpPr>
          <p:spPr>
            <a:xfrm>
              <a:off x="5483375" y="1880975"/>
              <a:ext cx="8000" cy="5600"/>
            </a:xfrm>
            <a:custGeom>
              <a:avLst/>
              <a:gdLst/>
              <a:ahLst/>
              <a:cxnLst/>
              <a:rect l="l" t="t" r="r" b="b"/>
              <a:pathLst>
                <a:path w="320" h="224" extrusionOk="0">
                  <a:moveTo>
                    <a:pt x="153" y="0"/>
                  </a:moveTo>
                  <a:cubicBezTo>
                    <a:pt x="90" y="0"/>
                    <a:pt x="33" y="38"/>
                    <a:pt x="0" y="87"/>
                  </a:cubicBezTo>
                  <a:lnTo>
                    <a:pt x="297" y="224"/>
                  </a:lnTo>
                  <a:cubicBezTo>
                    <a:pt x="320" y="155"/>
                    <a:pt x="297" y="64"/>
                    <a:pt x="228" y="18"/>
                  </a:cubicBezTo>
                  <a:cubicBezTo>
                    <a:pt x="203" y="6"/>
                    <a:pt x="177" y="0"/>
                    <a:pt x="15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16"/>
            <p:cNvSpPr/>
            <p:nvPr/>
          </p:nvSpPr>
          <p:spPr>
            <a:xfrm>
              <a:off x="5531300" y="1895800"/>
              <a:ext cx="9725" cy="6750"/>
            </a:xfrm>
            <a:custGeom>
              <a:avLst/>
              <a:gdLst/>
              <a:ahLst/>
              <a:cxnLst/>
              <a:rect l="l" t="t" r="r" b="b"/>
              <a:pathLst>
                <a:path w="389" h="270" extrusionOk="0">
                  <a:moveTo>
                    <a:pt x="175" y="1"/>
                  </a:moveTo>
                  <a:cubicBezTo>
                    <a:pt x="104" y="1"/>
                    <a:pt x="34" y="43"/>
                    <a:pt x="1" y="110"/>
                  </a:cubicBezTo>
                  <a:lnTo>
                    <a:pt x="343" y="270"/>
                  </a:lnTo>
                  <a:cubicBezTo>
                    <a:pt x="389" y="179"/>
                    <a:pt x="343" y="65"/>
                    <a:pt x="252" y="19"/>
                  </a:cubicBezTo>
                  <a:cubicBezTo>
                    <a:pt x="227" y="7"/>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16"/>
            <p:cNvSpPr/>
            <p:nvPr/>
          </p:nvSpPr>
          <p:spPr>
            <a:xfrm>
              <a:off x="5545000" y="1905175"/>
              <a:ext cx="8000" cy="5375"/>
            </a:xfrm>
            <a:custGeom>
              <a:avLst/>
              <a:gdLst/>
              <a:ahLst/>
              <a:cxnLst/>
              <a:rect l="l" t="t" r="r" b="b"/>
              <a:pathLst>
                <a:path w="320" h="215" extrusionOk="0">
                  <a:moveTo>
                    <a:pt x="151" y="0"/>
                  </a:moveTo>
                  <a:cubicBezTo>
                    <a:pt x="95" y="0"/>
                    <a:pt x="35" y="26"/>
                    <a:pt x="0" y="78"/>
                  </a:cubicBezTo>
                  <a:lnTo>
                    <a:pt x="274" y="214"/>
                  </a:lnTo>
                  <a:cubicBezTo>
                    <a:pt x="320" y="146"/>
                    <a:pt x="274" y="55"/>
                    <a:pt x="206" y="9"/>
                  </a:cubicBezTo>
                  <a:cubicBezTo>
                    <a:pt x="189" y="3"/>
                    <a:pt x="170" y="0"/>
                    <a:pt x="15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16"/>
            <p:cNvSpPr/>
            <p:nvPr/>
          </p:nvSpPr>
          <p:spPr>
            <a:xfrm>
              <a:off x="5637450" y="1849250"/>
              <a:ext cx="8000" cy="7300"/>
            </a:xfrm>
            <a:custGeom>
              <a:avLst/>
              <a:gdLst/>
              <a:ahLst/>
              <a:cxnLst/>
              <a:rect l="l" t="t" r="r" b="b"/>
              <a:pathLst>
                <a:path w="320" h="292" extrusionOk="0">
                  <a:moveTo>
                    <a:pt x="174" y="1"/>
                  </a:moveTo>
                  <a:cubicBezTo>
                    <a:pt x="118" y="1"/>
                    <a:pt x="63" y="26"/>
                    <a:pt x="46" y="78"/>
                  </a:cubicBezTo>
                  <a:cubicBezTo>
                    <a:pt x="0" y="146"/>
                    <a:pt x="23" y="237"/>
                    <a:pt x="91" y="283"/>
                  </a:cubicBezTo>
                  <a:cubicBezTo>
                    <a:pt x="114" y="289"/>
                    <a:pt x="136" y="292"/>
                    <a:pt x="156" y="292"/>
                  </a:cubicBezTo>
                  <a:cubicBezTo>
                    <a:pt x="215" y="292"/>
                    <a:pt x="263" y="266"/>
                    <a:pt x="297" y="215"/>
                  </a:cubicBezTo>
                  <a:cubicBezTo>
                    <a:pt x="320" y="146"/>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16"/>
            <p:cNvSpPr/>
            <p:nvPr/>
          </p:nvSpPr>
          <p:spPr>
            <a:xfrm>
              <a:off x="5412050" y="1658300"/>
              <a:ext cx="9150" cy="7900"/>
            </a:xfrm>
            <a:custGeom>
              <a:avLst/>
              <a:gdLst/>
              <a:ahLst/>
              <a:cxnLst/>
              <a:rect l="l" t="t" r="r" b="b"/>
              <a:pathLst>
                <a:path w="366" h="316" extrusionOk="0">
                  <a:moveTo>
                    <a:pt x="184" y="1"/>
                  </a:moveTo>
                  <a:cubicBezTo>
                    <a:pt x="127" y="1"/>
                    <a:pt x="76" y="31"/>
                    <a:pt x="46" y="92"/>
                  </a:cubicBezTo>
                  <a:cubicBezTo>
                    <a:pt x="0" y="160"/>
                    <a:pt x="46" y="275"/>
                    <a:pt x="114" y="297"/>
                  </a:cubicBezTo>
                  <a:cubicBezTo>
                    <a:pt x="140" y="310"/>
                    <a:pt x="165" y="316"/>
                    <a:pt x="190" y="316"/>
                  </a:cubicBezTo>
                  <a:cubicBezTo>
                    <a:pt x="253" y="316"/>
                    <a:pt x="310" y="278"/>
                    <a:pt x="342" y="229"/>
                  </a:cubicBezTo>
                  <a:cubicBezTo>
                    <a:pt x="365" y="160"/>
                    <a:pt x="342" y="46"/>
                    <a:pt x="274" y="24"/>
                  </a:cubicBezTo>
                  <a:cubicBezTo>
                    <a:pt x="244" y="8"/>
                    <a:pt x="213"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16"/>
            <p:cNvSpPr/>
            <p:nvPr/>
          </p:nvSpPr>
          <p:spPr>
            <a:xfrm>
              <a:off x="5729875" y="1918300"/>
              <a:ext cx="6875" cy="6150"/>
            </a:xfrm>
            <a:custGeom>
              <a:avLst/>
              <a:gdLst/>
              <a:ahLst/>
              <a:cxnLst/>
              <a:rect l="l" t="t" r="r" b="b"/>
              <a:pathLst>
                <a:path w="275" h="246" extrusionOk="0">
                  <a:moveTo>
                    <a:pt x="139" y="0"/>
                  </a:moveTo>
                  <a:cubicBezTo>
                    <a:pt x="94" y="0"/>
                    <a:pt x="40" y="21"/>
                    <a:pt x="24" y="55"/>
                  </a:cubicBezTo>
                  <a:cubicBezTo>
                    <a:pt x="1" y="123"/>
                    <a:pt x="24" y="192"/>
                    <a:pt x="92" y="237"/>
                  </a:cubicBezTo>
                  <a:cubicBezTo>
                    <a:pt x="103" y="243"/>
                    <a:pt x="116" y="246"/>
                    <a:pt x="130" y="246"/>
                  </a:cubicBezTo>
                  <a:cubicBezTo>
                    <a:pt x="171" y="246"/>
                    <a:pt x="218" y="220"/>
                    <a:pt x="252" y="169"/>
                  </a:cubicBezTo>
                  <a:cubicBezTo>
                    <a:pt x="275" y="100"/>
                    <a:pt x="252" y="32"/>
                    <a:pt x="183" y="9"/>
                  </a:cubicBezTo>
                  <a:cubicBezTo>
                    <a:pt x="171" y="3"/>
                    <a:pt x="156" y="0"/>
                    <a:pt x="13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16"/>
            <p:cNvSpPr/>
            <p:nvPr/>
          </p:nvSpPr>
          <p:spPr>
            <a:xfrm>
              <a:off x="6047150" y="1980500"/>
              <a:ext cx="6300" cy="5600"/>
            </a:xfrm>
            <a:custGeom>
              <a:avLst/>
              <a:gdLst/>
              <a:ahLst/>
              <a:cxnLst/>
              <a:rect l="l" t="t" r="r" b="b"/>
              <a:pathLst>
                <a:path w="252" h="224" extrusionOk="0">
                  <a:moveTo>
                    <a:pt x="129" y="0"/>
                  </a:moveTo>
                  <a:cubicBezTo>
                    <a:pt x="81" y="0"/>
                    <a:pt x="40" y="21"/>
                    <a:pt x="23" y="55"/>
                  </a:cubicBezTo>
                  <a:cubicBezTo>
                    <a:pt x="1" y="123"/>
                    <a:pt x="23" y="192"/>
                    <a:pt x="69" y="214"/>
                  </a:cubicBezTo>
                  <a:cubicBezTo>
                    <a:pt x="87" y="221"/>
                    <a:pt x="106" y="223"/>
                    <a:pt x="123" y="223"/>
                  </a:cubicBezTo>
                  <a:cubicBezTo>
                    <a:pt x="171" y="223"/>
                    <a:pt x="212" y="202"/>
                    <a:pt x="229" y="169"/>
                  </a:cubicBezTo>
                  <a:cubicBezTo>
                    <a:pt x="252" y="100"/>
                    <a:pt x="229" y="32"/>
                    <a:pt x="183"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16"/>
            <p:cNvSpPr/>
            <p:nvPr/>
          </p:nvSpPr>
          <p:spPr>
            <a:xfrm>
              <a:off x="5610050" y="1857575"/>
              <a:ext cx="8575" cy="7550"/>
            </a:xfrm>
            <a:custGeom>
              <a:avLst/>
              <a:gdLst/>
              <a:ahLst/>
              <a:cxnLst/>
              <a:rect l="l" t="t" r="r" b="b"/>
              <a:pathLst>
                <a:path w="343" h="302" extrusionOk="0">
                  <a:moveTo>
                    <a:pt x="167" y="0"/>
                  </a:moveTo>
                  <a:cubicBezTo>
                    <a:pt x="113" y="0"/>
                    <a:pt x="56" y="38"/>
                    <a:pt x="23" y="87"/>
                  </a:cubicBezTo>
                  <a:cubicBezTo>
                    <a:pt x="0" y="156"/>
                    <a:pt x="23" y="247"/>
                    <a:pt x="92" y="292"/>
                  </a:cubicBezTo>
                  <a:cubicBezTo>
                    <a:pt x="115" y="298"/>
                    <a:pt x="136" y="301"/>
                    <a:pt x="156" y="301"/>
                  </a:cubicBezTo>
                  <a:cubicBezTo>
                    <a:pt x="216" y="301"/>
                    <a:pt x="263" y="275"/>
                    <a:pt x="297" y="224"/>
                  </a:cubicBezTo>
                  <a:cubicBezTo>
                    <a:pt x="343" y="133"/>
                    <a:pt x="297" y="41"/>
                    <a:pt x="229" y="19"/>
                  </a:cubicBezTo>
                  <a:cubicBezTo>
                    <a:pt x="210" y="6"/>
                    <a:pt x="189"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16"/>
            <p:cNvSpPr/>
            <p:nvPr/>
          </p:nvSpPr>
          <p:spPr>
            <a:xfrm>
              <a:off x="5524450" y="1897975"/>
              <a:ext cx="9150" cy="6300"/>
            </a:xfrm>
            <a:custGeom>
              <a:avLst/>
              <a:gdLst/>
              <a:ahLst/>
              <a:cxnLst/>
              <a:rect l="l" t="t" r="r" b="b"/>
              <a:pathLst>
                <a:path w="366" h="252" extrusionOk="0">
                  <a:moveTo>
                    <a:pt x="134" y="0"/>
                  </a:moveTo>
                  <a:cubicBezTo>
                    <a:pt x="72" y="0"/>
                    <a:pt x="16" y="31"/>
                    <a:pt x="1" y="92"/>
                  </a:cubicBezTo>
                  <a:lnTo>
                    <a:pt x="320" y="251"/>
                  </a:lnTo>
                  <a:cubicBezTo>
                    <a:pt x="366" y="160"/>
                    <a:pt x="320" y="46"/>
                    <a:pt x="229" y="23"/>
                  </a:cubicBezTo>
                  <a:cubicBezTo>
                    <a:pt x="198" y="8"/>
                    <a:pt x="165"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16"/>
            <p:cNvSpPr/>
            <p:nvPr/>
          </p:nvSpPr>
          <p:spPr>
            <a:xfrm>
              <a:off x="5667100" y="1939975"/>
              <a:ext cx="6875" cy="6550"/>
            </a:xfrm>
            <a:custGeom>
              <a:avLst/>
              <a:gdLst/>
              <a:ahLst/>
              <a:cxnLst/>
              <a:rect l="l" t="t" r="r" b="b"/>
              <a:pathLst>
                <a:path w="275" h="262" extrusionOk="0">
                  <a:moveTo>
                    <a:pt x="143" y="1"/>
                  </a:moveTo>
                  <a:cubicBezTo>
                    <a:pt x="97" y="1"/>
                    <a:pt x="41" y="27"/>
                    <a:pt x="24" y="78"/>
                  </a:cubicBezTo>
                  <a:cubicBezTo>
                    <a:pt x="1" y="146"/>
                    <a:pt x="24" y="215"/>
                    <a:pt x="92" y="238"/>
                  </a:cubicBezTo>
                  <a:cubicBezTo>
                    <a:pt x="108" y="254"/>
                    <a:pt x="130" y="261"/>
                    <a:pt x="153" y="261"/>
                  </a:cubicBezTo>
                  <a:cubicBezTo>
                    <a:pt x="194" y="261"/>
                    <a:pt x="237" y="236"/>
                    <a:pt x="252" y="192"/>
                  </a:cubicBezTo>
                  <a:cubicBezTo>
                    <a:pt x="275" y="124"/>
                    <a:pt x="252" y="55"/>
                    <a:pt x="184" y="9"/>
                  </a:cubicBezTo>
                  <a:cubicBezTo>
                    <a:pt x="172" y="4"/>
                    <a:pt x="158"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16"/>
            <p:cNvSpPr/>
            <p:nvPr/>
          </p:nvSpPr>
          <p:spPr>
            <a:xfrm>
              <a:off x="5602625" y="1671225"/>
              <a:ext cx="9150" cy="7850"/>
            </a:xfrm>
            <a:custGeom>
              <a:avLst/>
              <a:gdLst/>
              <a:ahLst/>
              <a:cxnLst/>
              <a:rect l="l" t="t" r="r" b="b"/>
              <a:pathLst>
                <a:path w="366" h="314" extrusionOk="0">
                  <a:moveTo>
                    <a:pt x="194" y="0"/>
                  </a:moveTo>
                  <a:cubicBezTo>
                    <a:pt x="132" y="0"/>
                    <a:pt x="63" y="26"/>
                    <a:pt x="46" y="77"/>
                  </a:cubicBezTo>
                  <a:cubicBezTo>
                    <a:pt x="1" y="168"/>
                    <a:pt x="46" y="260"/>
                    <a:pt x="115" y="305"/>
                  </a:cubicBezTo>
                  <a:cubicBezTo>
                    <a:pt x="131" y="311"/>
                    <a:pt x="150" y="314"/>
                    <a:pt x="169" y="314"/>
                  </a:cubicBezTo>
                  <a:cubicBezTo>
                    <a:pt x="232" y="314"/>
                    <a:pt x="303" y="284"/>
                    <a:pt x="320" y="214"/>
                  </a:cubicBezTo>
                  <a:cubicBezTo>
                    <a:pt x="366" y="146"/>
                    <a:pt x="320" y="54"/>
                    <a:pt x="252" y="9"/>
                  </a:cubicBezTo>
                  <a:cubicBezTo>
                    <a:pt x="235" y="3"/>
                    <a:pt x="215" y="0"/>
                    <a:pt x="19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16"/>
            <p:cNvSpPr/>
            <p:nvPr/>
          </p:nvSpPr>
          <p:spPr>
            <a:xfrm>
              <a:off x="5567250" y="1918075"/>
              <a:ext cx="12000" cy="10050"/>
            </a:xfrm>
            <a:custGeom>
              <a:avLst/>
              <a:gdLst/>
              <a:ahLst/>
              <a:cxnLst/>
              <a:rect l="l" t="t" r="r" b="b"/>
              <a:pathLst>
                <a:path w="480" h="402" extrusionOk="0">
                  <a:moveTo>
                    <a:pt x="252" y="0"/>
                  </a:moveTo>
                  <a:cubicBezTo>
                    <a:pt x="173" y="0"/>
                    <a:pt x="102" y="43"/>
                    <a:pt x="69" y="109"/>
                  </a:cubicBezTo>
                  <a:cubicBezTo>
                    <a:pt x="1" y="201"/>
                    <a:pt x="46" y="338"/>
                    <a:pt x="160" y="383"/>
                  </a:cubicBezTo>
                  <a:cubicBezTo>
                    <a:pt x="185" y="395"/>
                    <a:pt x="211" y="401"/>
                    <a:pt x="237" y="401"/>
                  </a:cubicBezTo>
                  <a:cubicBezTo>
                    <a:pt x="309" y="401"/>
                    <a:pt x="384" y="359"/>
                    <a:pt x="434" y="292"/>
                  </a:cubicBezTo>
                  <a:cubicBezTo>
                    <a:pt x="480" y="178"/>
                    <a:pt x="434" y="64"/>
                    <a:pt x="343" y="18"/>
                  </a:cubicBezTo>
                  <a:cubicBezTo>
                    <a:pt x="312" y="6"/>
                    <a:pt x="282" y="0"/>
                    <a:pt x="2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16"/>
            <p:cNvSpPr/>
            <p:nvPr/>
          </p:nvSpPr>
          <p:spPr>
            <a:xfrm>
              <a:off x="5586650" y="1860425"/>
              <a:ext cx="9725" cy="8925"/>
            </a:xfrm>
            <a:custGeom>
              <a:avLst/>
              <a:gdLst/>
              <a:ahLst/>
              <a:cxnLst/>
              <a:rect l="l" t="t" r="r" b="b"/>
              <a:pathLst>
                <a:path w="389" h="357" extrusionOk="0">
                  <a:moveTo>
                    <a:pt x="198" y="1"/>
                  </a:moveTo>
                  <a:cubicBezTo>
                    <a:pt x="129" y="1"/>
                    <a:pt x="63" y="43"/>
                    <a:pt x="46" y="110"/>
                  </a:cubicBezTo>
                  <a:cubicBezTo>
                    <a:pt x="1" y="201"/>
                    <a:pt x="23" y="293"/>
                    <a:pt x="115" y="338"/>
                  </a:cubicBezTo>
                  <a:cubicBezTo>
                    <a:pt x="139" y="350"/>
                    <a:pt x="165" y="356"/>
                    <a:pt x="191" y="356"/>
                  </a:cubicBezTo>
                  <a:cubicBezTo>
                    <a:pt x="261" y="356"/>
                    <a:pt x="326" y="314"/>
                    <a:pt x="343" y="247"/>
                  </a:cubicBezTo>
                  <a:cubicBezTo>
                    <a:pt x="389" y="178"/>
                    <a:pt x="366" y="64"/>
                    <a:pt x="275" y="19"/>
                  </a:cubicBezTo>
                  <a:cubicBezTo>
                    <a:pt x="250" y="6"/>
                    <a:pt x="224" y="1"/>
                    <a:pt x="19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16"/>
            <p:cNvSpPr/>
            <p:nvPr/>
          </p:nvSpPr>
          <p:spPr>
            <a:xfrm>
              <a:off x="5506775" y="1835200"/>
              <a:ext cx="10275" cy="9025"/>
            </a:xfrm>
            <a:custGeom>
              <a:avLst/>
              <a:gdLst/>
              <a:ahLst/>
              <a:cxnLst/>
              <a:rect l="l" t="t" r="r" b="b"/>
              <a:pathLst>
                <a:path w="411" h="361" extrusionOk="0">
                  <a:moveTo>
                    <a:pt x="178" y="1"/>
                  </a:moveTo>
                  <a:cubicBezTo>
                    <a:pt x="114" y="1"/>
                    <a:pt x="53" y="31"/>
                    <a:pt x="23" y="92"/>
                  </a:cubicBezTo>
                  <a:cubicBezTo>
                    <a:pt x="0" y="183"/>
                    <a:pt x="23" y="297"/>
                    <a:pt x="114" y="343"/>
                  </a:cubicBezTo>
                  <a:cubicBezTo>
                    <a:pt x="139" y="355"/>
                    <a:pt x="165" y="361"/>
                    <a:pt x="191" y="361"/>
                  </a:cubicBezTo>
                  <a:cubicBezTo>
                    <a:pt x="262" y="361"/>
                    <a:pt x="332" y="318"/>
                    <a:pt x="365" y="252"/>
                  </a:cubicBezTo>
                  <a:cubicBezTo>
                    <a:pt x="411" y="160"/>
                    <a:pt x="365" y="69"/>
                    <a:pt x="274" y="23"/>
                  </a:cubicBezTo>
                  <a:cubicBezTo>
                    <a:pt x="244" y="8"/>
                    <a:pt x="211"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16"/>
            <p:cNvSpPr/>
            <p:nvPr/>
          </p:nvSpPr>
          <p:spPr>
            <a:xfrm>
              <a:off x="5715050" y="1973650"/>
              <a:ext cx="9725" cy="8675"/>
            </a:xfrm>
            <a:custGeom>
              <a:avLst/>
              <a:gdLst/>
              <a:ahLst/>
              <a:cxnLst/>
              <a:rect l="l" t="t" r="r" b="b"/>
              <a:pathLst>
                <a:path w="389" h="347" extrusionOk="0">
                  <a:moveTo>
                    <a:pt x="210" y="1"/>
                  </a:moveTo>
                  <a:cubicBezTo>
                    <a:pt x="142" y="1"/>
                    <a:pt x="81" y="31"/>
                    <a:pt x="46" y="100"/>
                  </a:cubicBezTo>
                  <a:cubicBezTo>
                    <a:pt x="0" y="192"/>
                    <a:pt x="23" y="283"/>
                    <a:pt x="114" y="329"/>
                  </a:cubicBezTo>
                  <a:cubicBezTo>
                    <a:pt x="139" y="341"/>
                    <a:pt x="163" y="347"/>
                    <a:pt x="187" y="347"/>
                  </a:cubicBezTo>
                  <a:cubicBezTo>
                    <a:pt x="251" y="347"/>
                    <a:pt x="309" y="304"/>
                    <a:pt x="343" y="237"/>
                  </a:cubicBezTo>
                  <a:cubicBezTo>
                    <a:pt x="388" y="169"/>
                    <a:pt x="343" y="55"/>
                    <a:pt x="274" y="9"/>
                  </a:cubicBezTo>
                  <a:cubicBezTo>
                    <a:pt x="253" y="4"/>
                    <a:pt x="231" y="1"/>
                    <a:pt x="2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16"/>
            <p:cNvSpPr/>
            <p:nvPr/>
          </p:nvSpPr>
          <p:spPr>
            <a:xfrm>
              <a:off x="5635150" y="1886675"/>
              <a:ext cx="11450" cy="10050"/>
            </a:xfrm>
            <a:custGeom>
              <a:avLst/>
              <a:gdLst/>
              <a:ahLst/>
              <a:cxnLst/>
              <a:rect l="l" t="t" r="r" b="b"/>
              <a:pathLst>
                <a:path w="458" h="402" extrusionOk="0">
                  <a:moveTo>
                    <a:pt x="240" y="1"/>
                  </a:moveTo>
                  <a:cubicBezTo>
                    <a:pt x="162" y="1"/>
                    <a:pt x="80" y="43"/>
                    <a:pt x="46" y="110"/>
                  </a:cubicBezTo>
                  <a:cubicBezTo>
                    <a:pt x="1" y="224"/>
                    <a:pt x="46" y="338"/>
                    <a:pt x="138" y="384"/>
                  </a:cubicBezTo>
                  <a:cubicBezTo>
                    <a:pt x="168" y="396"/>
                    <a:pt x="199" y="402"/>
                    <a:pt x="228" y="402"/>
                  </a:cubicBezTo>
                  <a:cubicBezTo>
                    <a:pt x="308" y="402"/>
                    <a:pt x="378" y="359"/>
                    <a:pt x="412" y="293"/>
                  </a:cubicBezTo>
                  <a:cubicBezTo>
                    <a:pt x="457" y="201"/>
                    <a:pt x="412" y="87"/>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16"/>
            <p:cNvSpPr/>
            <p:nvPr/>
          </p:nvSpPr>
          <p:spPr>
            <a:xfrm>
              <a:off x="5784100" y="2033900"/>
              <a:ext cx="8000" cy="5600"/>
            </a:xfrm>
            <a:custGeom>
              <a:avLst/>
              <a:gdLst/>
              <a:ahLst/>
              <a:cxnLst/>
              <a:rect l="l" t="t" r="r" b="b"/>
              <a:pathLst>
                <a:path w="320" h="224" extrusionOk="0">
                  <a:moveTo>
                    <a:pt x="144" y="0"/>
                  </a:moveTo>
                  <a:cubicBezTo>
                    <a:pt x="90" y="0"/>
                    <a:pt x="33" y="38"/>
                    <a:pt x="0" y="87"/>
                  </a:cubicBezTo>
                  <a:lnTo>
                    <a:pt x="297" y="224"/>
                  </a:lnTo>
                  <a:cubicBezTo>
                    <a:pt x="320" y="133"/>
                    <a:pt x="297" y="41"/>
                    <a:pt x="206" y="19"/>
                  </a:cubicBezTo>
                  <a:cubicBezTo>
                    <a:pt x="186" y="6"/>
                    <a:pt x="166" y="0"/>
                    <a:pt x="14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16"/>
            <p:cNvSpPr/>
            <p:nvPr/>
          </p:nvSpPr>
          <p:spPr>
            <a:xfrm>
              <a:off x="5501050" y="1784200"/>
              <a:ext cx="8600" cy="7650"/>
            </a:xfrm>
            <a:custGeom>
              <a:avLst/>
              <a:gdLst/>
              <a:ahLst/>
              <a:cxnLst/>
              <a:rect l="l" t="t" r="r" b="b"/>
              <a:pathLst>
                <a:path w="344" h="306" extrusionOk="0">
                  <a:moveTo>
                    <a:pt x="174" y="1"/>
                  </a:moveTo>
                  <a:cubicBezTo>
                    <a:pt x="118" y="1"/>
                    <a:pt x="58" y="26"/>
                    <a:pt x="24" y="78"/>
                  </a:cubicBezTo>
                  <a:cubicBezTo>
                    <a:pt x="1" y="169"/>
                    <a:pt x="24" y="260"/>
                    <a:pt x="92" y="283"/>
                  </a:cubicBezTo>
                  <a:cubicBezTo>
                    <a:pt x="123" y="298"/>
                    <a:pt x="153" y="306"/>
                    <a:pt x="181" y="306"/>
                  </a:cubicBezTo>
                  <a:cubicBezTo>
                    <a:pt x="237" y="306"/>
                    <a:pt x="282" y="275"/>
                    <a:pt x="298" y="215"/>
                  </a:cubicBezTo>
                  <a:cubicBezTo>
                    <a:pt x="343" y="146"/>
                    <a:pt x="298" y="55"/>
                    <a:pt x="229" y="9"/>
                  </a:cubicBezTo>
                  <a:cubicBezTo>
                    <a:pt x="212"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16"/>
            <p:cNvSpPr/>
            <p:nvPr/>
          </p:nvSpPr>
          <p:spPr>
            <a:xfrm>
              <a:off x="5415475" y="1833850"/>
              <a:ext cx="6850" cy="6425"/>
            </a:xfrm>
            <a:custGeom>
              <a:avLst/>
              <a:gdLst/>
              <a:ahLst/>
              <a:cxnLst/>
              <a:rect l="l" t="t" r="r" b="b"/>
              <a:pathLst>
                <a:path w="274" h="257" extrusionOk="0">
                  <a:moveTo>
                    <a:pt x="142" y="0"/>
                  </a:moveTo>
                  <a:cubicBezTo>
                    <a:pt x="96" y="0"/>
                    <a:pt x="40" y="26"/>
                    <a:pt x="23" y="77"/>
                  </a:cubicBezTo>
                  <a:cubicBezTo>
                    <a:pt x="0" y="146"/>
                    <a:pt x="23" y="214"/>
                    <a:pt x="91" y="237"/>
                  </a:cubicBezTo>
                  <a:cubicBezTo>
                    <a:pt x="105" y="251"/>
                    <a:pt x="122" y="256"/>
                    <a:pt x="140" y="256"/>
                  </a:cubicBezTo>
                  <a:cubicBezTo>
                    <a:pt x="185" y="256"/>
                    <a:pt x="235" y="224"/>
                    <a:pt x="251" y="192"/>
                  </a:cubicBezTo>
                  <a:cubicBezTo>
                    <a:pt x="274" y="123"/>
                    <a:pt x="251" y="55"/>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16"/>
            <p:cNvSpPr/>
            <p:nvPr/>
          </p:nvSpPr>
          <p:spPr>
            <a:xfrm>
              <a:off x="5341275" y="1801500"/>
              <a:ext cx="5175" cy="4050"/>
            </a:xfrm>
            <a:custGeom>
              <a:avLst/>
              <a:gdLst/>
              <a:ahLst/>
              <a:cxnLst/>
              <a:rect l="l" t="t" r="r" b="b"/>
              <a:pathLst>
                <a:path w="207" h="162" extrusionOk="0">
                  <a:moveTo>
                    <a:pt x="84" y="1"/>
                  </a:moveTo>
                  <a:cubicBezTo>
                    <a:pt x="49" y="1"/>
                    <a:pt x="15" y="26"/>
                    <a:pt x="1" y="70"/>
                  </a:cubicBezTo>
                  <a:lnTo>
                    <a:pt x="183" y="162"/>
                  </a:lnTo>
                  <a:cubicBezTo>
                    <a:pt x="206" y="93"/>
                    <a:pt x="206" y="48"/>
                    <a:pt x="138" y="25"/>
                  </a:cubicBezTo>
                  <a:cubicBezTo>
                    <a:pt x="121" y="9"/>
                    <a:pt x="102" y="1"/>
                    <a:pt x="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16"/>
            <p:cNvSpPr/>
            <p:nvPr/>
          </p:nvSpPr>
          <p:spPr>
            <a:xfrm>
              <a:off x="5377225" y="1368775"/>
              <a:ext cx="8025" cy="7300"/>
            </a:xfrm>
            <a:custGeom>
              <a:avLst/>
              <a:gdLst/>
              <a:ahLst/>
              <a:cxnLst/>
              <a:rect l="l" t="t" r="r" b="b"/>
              <a:pathLst>
                <a:path w="321" h="292" extrusionOk="0">
                  <a:moveTo>
                    <a:pt x="174" y="1"/>
                  </a:moveTo>
                  <a:cubicBezTo>
                    <a:pt x="118" y="1"/>
                    <a:pt x="58" y="26"/>
                    <a:pt x="24" y="78"/>
                  </a:cubicBezTo>
                  <a:cubicBezTo>
                    <a:pt x="1" y="169"/>
                    <a:pt x="24" y="238"/>
                    <a:pt x="92" y="283"/>
                  </a:cubicBezTo>
                  <a:cubicBezTo>
                    <a:pt x="115" y="289"/>
                    <a:pt x="136" y="292"/>
                    <a:pt x="156" y="292"/>
                  </a:cubicBezTo>
                  <a:cubicBezTo>
                    <a:pt x="216" y="292"/>
                    <a:pt x="263" y="266"/>
                    <a:pt x="297" y="215"/>
                  </a:cubicBezTo>
                  <a:cubicBezTo>
                    <a:pt x="320" y="146"/>
                    <a:pt x="297" y="55"/>
                    <a:pt x="229" y="9"/>
                  </a:cubicBezTo>
                  <a:cubicBezTo>
                    <a:pt x="212"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16"/>
            <p:cNvSpPr/>
            <p:nvPr/>
          </p:nvSpPr>
          <p:spPr>
            <a:xfrm>
              <a:off x="5240850" y="1570800"/>
              <a:ext cx="10300" cy="9225"/>
            </a:xfrm>
            <a:custGeom>
              <a:avLst/>
              <a:gdLst/>
              <a:ahLst/>
              <a:cxnLst/>
              <a:rect l="l" t="t" r="r" b="b"/>
              <a:pathLst>
                <a:path w="412" h="369" extrusionOk="0">
                  <a:moveTo>
                    <a:pt x="207" y="0"/>
                  </a:moveTo>
                  <a:cubicBezTo>
                    <a:pt x="134" y="0"/>
                    <a:pt x="64" y="30"/>
                    <a:pt x="46" y="100"/>
                  </a:cubicBezTo>
                  <a:cubicBezTo>
                    <a:pt x="0" y="191"/>
                    <a:pt x="23" y="305"/>
                    <a:pt x="115" y="351"/>
                  </a:cubicBezTo>
                  <a:cubicBezTo>
                    <a:pt x="139" y="363"/>
                    <a:pt x="165" y="369"/>
                    <a:pt x="191" y="369"/>
                  </a:cubicBezTo>
                  <a:cubicBezTo>
                    <a:pt x="262" y="369"/>
                    <a:pt x="332" y="326"/>
                    <a:pt x="366" y="260"/>
                  </a:cubicBezTo>
                  <a:cubicBezTo>
                    <a:pt x="411" y="168"/>
                    <a:pt x="366" y="54"/>
                    <a:pt x="274" y="8"/>
                  </a:cubicBezTo>
                  <a:cubicBezTo>
                    <a:pt x="253" y="3"/>
                    <a:pt x="230"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16"/>
            <p:cNvSpPr/>
            <p:nvPr/>
          </p:nvSpPr>
          <p:spPr>
            <a:xfrm>
              <a:off x="5700200" y="1861225"/>
              <a:ext cx="8025" cy="7300"/>
            </a:xfrm>
            <a:custGeom>
              <a:avLst/>
              <a:gdLst/>
              <a:ahLst/>
              <a:cxnLst/>
              <a:rect l="l" t="t" r="r" b="b"/>
              <a:pathLst>
                <a:path w="321" h="292" extrusionOk="0">
                  <a:moveTo>
                    <a:pt x="155" y="1"/>
                  </a:moveTo>
                  <a:cubicBezTo>
                    <a:pt x="105" y="1"/>
                    <a:pt x="58" y="27"/>
                    <a:pt x="24" y="78"/>
                  </a:cubicBezTo>
                  <a:cubicBezTo>
                    <a:pt x="1" y="146"/>
                    <a:pt x="24" y="238"/>
                    <a:pt x="92" y="283"/>
                  </a:cubicBezTo>
                  <a:cubicBezTo>
                    <a:pt x="109" y="289"/>
                    <a:pt x="128" y="292"/>
                    <a:pt x="146" y="292"/>
                  </a:cubicBezTo>
                  <a:cubicBezTo>
                    <a:pt x="202" y="292"/>
                    <a:pt x="258" y="266"/>
                    <a:pt x="275" y="215"/>
                  </a:cubicBezTo>
                  <a:cubicBezTo>
                    <a:pt x="320" y="146"/>
                    <a:pt x="275" y="55"/>
                    <a:pt x="206" y="10"/>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16"/>
            <p:cNvSpPr/>
            <p:nvPr/>
          </p:nvSpPr>
          <p:spPr>
            <a:xfrm>
              <a:off x="5724750" y="1602375"/>
              <a:ext cx="9725" cy="8600"/>
            </a:xfrm>
            <a:custGeom>
              <a:avLst/>
              <a:gdLst/>
              <a:ahLst/>
              <a:cxnLst/>
              <a:rect l="l" t="t" r="r" b="b"/>
              <a:pathLst>
                <a:path w="389" h="344" extrusionOk="0">
                  <a:moveTo>
                    <a:pt x="179" y="1"/>
                  </a:moveTo>
                  <a:cubicBezTo>
                    <a:pt x="114" y="1"/>
                    <a:pt x="54" y="31"/>
                    <a:pt x="23" y="92"/>
                  </a:cubicBezTo>
                  <a:cubicBezTo>
                    <a:pt x="0" y="183"/>
                    <a:pt x="23" y="275"/>
                    <a:pt x="114" y="320"/>
                  </a:cubicBezTo>
                  <a:cubicBezTo>
                    <a:pt x="145" y="336"/>
                    <a:pt x="175" y="343"/>
                    <a:pt x="204" y="343"/>
                  </a:cubicBezTo>
                  <a:cubicBezTo>
                    <a:pt x="262" y="343"/>
                    <a:pt x="312" y="313"/>
                    <a:pt x="343" y="252"/>
                  </a:cubicBezTo>
                  <a:cubicBezTo>
                    <a:pt x="388" y="161"/>
                    <a:pt x="343" y="46"/>
                    <a:pt x="274" y="24"/>
                  </a:cubicBezTo>
                  <a:cubicBezTo>
                    <a:pt x="244" y="8"/>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16"/>
            <p:cNvSpPr/>
            <p:nvPr/>
          </p:nvSpPr>
          <p:spPr>
            <a:xfrm>
              <a:off x="5844575" y="1891825"/>
              <a:ext cx="10875" cy="9575"/>
            </a:xfrm>
            <a:custGeom>
              <a:avLst/>
              <a:gdLst/>
              <a:ahLst/>
              <a:cxnLst/>
              <a:rect l="l" t="t" r="r" b="b"/>
              <a:pathLst>
                <a:path w="435" h="383" extrusionOk="0">
                  <a:moveTo>
                    <a:pt x="221" y="0"/>
                  </a:moveTo>
                  <a:cubicBezTo>
                    <a:pt x="150" y="0"/>
                    <a:pt x="80" y="43"/>
                    <a:pt x="46" y="109"/>
                  </a:cubicBezTo>
                  <a:cubicBezTo>
                    <a:pt x="1" y="201"/>
                    <a:pt x="23" y="315"/>
                    <a:pt x="138" y="360"/>
                  </a:cubicBezTo>
                  <a:cubicBezTo>
                    <a:pt x="166" y="375"/>
                    <a:pt x="198" y="382"/>
                    <a:pt x="228" y="382"/>
                  </a:cubicBezTo>
                  <a:cubicBezTo>
                    <a:pt x="294" y="382"/>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16"/>
            <p:cNvSpPr/>
            <p:nvPr/>
          </p:nvSpPr>
          <p:spPr>
            <a:xfrm>
              <a:off x="5359550" y="1650975"/>
              <a:ext cx="7425" cy="6675"/>
            </a:xfrm>
            <a:custGeom>
              <a:avLst/>
              <a:gdLst/>
              <a:ahLst/>
              <a:cxnLst/>
              <a:rect l="l" t="t" r="r" b="b"/>
              <a:pathLst>
                <a:path w="297" h="267" extrusionOk="0">
                  <a:moveTo>
                    <a:pt x="146" y="1"/>
                  </a:moveTo>
                  <a:cubicBezTo>
                    <a:pt x="99" y="1"/>
                    <a:pt x="55" y="33"/>
                    <a:pt x="23" y="65"/>
                  </a:cubicBezTo>
                  <a:cubicBezTo>
                    <a:pt x="0" y="134"/>
                    <a:pt x="23" y="225"/>
                    <a:pt x="91" y="248"/>
                  </a:cubicBezTo>
                  <a:cubicBezTo>
                    <a:pt x="111" y="261"/>
                    <a:pt x="130" y="266"/>
                    <a:pt x="148" y="266"/>
                  </a:cubicBezTo>
                  <a:cubicBezTo>
                    <a:pt x="196" y="266"/>
                    <a:pt x="241" y="229"/>
                    <a:pt x="274" y="180"/>
                  </a:cubicBezTo>
                  <a:cubicBezTo>
                    <a:pt x="297" y="134"/>
                    <a:pt x="274" y="43"/>
                    <a:pt x="206" y="20"/>
                  </a:cubicBezTo>
                  <a:cubicBezTo>
                    <a:pt x="185" y="6"/>
                    <a:pt x="165"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16"/>
            <p:cNvSpPr/>
            <p:nvPr/>
          </p:nvSpPr>
          <p:spPr>
            <a:xfrm>
              <a:off x="5780100" y="1671975"/>
              <a:ext cx="6875" cy="6550"/>
            </a:xfrm>
            <a:custGeom>
              <a:avLst/>
              <a:gdLst/>
              <a:ahLst/>
              <a:cxnLst/>
              <a:rect l="l" t="t" r="r" b="b"/>
              <a:pathLst>
                <a:path w="275" h="262" extrusionOk="0">
                  <a:moveTo>
                    <a:pt x="122" y="1"/>
                  </a:moveTo>
                  <a:cubicBezTo>
                    <a:pt x="81" y="1"/>
                    <a:pt x="38" y="26"/>
                    <a:pt x="23" y="70"/>
                  </a:cubicBezTo>
                  <a:cubicBezTo>
                    <a:pt x="0" y="138"/>
                    <a:pt x="23" y="207"/>
                    <a:pt x="69" y="253"/>
                  </a:cubicBezTo>
                  <a:cubicBezTo>
                    <a:pt x="86" y="258"/>
                    <a:pt x="103" y="261"/>
                    <a:pt x="120" y="261"/>
                  </a:cubicBezTo>
                  <a:cubicBezTo>
                    <a:pt x="170" y="261"/>
                    <a:pt x="217" y="235"/>
                    <a:pt x="251" y="184"/>
                  </a:cubicBezTo>
                  <a:cubicBezTo>
                    <a:pt x="274" y="116"/>
                    <a:pt x="251" y="47"/>
                    <a:pt x="183" y="24"/>
                  </a:cubicBezTo>
                  <a:cubicBezTo>
                    <a:pt x="167" y="8"/>
                    <a:pt x="14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16"/>
            <p:cNvSpPr/>
            <p:nvPr/>
          </p:nvSpPr>
          <p:spPr>
            <a:xfrm>
              <a:off x="5250550" y="1641875"/>
              <a:ext cx="10300" cy="9475"/>
            </a:xfrm>
            <a:custGeom>
              <a:avLst/>
              <a:gdLst/>
              <a:ahLst/>
              <a:cxnLst/>
              <a:rect l="l" t="t" r="r" b="b"/>
              <a:pathLst>
                <a:path w="412" h="379" extrusionOk="0">
                  <a:moveTo>
                    <a:pt x="221" y="1"/>
                  </a:moveTo>
                  <a:cubicBezTo>
                    <a:pt x="150" y="1"/>
                    <a:pt x="80" y="43"/>
                    <a:pt x="46" y="110"/>
                  </a:cubicBezTo>
                  <a:cubicBezTo>
                    <a:pt x="0" y="201"/>
                    <a:pt x="46" y="315"/>
                    <a:pt x="137" y="361"/>
                  </a:cubicBezTo>
                  <a:cubicBezTo>
                    <a:pt x="162" y="373"/>
                    <a:pt x="186" y="379"/>
                    <a:pt x="210" y="379"/>
                  </a:cubicBezTo>
                  <a:cubicBezTo>
                    <a:pt x="274" y="379"/>
                    <a:pt x="332" y="337"/>
                    <a:pt x="366" y="270"/>
                  </a:cubicBezTo>
                  <a:cubicBezTo>
                    <a:pt x="411" y="178"/>
                    <a:pt x="389" y="64"/>
                    <a:pt x="297"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16"/>
            <p:cNvSpPr/>
            <p:nvPr/>
          </p:nvSpPr>
          <p:spPr>
            <a:xfrm>
              <a:off x="6109350" y="1285775"/>
              <a:ext cx="7450" cy="6675"/>
            </a:xfrm>
            <a:custGeom>
              <a:avLst/>
              <a:gdLst/>
              <a:ahLst/>
              <a:cxnLst/>
              <a:rect l="l" t="t" r="r" b="b"/>
              <a:pathLst>
                <a:path w="298" h="267" extrusionOk="0">
                  <a:moveTo>
                    <a:pt x="157" y="1"/>
                  </a:moveTo>
                  <a:cubicBezTo>
                    <a:pt x="113" y="1"/>
                    <a:pt x="62" y="33"/>
                    <a:pt x="46" y="65"/>
                  </a:cubicBezTo>
                  <a:cubicBezTo>
                    <a:pt x="1" y="134"/>
                    <a:pt x="46" y="225"/>
                    <a:pt x="92" y="248"/>
                  </a:cubicBezTo>
                  <a:cubicBezTo>
                    <a:pt x="111" y="261"/>
                    <a:pt x="132" y="266"/>
                    <a:pt x="153" y="266"/>
                  </a:cubicBezTo>
                  <a:cubicBezTo>
                    <a:pt x="206" y="266"/>
                    <a:pt x="258" y="229"/>
                    <a:pt x="274" y="179"/>
                  </a:cubicBezTo>
                  <a:cubicBezTo>
                    <a:pt x="297" y="134"/>
                    <a:pt x="274" y="42"/>
                    <a:pt x="206" y="20"/>
                  </a:cubicBezTo>
                  <a:cubicBezTo>
                    <a:pt x="193" y="6"/>
                    <a:pt x="175" y="1"/>
                    <a:pt x="15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16"/>
            <p:cNvSpPr/>
            <p:nvPr/>
          </p:nvSpPr>
          <p:spPr>
            <a:xfrm>
              <a:off x="5862850" y="1991900"/>
              <a:ext cx="6300" cy="5600"/>
            </a:xfrm>
            <a:custGeom>
              <a:avLst/>
              <a:gdLst/>
              <a:ahLst/>
              <a:cxnLst/>
              <a:rect l="l" t="t" r="r" b="b"/>
              <a:pathLst>
                <a:path w="252" h="224" extrusionOk="0">
                  <a:moveTo>
                    <a:pt x="128" y="1"/>
                  </a:moveTo>
                  <a:cubicBezTo>
                    <a:pt x="81" y="1"/>
                    <a:pt x="40" y="22"/>
                    <a:pt x="23" y="55"/>
                  </a:cubicBezTo>
                  <a:cubicBezTo>
                    <a:pt x="0" y="124"/>
                    <a:pt x="23" y="169"/>
                    <a:pt x="91" y="215"/>
                  </a:cubicBezTo>
                  <a:cubicBezTo>
                    <a:pt x="103" y="221"/>
                    <a:pt x="116" y="223"/>
                    <a:pt x="129" y="223"/>
                  </a:cubicBezTo>
                  <a:cubicBezTo>
                    <a:pt x="168" y="223"/>
                    <a:pt x="211" y="198"/>
                    <a:pt x="228" y="146"/>
                  </a:cubicBezTo>
                  <a:cubicBezTo>
                    <a:pt x="251" y="101"/>
                    <a:pt x="228" y="32"/>
                    <a:pt x="183" y="9"/>
                  </a:cubicBezTo>
                  <a:cubicBezTo>
                    <a:pt x="164" y="3"/>
                    <a:pt x="146" y="1"/>
                    <a:pt x="1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16"/>
            <p:cNvSpPr/>
            <p:nvPr/>
          </p:nvSpPr>
          <p:spPr>
            <a:xfrm>
              <a:off x="6311925" y="1955575"/>
              <a:ext cx="6300" cy="5975"/>
            </a:xfrm>
            <a:custGeom>
              <a:avLst/>
              <a:gdLst/>
              <a:ahLst/>
              <a:cxnLst/>
              <a:rect l="l" t="t" r="r" b="b"/>
              <a:pathLst>
                <a:path w="252" h="239" extrusionOk="0">
                  <a:moveTo>
                    <a:pt x="112" y="1"/>
                  </a:moveTo>
                  <a:cubicBezTo>
                    <a:pt x="72" y="1"/>
                    <a:pt x="38" y="26"/>
                    <a:pt x="23" y="70"/>
                  </a:cubicBezTo>
                  <a:cubicBezTo>
                    <a:pt x="1" y="116"/>
                    <a:pt x="23" y="184"/>
                    <a:pt x="69" y="230"/>
                  </a:cubicBezTo>
                  <a:cubicBezTo>
                    <a:pt x="86" y="236"/>
                    <a:pt x="103" y="238"/>
                    <a:pt x="120" y="238"/>
                  </a:cubicBezTo>
                  <a:cubicBezTo>
                    <a:pt x="169" y="238"/>
                    <a:pt x="212" y="213"/>
                    <a:pt x="229" y="161"/>
                  </a:cubicBezTo>
                  <a:cubicBezTo>
                    <a:pt x="252" y="116"/>
                    <a:pt x="229" y="47"/>
                    <a:pt x="183" y="25"/>
                  </a:cubicBezTo>
                  <a:cubicBezTo>
                    <a:pt x="159" y="8"/>
                    <a:pt x="135"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16"/>
            <p:cNvSpPr/>
            <p:nvPr/>
          </p:nvSpPr>
          <p:spPr>
            <a:xfrm>
              <a:off x="6074550" y="2145400"/>
              <a:ext cx="8000" cy="7300"/>
            </a:xfrm>
            <a:custGeom>
              <a:avLst/>
              <a:gdLst/>
              <a:ahLst/>
              <a:cxnLst/>
              <a:rect l="l" t="t" r="r" b="b"/>
              <a:pathLst>
                <a:path w="320" h="292" extrusionOk="0">
                  <a:moveTo>
                    <a:pt x="174" y="1"/>
                  </a:moveTo>
                  <a:cubicBezTo>
                    <a:pt x="117" y="1"/>
                    <a:pt x="57" y="27"/>
                    <a:pt x="23" y="78"/>
                  </a:cubicBezTo>
                  <a:cubicBezTo>
                    <a:pt x="0" y="146"/>
                    <a:pt x="23" y="238"/>
                    <a:pt x="92" y="283"/>
                  </a:cubicBezTo>
                  <a:cubicBezTo>
                    <a:pt x="109" y="289"/>
                    <a:pt x="127" y="292"/>
                    <a:pt x="146" y="292"/>
                  </a:cubicBezTo>
                  <a:cubicBezTo>
                    <a:pt x="203" y="292"/>
                    <a:pt x="263" y="266"/>
                    <a:pt x="297" y="215"/>
                  </a:cubicBezTo>
                  <a:cubicBezTo>
                    <a:pt x="320" y="146"/>
                    <a:pt x="297" y="55"/>
                    <a:pt x="228"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16"/>
            <p:cNvSpPr/>
            <p:nvPr/>
          </p:nvSpPr>
          <p:spPr>
            <a:xfrm>
              <a:off x="6133325" y="2189350"/>
              <a:ext cx="6875" cy="5600"/>
            </a:xfrm>
            <a:custGeom>
              <a:avLst/>
              <a:gdLst/>
              <a:ahLst/>
              <a:cxnLst/>
              <a:rect l="l" t="t" r="r" b="b"/>
              <a:pathLst>
                <a:path w="275" h="224" extrusionOk="0">
                  <a:moveTo>
                    <a:pt x="142" y="0"/>
                  </a:moveTo>
                  <a:cubicBezTo>
                    <a:pt x="102" y="0"/>
                    <a:pt x="56" y="21"/>
                    <a:pt x="23" y="55"/>
                  </a:cubicBezTo>
                  <a:cubicBezTo>
                    <a:pt x="0" y="123"/>
                    <a:pt x="23" y="192"/>
                    <a:pt x="92" y="214"/>
                  </a:cubicBezTo>
                  <a:cubicBezTo>
                    <a:pt x="104" y="221"/>
                    <a:pt x="118" y="223"/>
                    <a:pt x="132" y="223"/>
                  </a:cubicBezTo>
                  <a:cubicBezTo>
                    <a:pt x="172" y="223"/>
                    <a:pt x="218" y="202"/>
                    <a:pt x="251" y="169"/>
                  </a:cubicBezTo>
                  <a:cubicBezTo>
                    <a:pt x="274" y="100"/>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16"/>
            <p:cNvSpPr/>
            <p:nvPr/>
          </p:nvSpPr>
          <p:spPr>
            <a:xfrm>
              <a:off x="6122475" y="2098375"/>
              <a:ext cx="9725" cy="8475"/>
            </a:xfrm>
            <a:custGeom>
              <a:avLst/>
              <a:gdLst/>
              <a:ahLst/>
              <a:cxnLst/>
              <a:rect l="l" t="t" r="r" b="b"/>
              <a:pathLst>
                <a:path w="389" h="339" extrusionOk="0">
                  <a:moveTo>
                    <a:pt x="199" y="0"/>
                  </a:moveTo>
                  <a:cubicBezTo>
                    <a:pt x="136" y="0"/>
                    <a:pt x="79" y="38"/>
                    <a:pt x="46" y="87"/>
                  </a:cubicBezTo>
                  <a:cubicBezTo>
                    <a:pt x="1" y="179"/>
                    <a:pt x="23" y="270"/>
                    <a:pt x="115" y="316"/>
                  </a:cubicBezTo>
                  <a:cubicBezTo>
                    <a:pt x="145" y="331"/>
                    <a:pt x="176" y="338"/>
                    <a:pt x="204" y="338"/>
                  </a:cubicBezTo>
                  <a:cubicBezTo>
                    <a:pt x="262" y="338"/>
                    <a:pt x="313" y="308"/>
                    <a:pt x="343" y="247"/>
                  </a:cubicBezTo>
                  <a:cubicBezTo>
                    <a:pt x="389" y="156"/>
                    <a:pt x="343" y="64"/>
                    <a:pt x="274" y="19"/>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16"/>
            <p:cNvSpPr/>
            <p:nvPr/>
          </p:nvSpPr>
          <p:spPr>
            <a:xfrm>
              <a:off x="6488250" y="2186500"/>
              <a:ext cx="6875" cy="6150"/>
            </a:xfrm>
            <a:custGeom>
              <a:avLst/>
              <a:gdLst/>
              <a:ahLst/>
              <a:cxnLst/>
              <a:rect l="l" t="t" r="r" b="b"/>
              <a:pathLst>
                <a:path w="275" h="246" extrusionOk="0">
                  <a:moveTo>
                    <a:pt x="142" y="0"/>
                  </a:moveTo>
                  <a:cubicBezTo>
                    <a:pt x="96" y="0"/>
                    <a:pt x="41" y="26"/>
                    <a:pt x="23" y="77"/>
                  </a:cubicBezTo>
                  <a:cubicBezTo>
                    <a:pt x="1" y="123"/>
                    <a:pt x="23" y="214"/>
                    <a:pt x="92" y="237"/>
                  </a:cubicBezTo>
                  <a:cubicBezTo>
                    <a:pt x="103" y="243"/>
                    <a:pt x="116" y="246"/>
                    <a:pt x="130" y="246"/>
                  </a:cubicBezTo>
                  <a:cubicBezTo>
                    <a:pt x="170" y="246"/>
                    <a:pt x="217" y="220"/>
                    <a:pt x="252" y="169"/>
                  </a:cubicBezTo>
                  <a:cubicBezTo>
                    <a:pt x="274" y="123"/>
                    <a:pt x="252" y="55"/>
                    <a:pt x="183" y="9"/>
                  </a:cubicBezTo>
                  <a:cubicBezTo>
                    <a:pt x="172" y="3"/>
                    <a:pt x="158"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16"/>
            <p:cNvSpPr/>
            <p:nvPr/>
          </p:nvSpPr>
          <p:spPr>
            <a:xfrm>
              <a:off x="6179550" y="2178825"/>
              <a:ext cx="10275" cy="8925"/>
            </a:xfrm>
            <a:custGeom>
              <a:avLst/>
              <a:gdLst/>
              <a:ahLst/>
              <a:cxnLst/>
              <a:rect l="l" t="t" r="r" b="b"/>
              <a:pathLst>
                <a:path w="411" h="357" extrusionOk="0">
                  <a:moveTo>
                    <a:pt x="199" y="1"/>
                  </a:moveTo>
                  <a:cubicBezTo>
                    <a:pt x="135" y="1"/>
                    <a:pt x="79" y="38"/>
                    <a:pt x="46" y="88"/>
                  </a:cubicBezTo>
                  <a:cubicBezTo>
                    <a:pt x="0" y="179"/>
                    <a:pt x="23" y="293"/>
                    <a:pt x="114" y="339"/>
                  </a:cubicBezTo>
                  <a:cubicBezTo>
                    <a:pt x="139" y="351"/>
                    <a:pt x="165" y="357"/>
                    <a:pt x="191" y="357"/>
                  </a:cubicBezTo>
                  <a:cubicBezTo>
                    <a:pt x="262" y="357"/>
                    <a:pt x="332" y="314"/>
                    <a:pt x="365" y="247"/>
                  </a:cubicBezTo>
                  <a:cubicBezTo>
                    <a:pt x="411" y="156"/>
                    <a:pt x="365" y="65"/>
                    <a:pt x="274" y="19"/>
                  </a:cubicBezTo>
                  <a:cubicBezTo>
                    <a:pt x="248"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16"/>
            <p:cNvSpPr/>
            <p:nvPr/>
          </p:nvSpPr>
          <p:spPr>
            <a:xfrm>
              <a:off x="5923325" y="2101675"/>
              <a:ext cx="8025" cy="5750"/>
            </a:xfrm>
            <a:custGeom>
              <a:avLst/>
              <a:gdLst/>
              <a:ahLst/>
              <a:cxnLst/>
              <a:rect l="l" t="t" r="r" b="b"/>
              <a:pathLst>
                <a:path w="321" h="230" extrusionOk="0">
                  <a:moveTo>
                    <a:pt x="117" y="1"/>
                  </a:moveTo>
                  <a:cubicBezTo>
                    <a:pt x="61" y="1"/>
                    <a:pt x="16" y="31"/>
                    <a:pt x="1" y="92"/>
                  </a:cubicBezTo>
                  <a:lnTo>
                    <a:pt x="274" y="229"/>
                  </a:lnTo>
                  <a:cubicBezTo>
                    <a:pt x="320" y="161"/>
                    <a:pt x="274" y="47"/>
                    <a:pt x="206" y="24"/>
                  </a:cubicBezTo>
                  <a:cubicBezTo>
                    <a:pt x="176" y="9"/>
                    <a:pt x="145" y="1"/>
                    <a:pt x="1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16"/>
            <p:cNvSpPr/>
            <p:nvPr/>
          </p:nvSpPr>
          <p:spPr>
            <a:xfrm>
              <a:off x="6234900" y="2023875"/>
              <a:ext cx="6875" cy="5950"/>
            </a:xfrm>
            <a:custGeom>
              <a:avLst/>
              <a:gdLst/>
              <a:ahLst/>
              <a:cxnLst/>
              <a:rect l="l" t="t" r="r" b="b"/>
              <a:pathLst>
                <a:path w="275" h="238" extrusionOk="0">
                  <a:moveTo>
                    <a:pt x="145" y="0"/>
                  </a:moveTo>
                  <a:cubicBezTo>
                    <a:pt x="104" y="0"/>
                    <a:pt x="57" y="26"/>
                    <a:pt x="23" y="77"/>
                  </a:cubicBezTo>
                  <a:cubicBezTo>
                    <a:pt x="0" y="123"/>
                    <a:pt x="23" y="191"/>
                    <a:pt x="91" y="214"/>
                  </a:cubicBezTo>
                  <a:cubicBezTo>
                    <a:pt x="108" y="230"/>
                    <a:pt x="127" y="238"/>
                    <a:pt x="146" y="238"/>
                  </a:cubicBezTo>
                  <a:cubicBezTo>
                    <a:pt x="180" y="238"/>
                    <a:pt x="214" y="213"/>
                    <a:pt x="228" y="168"/>
                  </a:cubicBezTo>
                  <a:cubicBezTo>
                    <a:pt x="274" y="100"/>
                    <a:pt x="251" y="32"/>
                    <a:pt x="183" y="9"/>
                  </a:cubicBezTo>
                  <a:cubicBezTo>
                    <a:pt x="171" y="3"/>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16"/>
            <p:cNvSpPr/>
            <p:nvPr/>
          </p:nvSpPr>
          <p:spPr>
            <a:xfrm>
              <a:off x="6446600" y="2141750"/>
              <a:ext cx="8575" cy="7525"/>
            </a:xfrm>
            <a:custGeom>
              <a:avLst/>
              <a:gdLst/>
              <a:ahLst/>
              <a:cxnLst/>
              <a:rect l="l" t="t" r="r" b="b"/>
              <a:pathLst>
                <a:path w="343" h="301" extrusionOk="0">
                  <a:moveTo>
                    <a:pt x="176" y="0"/>
                  </a:moveTo>
                  <a:cubicBezTo>
                    <a:pt x="114" y="0"/>
                    <a:pt x="62" y="38"/>
                    <a:pt x="46" y="87"/>
                  </a:cubicBezTo>
                  <a:cubicBezTo>
                    <a:pt x="0" y="155"/>
                    <a:pt x="46" y="247"/>
                    <a:pt x="114" y="292"/>
                  </a:cubicBezTo>
                  <a:cubicBezTo>
                    <a:pt x="132" y="298"/>
                    <a:pt x="150" y="301"/>
                    <a:pt x="169" y="301"/>
                  </a:cubicBezTo>
                  <a:cubicBezTo>
                    <a:pt x="226" y="301"/>
                    <a:pt x="286" y="275"/>
                    <a:pt x="320" y="224"/>
                  </a:cubicBezTo>
                  <a:cubicBezTo>
                    <a:pt x="343" y="133"/>
                    <a:pt x="320" y="64"/>
                    <a:pt x="251" y="19"/>
                  </a:cubicBezTo>
                  <a:cubicBezTo>
                    <a:pt x="226" y="6"/>
                    <a:pt x="200" y="0"/>
                    <a:pt x="17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16"/>
            <p:cNvSpPr/>
            <p:nvPr/>
          </p:nvSpPr>
          <p:spPr>
            <a:xfrm>
              <a:off x="6334175" y="2114225"/>
              <a:ext cx="6875" cy="5975"/>
            </a:xfrm>
            <a:custGeom>
              <a:avLst/>
              <a:gdLst/>
              <a:ahLst/>
              <a:cxnLst/>
              <a:rect l="l" t="t" r="r" b="b"/>
              <a:pathLst>
                <a:path w="275" h="239" extrusionOk="0">
                  <a:moveTo>
                    <a:pt x="123" y="0"/>
                  </a:moveTo>
                  <a:cubicBezTo>
                    <a:pt x="82" y="0"/>
                    <a:pt x="38" y="25"/>
                    <a:pt x="24" y="70"/>
                  </a:cubicBezTo>
                  <a:cubicBezTo>
                    <a:pt x="1" y="138"/>
                    <a:pt x="24" y="207"/>
                    <a:pt x="92" y="229"/>
                  </a:cubicBezTo>
                  <a:cubicBezTo>
                    <a:pt x="104" y="235"/>
                    <a:pt x="118" y="238"/>
                    <a:pt x="133" y="238"/>
                  </a:cubicBezTo>
                  <a:cubicBezTo>
                    <a:pt x="173" y="238"/>
                    <a:pt x="218" y="217"/>
                    <a:pt x="252" y="184"/>
                  </a:cubicBezTo>
                  <a:cubicBezTo>
                    <a:pt x="275" y="115"/>
                    <a:pt x="252" y="47"/>
                    <a:pt x="183" y="24"/>
                  </a:cubicBezTo>
                  <a:cubicBezTo>
                    <a:pt x="167" y="8"/>
                    <a:pt x="145" y="0"/>
                    <a:pt x="12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16"/>
            <p:cNvSpPr/>
            <p:nvPr/>
          </p:nvSpPr>
          <p:spPr>
            <a:xfrm>
              <a:off x="6487100" y="2171275"/>
              <a:ext cx="7450" cy="6800"/>
            </a:xfrm>
            <a:custGeom>
              <a:avLst/>
              <a:gdLst/>
              <a:ahLst/>
              <a:cxnLst/>
              <a:rect l="l" t="t" r="r" b="b"/>
              <a:pathLst>
                <a:path w="298" h="272" extrusionOk="0">
                  <a:moveTo>
                    <a:pt x="129" y="1"/>
                  </a:moveTo>
                  <a:cubicBezTo>
                    <a:pt x="82" y="1"/>
                    <a:pt x="38" y="26"/>
                    <a:pt x="24" y="70"/>
                  </a:cubicBezTo>
                  <a:cubicBezTo>
                    <a:pt x="1" y="139"/>
                    <a:pt x="24" y="230"/>
                    <a:pt x="92" y="253"/>
                  </a:cubicBezTo>
                  <a:cubicBezTo>
                    <a:pt x="111" y="265"/>
                    <a:pt x="130" y="271"/>
                    <a:pt x="149" y="271"/>
                  </a:cubicBezTo>
                  <a:cubicBezTo>
                    <a:pt x="197" y="271"/>
                    <a:pt x="242" y="234"/>
                    <a:pt x="275" y="184"/>
                  </a:cubicBezTo>
                  <a:cubicBezTo>
                    <a:pt x="298" y="139"/>
                    <a:pt x="275" y="47"/>
                    <a:pt x="206" y="24"/>
                  </a:cubicBezTo>
                  <a:cubicBezTo>
                    <a:pt x="182" y="8"/>
                    <a:pt x="155"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16"/>
            <p:cNvSpPr/>
            <p:nvPr/>
          </p:nvSpPr>
          <p:spPr>
            <a:xfrm>
              <a:off x="5616325" y="1456100"/>
              <a:ext cx="9150" cy="7850"/>
            </a:xfrm>
            <a:custGeom>
              <a:avLst/>
              <a:gdLst/>
              <a:ahLst/>
              <a:cxnLst/>
              <a:rect l="l" t="t" r="r" b="b"/>
              <a:pathLst>
                <a:path w="366" h="314" extrusionOk="0">
                  <a:moveTo>
                    <a:pt x="197" y="0"/>
                  </a:moveTo>
                  <a:cubicBezTo>
                    <a:pt x="134" y="0"/>
                    <a:pt x="64" y="30"/>
                    <a:pt x="46" y="100"/>
                  </a:cubicBezTo>
                  <a:cubicBezTo>
                    <a:pt x="1" y="168"/>
                    <a:pt x="23" y="260"/>
                    <a:pt x="115" y="305"/>
                  </a:cubicBezTo>
                  <a:cubicBezTo>
                    <a:pt x="132" y="311"/>
                    <a:pt x="152" y="314"/>
                    <a:pt x="172" y="314"/>
                  </a:cubicBezTo>
                  <a:cubicBezTo>
                    <a:pt x="234" y="314"/>
                    <a:pt x="303" y="288"/>
                    <a:pt x="320" y="237"/>
                  </a:cubicBezTo>
                  <a:cubicBezTo>
                    <a:pt x="366" y="146"/>
                    <a:pt x="320" y="54"/>
                    <a:pt x="252" y="9"/>
                  </a:cubicBezTo>
                  <a:cubicBezTo>
                    <a:pt x="235" y="3"/>
                    <a:pt x="217"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16"/>
            <p:cNvSpPr/>
            <p:nvPr/>
          </p:nvSpPr>
          <p:spPr>
            <a:xfrm>
              <a:off x="6119625" y="1335100"/>
              <a:ext cx="6875" cy="5600"/>
            </a:xfrm>
            <a:custGeom>
              <a:avLst/>
              <a:gdLst/>
              <a:ahLst/>
              <a:cxnLst/>
              <a:rect l="l" t="t" r="r" b="b"/>
              <a:pathLst>
                <a:path w="275" h="224" extrusionOk="0">
                  <a:moveTo>
                    <a:pt x="129" y="1"/>
                  </a:moveTo>
                  <a:cubicBezTo>
                    <a:pt x="81" y="1"/>
                    <a:pt x="40" y="22"/>
                    <a:pt x="23" y="55"/>
                  </a:cubicBezTo>
                  <a:cubicBezTo>
                    <a:pt x="0" y="124"/>
                    <a:pt x="23" y="192"/>
                    <a:pt x="69" y="215"/>
                  </a:cubicBezTo>
                  <a:cubicBezTo>
                    <a:pt x="87" y="221"/>
                    <a:pt x="106" y="224"/>
                    <a:pt x="123" y="224"/>
                  </a:cubicBezTo>
                  <a:cubicBezTo>
                    <a:pt x="171" y="224"/>
                    <a:pt x="212" y="203"/>
                    <a:pt x="229" y="169"/>
                  </a:cubicBezTo>
                  <a:cubicBezTo>
                    <a:pt x="274" y="101"/>
                    <a:pt x="252" y="32"/>
                    <a:pt x="183" y="10"/>
                  </a:cubicBezTo>
                  <a:cubicBezTo>
                    <a:pt x="165" y="4"/>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16"/>
            <p:cNvSpPr/>
            <p:nvPr/>
          </p:nvSpPr>
          <p:spPr>
            <a:xfrm>
              <a:off x="6379250" y="2269800"/>
              <a:ext cx="7450" cy="6550"/>
            </a:xfrm>
            <a:custGeom>
              <a:avLst/>
              <a:gdLst/>
              <a:ahLst/>
              <a:cxnLst/>
              <a:rect l="l" t="t" r="r" b="b"/>
              <a:pathLst>
                <a:path w="298" h="262" extrusionOk="0">
                  <a:moveTo>
                    <a:pt x="156" y="1"/>
                  </a:moveTo>
                  <a:cubicBezTo>
                    <a:pt x="107" y="1"/>
                    <a:pt x="64" y="27"/>
                    <a:pt x="47" y="78"/>
                  </a:cubicBezTo>
                  <a:cubicBezTo>
                    <a:pt x="1" y="146"/>
                    <a:pt x="47" y="215"/>
                    <a:pt x="92" y="238"/>
                  </a:cubicBezTo>
                  <a:cubicBezTo>
                    <a:pt x="117" y="254"/>
                    <a:pt x="141" y="261"/>
                    <a:pt x="164" y="261"/>
                  </a:cubicBezTo>
                  <a:cubicBezTo>
                    <a:pt x="206" y="261"/>
                    <a:pt x="245" y="236"/>
                    <a:pt x="275" y="192"/>
                  </a:cubicBezTo>
                  <a:cubicBezTo>
                    <a:pt x="298" y="124"/>
                    <a:pt x="275" y="55"/>
                    <a:pt x="206" y="9"/>
                  </a:cubicBezTo>
                  <a:cubicBezTo>
                    <a:pt x="189" y="4"/>
                    <a:pt x="172"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16"/>
            <p:cNvSpPr/>
            <p:nvPr/>
          </p:nvSpPr>
          <p:spPr>
            <a:xfrm>
              <a:off x="5894225" y="1387375"/>
              <a:ext cx="7450" cy="6775"/>
            </a:xfrm>
            <a:custGeom>
              <a:avLst/>
              <a:gdLst/>
              <a:ahLst/>
              <a:cxnLst/>
              <a:rect l="l" t="t" r="r" b="b"/>
              <a:pathLst>
                <a:path w="298" h="271" extrusionOk="0">
                  <a:moveTo>
                    <a:pt x="159" y="0"/>
                  </a:moveTo>
                  <a:cubicBezTo>
                    <a:pt x="115" y="0"/>
                    <a:pt x="63" y="38"/>
                    <a:pt x="46" y="87"/>
                  </a:cubicBezTo>
                  <a:cubicBezTo>
                    <a:pt x="0" y="133"/>
                    <a:pt x="23" y="224"/>
                    <a:pt x="92" y="247"/>
                  </a:cubicBezTo>
                  <a:cubicBezTo>
                    <a:pt x="116" y="263"/>
                    <a:pt x="143" y="271"/>
                    <a:pt x="169" y="271"/>
                  </a:cubicBezTo>
                  <a:cubicBezTo>
                    <a:pt x="216" y="271"/>
                    <a:pt x="260" y="245"/>
                    <a:pt x="274" y="201"/>
                  </a:cubicBezTo>
                  <a:cubicBezTo>
                    <a:pt x="297" y="133"/>
                    <a:pt x="274" y="41"/>
                    <a:pt x="206" y="19"/>
                  </a:cubicBezTo>
                  <a:cubicBezTo>
                    <a:pt x="193" y="6"/>
                    <a:pt x="177" y="0"/>
                    <a:pt x="15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16"/>
            <p:cNvSpPr/>
            <p:nvPr/>
          </p:nvSpPr>
          <p:spPr>
            <a:xfrm>
              <a:off x="6001500" y="1393650"/>
              <a:ext cx="11450" cy="10050"/>
            </a:xfrm>
            <a:custGeom>
              <a:avLst/>
              <a:gdLst/>
              <a:ahLst/>
              <a:cxnLst/>
              <a:rect l="l" t="t" r="r" b="b"/>
              <a:pathLst>
                <a:path w="458" h="402" extrusionOk="0">
                  <a:moveTo>
                    <a:pt x="230" y="1"/>
                  </a:moveTo>
                  <a:cubicBezTo>
                    <a:pt x="150" y="1"/>
                    <a:pt x="80" y="43"/>
                    <a:pt x="46" y="110"/>
                  </a:cubicBezTo>
                  <a:cubicBezTo>
                    <a:pt x="1" y="201"/>
                    <a:pt x="46" y="338"/>
                    <a:pt x="138" y="384"/>
                  </a:cubicBezTo>
                  <a:cubicBezTo>
                    <a:pt x="162" y="396"/>
                    <a:pt x="190" y="402"/>
                    <a:pt x="218" y="402"/>
                  </a:cubicBezTo>
                  <a:cubicBezTo>
                    <a:pt x="296" y="402"/>
                    <a:pt x="378" y="359"/>
                    <a:pt x="411" y="293"/>
                  </a:cubicBezTo>
                  <a:cubicBezTo>
                    <a:pt x="457" y="178"/>
                    <a:pt x="411" y="64"/>
                    <a:pt x="320" y="19"/>
                  </a:cubicBezTo>
                  <a:cubicBezTo>
                    <a:pt x="290"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16"/>
            <p:cNvSpPr/>
            <p:nvPr/>
          </p:nvSpPr>
          <p:spPr>
            <a:xfrm>
              <a:off x="6008350" y="1367625"/>
              <a:ext cx="6875" cy="5625"/>
            </a:xfrm>
            <a:custGeom>
              <a:avLst/>
              <a:gdLst/>
              <a:ahLst/>
              <a:cxnLst/>
              <a:rect l="l" t="t" r="r" b="b"/>
              <a:pathLst>
                <a:path w="275" h="225" extrusionOk="0">
                  <a:moveTo>
                    <a:pt x="143" y="1"/>
                  </a:moveTo>
                  <a:cubicBezTo>
                    <a:pt x="104" y="1"/>
                    <a:pt x="63" y="22"/>
                    <a:pt x="46" y="55"/>
                  </a:cubicBezTo>
                  <a:cubicBezTo>
                    <a:pt x="0" y="124"/>
                    <a:pt x="46" y="192"/>
                    <a:pt x="92" y="215"/>
                  </a:cubicBezTo>
                  <a:cubicBezTo>
                    <a:pt x="104" y="221"/>
                    <a:pt x="118" y="224"/>
                    <a:pt x="133" y="224"/>
                  </a:cubicBezTo>
                  <a:cubicBezTo>
                    <a:pt x="173" y="224"/>
                    <a:pt x="218" y="203"/>
                    <a:pt x="252" y="169"/>
                  </a:cubicBezTo>
                  <a:cubicBezTo>
                    <a:pt x="274" y="101"/>
                    <a:pt x="252" y="32"/>
                    <a:pt x="183" y="10"/>
                  </a:cubicBezTo>
                  <a:cubicBezTo>
                    <a:pt x="171" y="4"/>
                    <a:pt x="157"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16"/>
            <p:cNvSpPr/>
            <p:nvPr/>
          </p:nvSpPr>
          <p:spPr>
            <a:xfrm>
              <a:off x="5362975" y="1316625"/>
              <a:ext cx="10850" cy="10050"/>
            </a:xfrm>
            <a:custGeom>
              <a:avLst/>
              <a:gdLst/>
              <a:ahLst/>
              <a:cxnLst/>
              <a:rect l="l" t="t" r="r" b="b"/>
              <a:pathLst>
                <a:path w="434" h="402" extrusionOk="0">
                  <a:moveTo>
                    <a:pt x="220" y="0"/>
                  </a:moveTo>
                  <a:cubicBezTo>
                    <a:pt x="149" y="0"/>
                    <a:pt x="79" y="43"/>
                    <a:pt x="46" y="110"/>
                  </a:cubicBezTo>
                  <a:cubicBezTo>
                    <a:pt x="0" y="224"/>
                    <a:pt x="23" y="338"/>
                    <a:pt x="137" y="383"/>
                  </a:cubicBezTo>
                  <a:cubicBezTo>
                    <a:pt x="161" y="396"/>
                    <a:pt x="188" y="401"/>
                    <a:pt x="214" y="401"/>
                  </a:cubicBezTo>
                  <a:cubicBezTo>
                    <a:pt x="285" y="401"/>
                    <a:pt x="355" y="359"/>
                    <a:pt x="388" y="292"/>
                  </a:cubicBezTo>
                  <a:cubicBezTo>
                    <a:pt x="434" y="201"/>
                    <a:pt x="411"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16"/>
            <p:cNvSpPr/>
            <p:nvPr/>
          </p:nvSpPr>
          <p:spPr>
            <a:xfrm>
              <a:off x="5700775" y="1946600"/>
              <a:ext cx="10875" cy="9575"/>
            </a:xfrm>
            <a:custGeom>
              <a:avLst/>
              <a:gdLst/>
              <a:ahLst/>
              <a:cxnLst/>
              <a:rect l="l" t="t" r="r" b="b"/>
              <a:pathLst>
                <a:path w="435" h="383" extrusionOk="0">
                  <a:moveTo>
                    <a:pt x="221" y="0"/>
                  </a:moveTo>
                  <a:cubicBezTo>
                    <a:pt x="150" y="0"/>
                    <a:pt x="80" y="43"/>
                    <a:pt x="46" y="110"/>
                  </a:cubicBezTo>
                  <a:cubicBezTo>
                    <a:pt x="1" y="201"/>
                    <a:pt x="46" y="315"/>
                    <a:pt x="138" y="361"/>
                  </a:cubicBezTo>
                  <a:cubicBezTo>
                    <a:pt x="167" y="375"/>
                    <a:pt x="198" y="383"/>
                    <a:pt x="228" y="383"/>
                  </a:cubicBezTo>
                  <a:cubicBezTo>
                    <a:pt x="294" y="383"/>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16"/>
            <p:cNvSpPr/>
            <p:nvPr/>
          </p:nvSpPr>
          <p:spPr>
            <a:xfrm>
              <a:off x="5855425" y="1750525"/>
              <a:ext cx="6300" cy="5850"/>
            </a:xfrm>
            <a:custGeom>
              <a:avLst/>
              <a:gdLst/>
              <a:ahLst/>
              <a:cxnLst/>
              <a:rect l="l" t="t" r="r" b="b"/>
              <a:pathLst>
                <a:path w="252" h="234" extrusionOk="0">
                  <a:moveTo>
                    <a:pt x="132" y="1"/>
                  </a:moveTo>
                  <a:cubicBezTo>
                    <a:pt x="83" y="1"/>
                    <a:pt x="40" y="27"/>
                    <a:pt x="23" y="78"/>
                  </a:cubicBezTo>
                  <a:cubicBezTo>
                    <a:pt x="0" y="124"/>
                    <a:pt x="23" y="192"/>
                    <a:pt x="69" y="215"/>
                  </a:cubicBezTo>
                  <a:cubicBezTo>
                    <a:pt x="89" y="228"/>
                    <a:pt x="109" y="234"/>
                    <a:pt x="128" y="234"/>
                  </a:cubicBezTo>
                  <a:cubicBezTo>
                    <a:pt x="173" y="234"/>
                    <a:pt x="212" y="201"/>
                    <a:pt x="229" y="169"/>
                  </a:cubicBezTo>
                  <a:cubicBezTo>
                    <a:pt x="251" y="101"/>
                    <a:pt x="229" y="32"/>
                    <a:pt x="183" y="9"/>
                  </a:cubicBezTo>
                  <a:cubicBezTo>
                    <a:pt x="166" y="4"/>
                    <a:pt x="149" y="1"/>
                    <a:pt x="1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16"/>
            <p:cNvSpPr/>
            <p:nvPr/>
          </p:nvSpPr>
          <p:spPr>
            <a:xfrm>
              <a:off x="6088250" y="2038450"/>
              <a:ext cx="9725" cy="8675"/>
            </a:xfrm>
            <a:custGeom>
              <a:avLst/>
              <a:gdLst/>
              <a:ahLst/>
              <a:cxnLst/>
              <a:rect l="l" t="t" r="r" b="b"/>
              <a:pathLst>
                <a:path w="389" h="347" extrusionOk="0">
                  <a:moveTo>
                    <a:pt x="194" y="1"/>
                  </a:moveTo>
                  <a:cubicBezTo>
                    <a:pt x="124" y="1"/>
                    <a:pt x="56" y="38"/>
                    <a:pt x="23" y="88"/>
                  </a:cubicBezTo>
                  <a:cubicBezTo>
                    <a:pt x="0" y="179"/>
                    <a:pt x="23" y="293"/>
                    <a:pt x="114" y="339"/>
                  </a:cubicBezTo>
                  <a:cubicBezTo>
                    <a:pt x="136" y="344"/>
                    <a:pt x="157" y="347"/>
                    <a:pt x="178" y="347"/>
                  </a:cubicBezTo>
                  <a:cubicBezTo>
                    <a:pt x="246" y="347"/>
                    <a:pt x="308" y="317"/>
                    <a:pt x="342" y="247"/>
                  </a:cubicBezTo>
                  <a:cubicBezTo>
                    <a:pt x="388" y="156"/>
                    <a:pt x="342" y="65"/>
                    <a:pt x="274" y="19"/>
                  </a:cubicBezTo>
                  <a:cubicBezTo>
                    <a:pt x="248" y="6"/>
                    <a:pt x="221" y="1"/>
                    <a:pt x="19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16"/>
            <p:cNvSpPr/>
            <p:nvPr/>
          </p:nvSpPr>
          <p:spPr>
            <a:xfrm>
              <a:off x="6130475" y="2013600"/>
              <a:ext cx="6300" cy="5600"/>
            </a:xfrm>
            <a:custGeom>
              <a:avLst/>
              <a:gdLst/>
              <a:ahLst/>
              <a:cxnLst/>
              <a:rect l="l" t="t" r="r" b="b"/>
              <a:pathLst>
                <a:path w="252" h="224" extrusionOk="0">
                  <a:moveTo>
                    <a:pt x="136" y="0"/>
                  </a:moveTo>
                  <a:cubicBezTo>
                    <a:pt x="93" y="0"/>
                    <a:pt x="63" y="26"/>
                    <a:pt x="46" y="77"/>
                  </a:cubicBezTo>
                  <a:cubicBezTo>
                    <a:pt x="0" y="123"/>
                    <a:pt x="23" y="191"/>
                    <a:pt x="91" y="214"/>
                  </a:cubicBezTo>
                  <a:cubicBezTo>
                    <a:pt x="104" y="220"/>
                    <a:pt x="118" y="223"/>
                    <a:pt x="132" y="223"/>
                  </a:cubicBezTo>
                  <a:cubicBezTo>
                    <a:pt x="170" y="223"/>
                    <a:pt x="212" y="202"/>
                    <a:pt x="228" y="169"/>
                  </a:cubicBezTo>
                  <a:cubicBezTo>
                    <a:pt x="251" y="100"/>
                    <a:pt x="228" y="55"/>
                    <a:pt x="183" y="9"/>
                  </a:cubicBezTo>
                  <a:cubicBezTo>
                    <a:pt x="166" y="3"/>
                    <a:pt x="150" y="0"/>
                    <a:pt x="13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16"/>
            <p:cNvSpPr/>
            <p:nvPr/>
          </p:nvSpPr>
          <p:spPr>
            <a:xfrm>
              <a:off x="6356425" y="1213000"/>
              <a:ext cx="8025" cy="6975"/>
            </a:xfrm>
            <a:custGeom>
              <a:avLst/>
              <a:gdLst/>
              <a:ahLst/>
              <a:cxnLst/>
              <a:rect l="l" t="t" r="r" b="b"/>
              <a:pathLst>
                <a:path w="321" h="279" extrusionOk="0">
                  <a:moveTo>
                    <a:pt x="175" y="0"/>
                  </a:moveTo>
                  <a:cubicBezTo>
                    <a:pt x="119" y="0"/>
                    <a:pt x="64" y="26"/>
                    <a:pt x="47" y="77"/>
                  </a:cubicBezTo>
                  <a:cubicBezTo>
                    <a:pt x="1" y="146"/>
                    <a:pt x="47" y="237"/>
                    <a:pt x="115" y="260"/>
                  </a:cubicBezTo>
                  <a:cubicBezTo>
                    <a:pt x="134" y="273"/>
                    <a:pt x="153" y="278"/>
                    <a:pt x="172" y="278"/>
                  </a:cubicBezTo>
                  <a:cubicBezTo>
                    <a:pt x="220" y="278"/>
                    <a:pt x="265" y="241"/>
                    <a:pt x="298" y="192"/>
                  </a:cubicBezTo>
                  <a:cubicBezTo>
                    <a:pt x="320" y="123"/>
                    <a:pt x="298" y="55"/>
                    <a:pt x="229" y="9"/>
                  </a:cubicBezTo>
                  <a:cubicBezTo>
                    <a:pt x="212" y="3"/>
                    <a:pt x="194"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16"/>
            <p:cNvSpPr/>
            <p:nvPr/>
          </p:nvSpPr>
          <p:spPr>
            <a:xfrm>
              <a:off x="6440325" y="1140150"/>
              <a:ext cx="6875" cy="5975"/>
            </a:xfrm>
            <a:custGeom>
              <a:avLst/>
              <a:gdLst/>
              <a:ahLst/>
              <a:cxnLst/>
              <a:rect l="l" t="t" r="r" b="b"/>
              <a:pathLst>
                <a:path w="275" h="239" extrusionOk="0">
                  <a:moveTo>
                    <a:pt x="112" y="0"/>
                  </a:moveTo>
                  <a:cubicBezTo>
                    <a:pt x="72" y="0"/>
                    <a:pt x="38" y="26"/>
                    <a:pt x="23" y="70"/>
                  </a:cubicBezTo>
                  <a:cubicBezTo>
                    <a:pt x="0" y="138"/>
                    <a:pt x="23" y="207"/>
                    <a:pt x="92" y="230"/>
                  </a:cubicBezTo>
                  <a:cubicBezTo>
                    <a:pt x="103" y="235"/>
                    <a:pt x="116" y="238"/>
                    <a:pt x="129" y="238"/>
                  </a:cubicBezTo>
                  <a:cubicBezTo>
                    <a:pt x="169" y="238"/>
                    <a:pt x="211" y="213"/>
                    <a:pt x="229" y="161"/>
                  </a:cubicBezTo>
                  <a:cubicBezTo>
                    <a:pt x="274" y="116"/>
                    <a:pt x="251" y="47"/>
                    <a:pt x="183" y="24"/>
                  </a:cubicBezTo>
                  <a:cubicBezTo>
                    <a:pt x="159" y="8"/>
                    <a:pt x="134" y="0"/>
                    <a:pt x="11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16"/>
            <p:cNvSpPr/>
            <p:nvPr/>
          </p:nvSpPr>
          <p:spPr>
            <a:xfrm>
              <a:off x="5971250" y="1554575"/>
              <a:ext cx="9725" cy="8675"/>
            </a:xfrm>
            <a:custGeom>
              <a:avLst/>
              <a:gdLst/>
              <a:ahLst/>
              <a:cxnLst/>
              <a:rect l="l" t="t" r="r" b="b"/>
              <a:pathLst>
                <a:path w="389" h="347" extrusionOk="0">
                  <a:moveTo>
                    <a:pt x="189" y="0"/>
                  </a:moveTo>
                  <a:cubicBezTo>
                    <a:pt x="127" y="0"/>
                    <a:pt x="57" y="43"/>
                    <a:pt x="24" y="110"/>
                  </a:cubicBezTo>
                  <a:cubicBezTo>
                    <a:pt x="1" y="178"/>
                    <a:pt x="24" y="292"/>
                    <a:pt x="115" y="338"/>
                  </a:cubicBezTo>
                  <a:cubicBezTo>
                    <a:pt x="137" y="343"/>
                    <a:pt x="158" y="346"/>
                    <a:pt x="179" y="346"/>
                  </a:cubicBezTo>
                  <a:cubicBezTo>
                    <a:pt x="247" y="346"/>
                    <a:pt x="308" y="316"/>
                    <a:pt x="343" y="247"/>
                  </a:cubicBezTo>
                  <a:cubicBezTo>
                    <a:pt x="389" y="178"/>
                    <a:pt x="343" y="64"/>
                    <a:pt x="252" y="18"/>
                  </a:cubicBezTo>
                  <a:cubicBezTo>
                    <a:pt x="234" y="6"/>
                    <a:pt x="212"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16"/>
            <p:cNvSpPr/>
            <p:nvPr/>
          </p:nvSpPr>
          <p:spPr>
            <a:xfrm>
              <a:off x="5831450" y="1597350"/>
              <a:ext cx="6875" cy="6225"/>
            </a:xfrm>
            <a:custGeom>
              <a:avLst/>
              <a:gdLst/>
              <a:ahLst/>
              <a:cxnLst/>
              <a:rect l="l" t="t" r="r" b="b"/>
              <a:pathLst>
                <a:path w="275" h="249" extrusionOk="0">
                  <a:moveTo>
                    <a:pt x="138" y="0"/>
                  </a:moveTo>
                  <a:cubicBezTo>
                    <a:pt x="99" y="0"/>
                    <a:pt x="56" y="33"/>
                    <a:pt x="23" y="65"/>
                  </a:cubicBezTo>
                  <a:cubicBezTo>
                    <a:pt x="1" y="133"/>
                    <a:pt x="23" y="202"/>
                    <a:pt x="92" y="225"/>
                  </a:cubicBezTo>
                  <a:cubicBezTo>
                    <a:pt x="108" y="241"/>
                    <a:pt x="130" y="248"/>
                    <a:pt x="153" y="248"/>
                  </a:cubicBezTo>
                  <a:cubicBezTo>
                    <a:pt x="194" y="248"/>
                    <a:pt x="237" y="223"/>
                    <a:pt x="252" y="179"/>
                  </a:cubicBezTo>
                  <a:cubicBezTo>
                    <a:pt x="275" y="111"/>
                    <a:pt x="252" y="42"/>
                    <a:pt x="183" y="19"/>
                  </a:cubicBezTo>
                  <a:cubicBezTo>
                    <a:pt x="170" y="6"/>
                    <a:pt x="155" y="0"/>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16"/>
            <p:cNvSpPr/>
            <p:nvPr/>
          </p:nvSpPr>
          <p:spPr>
            <a:xfrm>
              <a:off x="6038600" y="1537125"/>
              <a:ext cx="7425" cy="6725"/>
            </a:xfrm>
            <a:custGeom>
              <a:avLst/>
              <a:gdLst/>
              <a:ahLst/>
              <a:cxnLst/>
              <a:rect l="l" t="t" r="r" b="b"/>
              <a:pathLst>
                <a:path w="297" h="269" extrusionOk="0">
                  <a:moveTo>
                    <a:pt x="155" y="0"/>
                  </a:moveTo>
                  <a:cubicBezTo>
                    <a:pt x="104" y="0"/>
                    <a:pt x="57" y="26"/>
                    <a:pt x="23" y="77"/>
                  </a:cubicBezTo>
                  <a:cubicBezTo>
                    <a:pt x="0" y="146"/>
                    <a:pt x="23" y="214"/>
                    <a:pt x="92" y="260"/>
                  </a:cubicBezTo>
                  <a:cubicBezTo>
                    <a:pt x="109" y="266"/>
                    <a:pt x="126" y="268"/>
                    <a:pt x="142" y="268"/>
                  </a:cubicBezTo>
                  <a:cubicBezTo>
                    <a:pt x="191" y="268"/>
                    <a:pt x="234" y="243"/>
                    <a:pt x="251" y="191"/>
                  </a:cubicBezTo>
                  <a:cubicBezTo>
                    <a:pt x="297" y="123"/>
                    <a:pt x="274" y="54"/>
                    <a:pt x="206" y="9"/>
                  </a:cubicBezTo>
                  <a:cubicBezTo>
                    <a:pt x="189" y="3"/>
                    <a:pt x="171"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16"/>
            <p:cNvSpPr/>
            <p:nvPr/>
          </p:nvSpPr>
          <p:spPr>
            <a:xfrm>
              <a:off x="5843425" y="1571125"/>
              <a:ext cx="10875" cy="9475"/>
            </a:xfrm>
            <a:custGeom>
              <a:avLst/>
              <a:gdLst/>
              <a:ahLst/>
              <a:cxnLst/>
              <a:rect l="l" t="t" r="r" b="b"/>
              <a:pathLst>
                <a:path w="435" h="379" extrusionOk="0">
                  <a:moveTo>
                    <a:pt x="221" y="0"/>
                  </a:moveTo>
                  <a:cubicBezTo>
                    <a:pt x="150" y="0"/>
                    <a:pt x="80" y="43"/>
                    <a:pt x="47" y="110"/>
                  </a:cubicBezTo>
                  <a:cubicBezTo>
                    <a:pt x="1" y="201"/>
                    <a:pt x="47" y="315"/>
                    <a:pt x="138" y="361"/>
                  </a:cubicBezTo>
                  <a:cubicBezTo>
                    <a:pt x="162" y="373"/>
                    <a:pt x="189" y="379"/>
                    <a:pt x="214" y="379"/>
                  </a:cubicBezTo>
                  <a:cubicBezTo>
                    <a:pt x="285" y="379"/>
                    <a:pt x="356" y="336"/>
                    <a:pt x="389" y="269"/>
                  </a:cubicBezTo>
                  <a:cubicBezTo>
                    <a:pt x="435" y="178"/>
                    <a:pt x="389" y="64"/>
                    <a:pt x="298"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16"/>
            <p:cNvSpPr/>
            <p:nvPr/>
          </p:nvSpPr>
          <p:spPr>
            <a:xfrm>
              <a:off x="5876525" y="1557650"/>
              <a:ext cx="8025" cy="6750"/>
            </a:xfrm>
            <a:custGeom>
              <a:avLst/>
              <a:gdLst/>
              <a:ahLst/>
              <a:cxnLst/>
              <a:rect l="l" t="t" r="r" b="b"/>
              <a:pathLst>
                <a:path w="321" h="270" extrusionOk="0">
                  <a:moveTo>
                    <a:pt x="175" y="1"/>
                  </a:moveTo>
                  <a:cubicBezTo>
                    <a:pt x="119" y="1"/>
                    <a:pt x="64" y="27"/>
                    <a:pt x="47" y="78"/>
                  </a:cubicBezTo>
                  <a:cubicBezTo>
                    <a:pt x="1" y="146"/>
                    <a:pt x="24" y="215"/>
                    <a:pt x="92" y="261"/>
                  </a:cubicBezTo>
                  <a:cubicBezTo>
                    <a:pt x="109" y="266"/>
                    <a:pt x="128" y="269"/>
                    <a:pt x="146" y="269"/>
                  </a:cubicBezTo>
                  <a:cubicBezTo>
                    <a:pt x="202" y="269"/>
                    <a:pt x="258" y="243"/>
                    <a:pt x="275" y="192"/>
                  </a:cubicBezTo>
                  <a:cubicBezTo>
                    <a:pt x="320" y="124"/>
                    <a:pt x="298" y="32"/>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16"/>
            <p:cNvSpPr/>
            <p:nvPr/>
          </p:nvSpPr>
          <p:spPr>
            <a:xfrm>
              <a:off x="5967825" y="1547400"/>
              <a:ext cx="9175" cy="7650"/>
            </a:xfrm>
            <a:custGeom>
              <a:avLst/>
              <a:gdLst/>
              <a:ahLst/>
              <a:cxnLst/>
              <a:rect l="l" t="t" r="r" b="b"/>
              <a:pathLst>
                <a:path w="367" h="306" extrusionOk="0">
                  <a:moveTo>
                    <a:pt x="197" y="0"/>
                  </a:moveTo>
                  <a:cubicBezTo>
                    <a:pt x="141" y="0"/>
                    <a:pt x="81" y="26"/>
                    <a:pt x="47" y="77"/>
                  </a:cubicBezTo>
                  <a:cubicBezTo>
                    <a:pt x="1" y="168"/>
                    <a:pt x="47" y="260"/>
                    <a:pt x="115" y="283"/>
                  </a:cubicBezTo>
                  <a:cubicBezTo>
                    <a:pt x="145" y="298"/>
                    <a:pt x="176" y="305"/>
                    <a:pt x="204" y="305"/>
                  </a:cubicBezTo>
                  <a:cubicBezTo>
                    <a:pt x="260" y="305"/>
                    <a:pt x="305" y="275"/>
                    <a:pt x="320" y="214"/>
                  </a:cubicBezTo>
                  <a:cubicBezTo>
                    <a:pt x="366" y="146"/>
                    <a:pt x="320" y="54"/>
                    <a:pt x="252" y="9"/>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16"/>
            <p:cNvSpPr/>
            <p:nvPr/>
          </p:nvSpPr>
          <p:spPr>
            <a:xfrm>
              <a:off x="6727925" y="1650100"/>
              <a:ext cx="8575" cy="7100"/>
            </a:xfrm>
            <a:custGeom>
              <a:avLst/>
              <a:gdLst/>
              <a:ahLst/>
              <a:cxnLst/>
              <a:rect l="l" t="t" r="r" b="b"/>
              <a:pathLst>
                <a:path w="343" h="284" extrusionOk="0">
                  <a:moveTo>
                    <a:pt x="174" y="1"/>
                  </a:moveTo>
                  <a:cubicBezTo>
                    <a:pt x="119" y="1"/>
                    <a:pt x="63" y="26"/>
                    <a:pt x="46" y="78"/>
                  </a:cubicBezTo>
                  <a:cubicBezTo>
                    <a:pt x="0" y="146"/>
                    <a:pt x="46" y="237"/>
                    <a:pt x="114" y="260"/>
                  </a:cubicBezTo>
                  <a:cubicBezTo>
                    <a:pt x="137" y="275"/>
                    <a:pt x="163" y="283"/>
                    <a:pt x="187" y="283"/>
                  </a:cubicBezTo>
                  <a:cubicBezTo>
                    <a:pt x="236" y="283"/>
                    <a:pt x="282" y="253"/>
                    <a:pt x="297" y="192"/>
                  </a:cubicBezTo>
                  <a:cubicBezTo>
                    <a:pt x="343" y="123"/>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16"/>
            <p:cNvSpPr/>
            <p:nvPr/>
          </p:nvSpPr>
          <p:spPr>
            <a:xfrm>
              <a:off x="6325050" y="2057525"/>
              <a:ext cx="11450" cy="10400"/>
            </a:xfrm>
            <a:custGeom>
              <a:avLst/>
              <a:gdLst/>
              <a:ahLst/>
              <a:cxnLst/>
              <a:rect l="l" t="t" r="r" b="b"/>
              <a:pathLst>
                <a:path w="458" h="416" extrusionOk="0">
                  <a:moveTo>
                    <a:pt x="213" y="0"/>
                  </a:moveTo>
                  <a:cubicBezTo>
                    <a:pt x="140" y="0"/>
                    <a:pt x="77" y="46"/>
                    <a:pt x="46" y="124"/>
                  </a:cubicBezTo>
                  <a:cubicBezTo>
                    <a:pt x="1" y="215"/>
                    <a:pt x="23" y="352"/>
                    <a:pt x="137" y="397"/>
                  </a:cubicBezTo>
                  <a:cubicBezTo>
                    <a:pt x="162" y="410"/>
                    <a:pt x="190" y="415"/>
                    <a:pt x="218" y="415"/>
                  </a:cubicBezTo>
                  <a:cubicBezTo>
                    <a:pt x="296" y="415"/>
                    <a:pt x="378" y="373"/>
                    <a:pt x="411" y="306"/>
                  </a:cubicBezTo>
                  <a:cubicBezTo>
                    <a:pt x="457" y="192"/>
                    <a:pt x="411"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16"/>
            <p:cNvSpPr/>
            <p:nvPr/>
          </p:nvSpPr>
          <p:spPr>
            <a:xfrm>
              <a:off x="6331900" y="2044725"/>
              <a:ext cx="9725" cy="8475"/>
            </a:xfrm>
            <a:custGeom>
              <a:avLst/>
              <a:gdLst/>
              <a:ahLst/>
              <a:cxnLst/>
              <a:rect l="l" t="t" r="r" b="b"/>
              <a:pathLst>
                <a:path w="389" h="339" extrusionOk="0">
                  <a:moveTo>
                    <a:pt x="199" y="1"/>
                  </a:moveTo>
                  <a:cubicBezTo>
                    <a:pt x="136" y="1"/>
                    <a:pt x="79" y="38"/>
                    <a:pt x="46" y="88"/>
                  </a:cubicBezTo>
                  <a:cubicBezTo>
                    <a:pt x="0" y="179"/>
                    <a:pt x="46" y="293"/>
                    <a:pt x="115" y="316"/>
                  </a:cubicBezTo>
                  <a:cubicBezTo>
                    <a:pt x="145" y="331"/>
                    <a:pt x="178" y="339"/>
                    <a:pt x="209" y="339"/>
                  </a:cubicBezTo>
                  <a:cubicBezTo>
                    <a:pt x="272" y="339"/>
                    <a:pt x="328" y="308"/>
                    <a:pt x="343" y="247"/>
                  </a:cubicBezTo>
                  <a:cubicBezTo>
                    <a:pt x="388" y="156"/>
                    <a:pt x="366" y="65"/>
                    <a:pt x="274" y="19"/>
                  </a:cubicBezTo>
                  <a:cubicBezTo>
                    <a:pt x="249"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16"/>
            <p:cNvSpPr/>
            <p:nvPr/>
          </p:nvSpPr>
          <p:spPr>
            <a:xfrm>
              <a:off x="6327900" y="2032050"/>
              <a:ext cx="8600" cy="7100"/>
            </a:xfrm>
            <a:custGeom>
              <a:avLst/>
              <a:gdLst/>
              <a:ahLst/>
              <a:cxnLst/>
              <a:rect l="l" t="t" r="r" b="b"/>
              <a:pathLst>
                <a:path w="344" h="284" extrusionOk="0">
                  <a:moveTo>
                    <a:pt x="152" y="0"/>
                  </a:moveTo>
                  <a:cubicBezTo>
                    <a:pt x="104" y="0"/>
                    <a:pt x="61" y="26"/>
                    <a:pt x="46" y="70"/>
                  </a:cubicBezTo>
                  <a:cubicBezTo>
                    <a:pt x="1" y="161"/>
                    <a:pt x="46" y="230"/>
                    <a:pt x="115" y="275"/>
                  </a:cubicBezTo>
                  <a:cubicBezTo>
                    <a:pt x="132" y="281"/>
                    <a:pt x="150" y="284"/>
                    <a:pt x="169" y="284"/>
                  </a:cubicBezTo>
                  <a:cubicBezTo>
                    <a:pt x="225" y="284"/>
                    <a:pt x="280" y="258"/>
                    <a:pt x="297" y="207"/>
                  </a:cubicBezTo>
                  <a:cubicBezTo>
                    <a:pt x="343" y="138"/>
                    <a:pt x="297"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16"/>
            <p:cNvSpPr/>
            <p:nvPr/>
          </p:nvSpPr>
          <p:spPr>
            <a:xfrm>
              <a:off x="6327900" y="2017025"/>
              <a:ext cx="8025" cy="7100"/>
            </a:xfrm>
            <a:custGeom>
              <a:avLst/>
              <a:gdLst/>
              <a:ahLst/>
              <a:cxnLst/>
              <a:rect l="l" t="t" r="r" b="b"/>
              <a:pathLst>
                <a:path w="321" h="284" extrusionOk="0">
                  <a:moveTo>
                    <a:pt x="175" y="0"/>
                  </a:moveTo>
                  <a:cubicBezTo>
                    <a:pt x="119" y="0"/>
                    <a:pt x="63" y="26"/>
                    <a:pt x="46" y="77"/>
                  </a:cubicBezTo>
                  <a:cubicBezTo>
                    <a:pt x="1" y="146"/>
                    <a:pt x="23" y="237"/>
                    <a:pt x="92" y="260"/>
                  </a:cubicBezTo>
                  <a:cubicBezTo>
                    <a:pt x="124" y="276"/>
                    <a:pt x="154" y="284"/>
                    <a:pt x="180" y="284"/>
                  </a:cubicBezTo>
                  <a:cubicBezTo>
                    <a:pt x="229" y="284"/>
                    <a:pt x="268" y="258"/>
                    <a:pt x="297" y="214"/>
                  </a:cubicBezTo>
                  <a:cubicBezTo>
                    <a:pt x="320" y="123"/>
                    <a:pt x="297" y="54"/>
                    <a:pt x="229" y="9"/>
                  </a:cubicBezTo>
                  <a:cubicBezTo>
                    <a:pt x="212" y="3"/>
                    <a:pt x="193"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16"/>
            <p:cNvSpPr/>
            <p:nvPr/>
          </p:nvSpPr>
          <p:spPr>
            <a:xfrm>
              <a:off x="6072825" y="2014725"/>
              <a:ext cx="6300" cy="5050"/>
            </a:xfrm>
            <a:custGeom>
              <a:avLst/>
              <a:gdLst/>
              <a:ahLst/>
              <a:cxnLst/>
              <a:rect l="l" t="t" r="r" b="b"/>
              <a:pathLst>
                <a:path w="252" h="202" extrusionOk="0">
                  <a:moveTo>
                    <a:pt x="133" y="1"/>
                  </a:moveTo>
                  <a:cubicBezTo>
                    <a:pt x="90" y="1"/>
                    <a:pt x="57" y="22"/>
                    <a:pt x="24" y="55"/>
                  </a:cubicBezTo>
                  <a:cubicBezTo>
                    <a:pt x="1" y="101"/>
                    <a:pt x="24" y="169"/>
                    <a:pt x="92" y="192"/>
                  </a:cubicBezTo>
                  <a:cubicBezTo>
                    <a:pt x="104" y="198"/>
                    <a:pt x="118" y="201"/>
                    <a:pt x="132" y="201"/>
                  </a:cubicBezTo>
                  <a:cubicBezTo>
                    <a:pt x="171" y="201"/>
                    <a:pt x="212" y="180"/>
                    <a:pt x="229" y="146"/>
                  </a:cubicBezTo>
                  <a:cubicBezTo>
                    <a:pt x="252" y="101"/>
                    <a:pt x="229" y="32"/>
                    <a:pt x="183" y="10"/>
                  </a:cubicBezTo>
                  <a:cubicBezTo>
                    <a:pt x="165" y="3"/>
                    <a:pt x="148" y="1"/>
                    <a:pt x="13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16"/>
            <p:cNvSpPr/>
            <p:nvPr/>
          </p:nvSpPr>
          <p:spPr>
            <a:xfrm>
              <a:off x="6262275" y="1454600"/>
              <a:ext cx="9150" cy="7900"/>
            </a:xfrm>
            <a:custGeom>
              <a:avLst/>
              <a:gdLst/>
              <a:ahLst/>
              <a:cxnLst/>
              <a:rect l="l" t="t" r="r" b="b"/>
              <a:pathLst>
                <a:path w="366" h="316" extrusionOk="0">
                  <a:moveTo>
                    <a:pt x="163" y="0"/>
                  </a:moveTo>
                  <a:cubicBezTo>
                    <a:pt x="107" y="0"/>
                    <a:pt x="62" y="31"/>
                    <a:pt x="46" y="91"/>
                  </a:cubicBezTo>
                  <a:cubicBezTo>
                    <a:pt x="1" y="160"/>
                    <a:pt x="24" y="251"/>
                    <a:pt x="115" y="297"/>
                  </a:cubicBezTo>
                  <a:cubicBezTo>
                    <a:pt x="134" y="310"/>
                    <a:pt x="155" y="315"/>
                    <a:pt x="176" y="315"/>
                  </a:cubicBezTo>
                  <a:cubicBezTo>
                    <a:pt x="231" y="315"/>
                    <a:pt x="287" y="278"/>
                    <a:pt x="320" y="228"/>
                  </a:cubicBezTo>
                  <a:cubicBezTo>
                    <a:pt x="366" y="137"/>
                    <a:pt x="320" y="46"/>
                    <a:pt x="252" y="23"/>
                  </a:cubicBezTo>
                  <a:cubicBezTo>
                    <a:pt x="221" y="8"/>
                    <a:pt x="191" y="0"/>
                    <a:pt x="16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16"/>
            <p:cNvSpPr/>
            <p:nvPr/>
          </p:nvSpPr>
          <p:spPr>
            <a:xfrm>
              <a:off x="6254300" y="1462350"/>
              <a:ext cx="6875" cy="5975"/>
            </a:xfrm>
            <a:custGeom>
              <a:avLst/>
              <a:gdLst/>
              <a:ahLst/>
              <a:cxnLst/>
              <a:rect l="l" t="t" r="r" b="b"/>
              <a:pathLst>
                <a:path w="275" h="239" extrusionOk="0">
                  <a:moveTo>
                    <a:pt x="138" y="1"/>
                  </a:moveTo>
                  <a:cubicBezTo>
                    <a:pt x="93" y="1"/>
                    <a:pt x="40" y="22"/>
                    <a:pt x="23" y="55"/>
                  </a:cubicBezTo>
                  <a:cubicBezTo>
                    <a:pt x="0" y="124"/>
                    <a:pt x="23" y="192"/>
                    <a:pt x="92" y="215"/>
                  </a:cubicBezTo>
                  <a:cubicBezTo>
                    <a:pt x="108" y="231"/>
                    <a:pt x="127" y="239"/>
                    <a:pt x="147" y="239"/>
                  </a:cubicBezTo>
                  <a:cubicBezTo>
                    <a:pt x="183" y="239"/>
                    <a:pt x="222" y="214"/>
                    <a:pt x="251" y="169"/>
                  </a:cubicBezTo>
                  <a:cubicBezTo>
                    <a:pt x="274" y="101"/>
                    <a:pt x="251" y="32"/>
                    <a:pt x="183" y="10"/>
                  </a:cubicBezTo>
                  <a:cubicBezTo>
                    <a:pt x="171" y="4"/>
                    <a:pt x="155" y="1"/>
                    <a:pt x="1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16"/>
            <p:cNvSpPr/>
            <p:nvPr/>
          </p:nvSpPr>
          <p:spPr>
            <a:xfrm>
              <a:off x="6276550" y="1513125"/>
              <a:ext cx="11425" cy="10425"/>
            </a:xfrm>
            <a:custGeom>
              <a:avLst/>
              <a:gdLst/>
              <a:ahLst/>
              <a:cxnLst/>
              <a:rect l="l" t="t" r="r" b="b"/>
              <a:pathLst>
                <a:path w="457" h="417" extrusionOk="0">
                  <a:moveTo>
                    <a:pt x="223" y="1"/>
                  </a:moveTo>
                  <a:cubicBezTo>
                    <a:pt x="150" y="1"/>
                    <a:pt x="77" y="47"/>
                    <a:pt x="46" y="124"/>
                  </a:cubicBezTo>
                  <a:cubicBezTo>
                    <a:pt x="0" y="216"/>
                    <a:pt x="46" y="352"/>
                    <a:pt x="137" y="398"/>
                  </a:cubicBezTo>
                  <a:cubicBezTo>
                    <a:pt x="168" y="410"/>
                    <a:pt x="199" y="416"/>
                    <a:pt x="228" y="416"/>
                  </a:cubicBezTo>
                  <a:cubicBezTo>
                    <a:pt x="308" y="416"/>
                    <a:pt x="378" y="374"/>
                    <a:pt x="411" y="307"/>
                  </a:cubicBezTo>
                  <a:cubicBezTo>
                    <a:pt x="457" y="193"/>
                    <a:pt x="411" y="79"/>
                    <a:pt x="320" y="33"/>
                  </a:cubicBezTo>
                  <a:cubicBezTo>
                    <a:pt x="291" y="11"/>
                    <a:pt x="257" y="1"/>
                    <a:pt x="2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16"/>
            <p:cNvSpPr/>
            <p:nvPr/>
          </p:nvSpPr>
          <p:spPr>
            <a:xfrm>
              <a:off x="6273700" y="1481950"/>
              <a:ext cx="6300" cy="5425"/>
            </a:xfrm>
            <a:custGeom>
              <a:avLst/>
              <a:gdLst/>
              <a:ahLst/>
              <a:cxnLst/>
              <a:rect l="l" t="t" r="r" b="b"/>
              <a:pathLst>
                <a:path w="252" h="217" extrusionOk="0">
                  <a:moveTo>
                    <a:pt x="106" y="1"/>
                  </a:moveTo>
                  <a:cubicBezTo>
                    <a:pt x="72" y="1"/>
                    <a:pt x="38" y="26"/>
                    <a:pt x="23" y="70"/>
                  </a:cubicBezTo>
                  <a:cubicBezTo>
                    <a:pt x="0" y="116"/>
                    <a:pt x="23" y="184"/>
                    <a:pt x="69" y="207"/>
                  </a:cubicBezTo>
                  <a:cubicBezTo>
                    <a:pt x="81" y="213"/>
                    <a:pt x="95" y="216"/>
                    <a:pt x="109" y="216"/>
                  </a:cubicBezTo>
                  <a:cubicBezTo>
                    <a:pt x="148" y="216"/>
                    <a:pt x="189" y="195"/>
                    <a:pt x="206" y="161"/>
                  </a:cubicBezTo>
                  <a:cubicBezTo>
                    <a:pt x="251" y="116"/>
                    <a:pt x="229" y="47"/>
                    <a:pt x="160" y="25"/>
                  </a:cubicBezTo>
                  <a:cubicBezTo>
                    <a:pt x="144" y="8"/>
                    <a:pt x="125" y="1"/>
                    <a:pt x="1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16"/>
            <p:cNvSpPr/>
            <p:nvPr/>
          </p:nvSpPr>
          <p:spPr>
            <a:xfrm>
              <a:off x="5680800" y="1186375"/>
              <a:ext cx="8025" cy="7100"/>
            </a:xfrm>
            <a:custGeom>
              <a:avLst/>
              <a:gdLst/>
              <a:ahLst/>
              <a:cxnLst/>
              <a:rect l="l" t="t" r="r" b="b"/>
              <a:pathLst>
                <a:path w="321" h="284" extrusionOk="0">
                  <a:moveTo>
                    <a:pt x="152" y="0"/>
                  </a:moveTo>
                  <a:cubicBezTo>
                    <a:pt x="104" y="0"/>
                    <a:pt x="61" y="25"/>
                    <a:pt x="46" y="70"/>
                  </a:cubicBezTo>
                  <a:cubicBezTo>
                    <a:pt x="1" y="138"/>
                    <a:pt x="24" y="229"/>
                    <a:pt x="92" y="275"/>
                  </a:cubicBezTo>
                  <a:cubicBezTo>
                    <a:pt x="109" y="281"/>
                    <a:pt x="128" y="284"/>
                    <a:pt x="146" y="284"/>
                  </a:cubicBezTo>
                  <a:cubicBezTo>
                    <a:pt x="202" y="284"/>
                    <a:pt x="258" y="258"/>
                    <a:pt x="275" y="207"/>
                  </a:cubicBezTo>
                  <a:cubicBezTo>
                    <a:pt x="320" y="138"/>
                    <a:pt x="298"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16"/>
            <p:cNvSpPr/>
            <p:nvPr/>
          </p:nvSpPr>
          <p:spPr>
            <a:xfrm>
              <a:off x="5685950" y="1147950"/>
              <a:ext cx="6875" cy="6150"/>
            </a:xfrm>
            <a:custGeom>
              <a:avLst/>
              <a:gdLst/>
              <a:ahLst/>
              <a:cxnLst/>
              <a:rect l="l" t="t" r="r" b="b"/>
              <a:pathLst>
                <a:path w="275" h="246" extrusionOk="0">
                  <a:moveTo>
                    <a:pt x="132" y="0"/>
                  </a:moveTo>
                  <a:cubicBezTo>
                    <a:pt x="83" y="0"/>
                    <a:pt x="40" y="26"/>
                    <a:pt x="23" y="77"/>
                  </a:cubicBezTo>
                  <a:cubicBezTo>
                    <a:pt x="0" y="123"/>
                    <a:pt x="23" y="192"/>
                    <a:pt x="69" y="237"/>
                  </a:cubicBezTo>
                  <a:cubicBezTo>
                    <a:pt x="86" y="243"/>
                    <a:pt x="103" y="246"/>
                    <a:pt x="119" y="246"/>
                  </a:cubicBezTo>
                  <a:cubicBezTo>
                    <a:pt x="169" y="246"/>
                    <a:pt x="211" y="220"/>
                    <a:pt x="228" y="169"/>
                  </a:cubicBezTo>
                  <a:cubicBezTo>
                    <a:pt x="274" y="123"/>
                    <a:pt x="228" y="55"/>
                    <a:pt x="183" y="9"/>
                  </a:cubicBezTo>
                  <a:cubicBezTo>
                    <a:pt x="166" y="3"/>
                    <a:pt x="149" y="0"/>
                    <a:pt x="13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8" name="Google Shape;3578;p16"/>
          <p:cNvGrpSpPr/>
          <p:nvPr/>
        </p:nvGrpSpPr>
        <p:grpSpPr>
          <a:xfrm flipH="1">
            <a:off x="234036" y="416855"/>
            <a:ext cx="1048180" cy="245101"/>
            <a:chOff x="3504975" y="1233750"/>
            <a:chExt cx="324725" cy="75925"/>
          </a:xfrm>
        </p:grpSpPr>
        <p:sp>
          <p:nvSpPr>
            <p:cNvPr id="3579" name="Google Shape;3579;p16"/>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16"/>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16"/>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2" name="Google Shape;3582;p16"/>
          <p:cNvGrpSpPr/>
          <p:nvPr/>
        </p:nvGrpSpPr>
        <p:grpSpPr>
          <a:xfrm flipH="1">
            <a:off x="6212018" y="-2280879"/>
            <a:ext cx="5958123" cy="5505660"/>
            <a:chOff x="407025" y="3490600"/>
            <a:chExt cx="1442575" cy="1333025"/>
          </a:xfrm>
        </p:grpSpPr>
        <p:sp>
          <p:nvSpPr>
            <p:cNvPr id="3583" name="Google Shape;3583;p16"/>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4" name="Google Shape;3584;p16"/>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3585;p16"/>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16"/>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16"/>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16"/>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9" name="Google Shape;3589;p16"/>
          <p:cNvGrpSpPr/>
          <p:nvPr/>
        </p:nvGrpSpPr>
        <p:grpSpPr>
          <a:xfrm flipH="1">
            <a:off x="7665481" y="4062095"/>
            <a:ext cx="2352860" cy="2352860"/>
            <a:chOff x="3413675" y="1416350"/>
            <a:chExt cx="685925" cy="685925"/>
          </a:xfrm>
        </p:grpSpPr>
        <p:sp>
          <p:nvSpPr>
            <p:cNvPr id="3590" name="Google Shape;3590;p16"/>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16"/>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16"/>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16"/>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16"/>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16"/>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96" name="Google Shape;3596;p16"/>
          <p:cNvSpPr/>
          <p:nvPr/>
        </p:nvSpPr>
        <p:spPr>
          <a:xfrm flipH="1">
            <a:off x="8836938" y="2779476"/>
            <a:ext cx="488023" cy="880051"/>
          </a:xfrm>
          <a:custGeom>
            <a:avLst/>
            <a:gdLst/>
            <a:ahLst/>
            <a:cxnLst/>
            <a:rect l="l" t="t" r="r" b="b"/>
            <a:pathLst>
              <a:path w="6848" h="12349" extrusionOk="0">
                <a:moveTo>
                  <a:pt x="0" y="1"/>
                </a:moveTo>
                <a:lnTo>
                  <a:pt x="183" y="12349"/>
                </a:lnTo>
                <a:lnTo>
                  <a:pt x="6848" y="4337"/>
                </a:lnTo>
                <a:lnTo>
                  <a:pt x="0"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16"/>
          <p:cNvSpPr/>
          <p:nvPr/>
        </p:nvSpPr>
        <p:spPr>
          <a:xfrm>
            <a:off x="4455129" y="4466577"/>
            <a:ext cx="1756869" cy="1273904"/>
          </a:xfrm>
          <a:custGeom>
            <a:avLst/>
            <a:gdLst/>
            <a:ahLst/>
            <a:cxnLst/>
            <a:rect l="l" t="t" r="r" b="b"/>
            <a:pathLst>
              <a:path w="16686" h="12099" extrusionOk="0">
                <a:moveTo>
                  <a:pt x="12988" y="1"/>
                </a:moveTo>
                <a:lnTo>
                  <a:pt x="1" y="12098"/>
                </a:lnTo>
                <a:lnTo>
                  <a:pt x="16686" y="8058"/>
                </a:lnTo>
                <a:lnTo>
                  <a:pt x="12988"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16"/>
          <p:cNvSpPr txBox="1">
            <a:spLocks noGrp="1"/>
          </p:cNvSpPr>
          <p:nvPr>
            <p:ph type="title"/>
          </p:nvPr>
        </p:nvSpPr>
        <p:spPr>
          <a:xfrm>
            <a:off x="720000" y="1642350"/>
            <a:ext cx="2996700" cy="572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99" name="Google Shape;3599;p16"/>
          <p:cNvSpPr txBox="1">
            <a:spLocks noGrp="1"/>
          </p:cNvSpPr>
          <p:nvPr>
            <p:ph type="subTitle" idx="1"/>
          </p:nvPr>
        </p:nvSpPr>
        <p:spPr>
          <a:xfrm>
            <a:off x="720000" y="2215050"/>
            <a:ext cx="2996700" cy="13041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3682"/>
        <p:cNvGrpSpPr/>
        <p:nvPr/>
      </p:nvGrpSpPr>
      <p:grpSpPr>
        <a:xfrm>
          <a:off x="0" y="0"/>
          <a:ext cx="0" cy="0"/>
          <a:chOff x="0" y="0"/>
          <a:chExt cx="0" cy="0"/>
        </a:xfrm>
      </p:grpSpPr>
      <p:grpSp>
        <p:nvGrpSpPr>
          <p:cNvPr id="3683" name="Google Shape;3683;p18"/>
          <p:cNvGrpSpPr/>
          <p:nvPr/>
        </p:nvGrpSpPr>
        <p:grpSpPr>
          <a:xfrm>
            <a:off x="74" y="63"/>
            <a:ext cx="9144153" cy="5143512"/>
            <a:chOff x="4263926" y="3811300"/>
            <a:chExt cx="2189272" cy="1231448"/>
          </a:xfrm>
        </p:grpSpPr>
        <p:sp>
          <p:nvSpPr>
            <p:cNvPr id="3684" name="Google Shape;3684;p18"/>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18"/>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18"/>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18"/>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18"/>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18"/>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18"/>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18"/>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18"/>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18"/>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4" name="Google Shape;3694;p18"/>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5" name="Google Shape;3695;p18"/>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18"/>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7" name="Google Shape;3697;p18"/>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8" name="Google Shape;3698;p18"/>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9" name="Google Shape;3699;p18"/>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0" name="Google Shape;3700;p18"/>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1" name="Google Shape;3701;p18"/>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18"/>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18"/>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4" name="Google Shape;3704;p18"/>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5" name="Google Shape;3705;p18"/>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18"/>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18"/>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18"/>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18"/>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18"/>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18"/>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18"/>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18"/>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4" name="Google Shape;3714;p18"/>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5" name="Google Shape;3715;p18"/>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18"/>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18"/>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18"/>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18"/>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18"/>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1" name="Google Shape;3721;p18"/>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18"/>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18"/>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18"/>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18"/>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18"/>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18"/>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18"/>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9" name="Google Shape;3729;p18"/>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0" name="Google Shape;3730;p18"/>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18"/>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2" name="Google Shape;3732;p18"/>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3" name="Google Shape;3733;p18"/>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4" name="Google Shape;3734;p18"/>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5" name="Google Shape;3735;p18"/>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6" name="Google Shape;3736;p18"/>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37" name="Google Shape;3737;p18"/>
          <p:cNvGrpSpPr/>
          <p:nvPr/>
        </p:nvGrpSpPr>
        <p:grpSpPr>
          <a:xfrm rot="10800000">
            <a:off x="-589742" y="-406995"/>
            <a:ext cx="9834790" cy="6880156"/>
            <a:chOff x="2056725" y="3456925"/>
            <a:chExt cx="1804350" cy="1262275"/>
          </a:xfrm>
        </p:grpSpPr>
        <p:sp>
          <p:nvSpPr>
            <p:cNvPr id="3738" name="Google Shape;3738;p18"/>
            <p:cNvSpPr/>
            <p:nvPr/>
          </p:nvSpPr>
          <p:spPr>
            <a:xfrm>
              <a:off x="2056725" y="3456925"/>
              <a:ext cx="1559550" cy="1262275"/>
            </a:xfrm>
            <a:custGeom>
              <a:avLst/>
              <a:gdLst/>
              <a:ahLst/>
              <a:cxnLst/>
              <a:rect l="l" t="t" r="r" b="b"/>
              <a:pathLst>
                <a:path w="62382" h="50491" extrusionOk="0">
                  <a:moveTo>
                    <a:pt x="23853" y="1"/>
                  </a:moveTo>
                  <a:lnTo>
                    <a:pt x="14471" y="16960"/>
                  </a:lnTo>
                  <a:lnTo>
                    <a:pt x="14449" y="16983"/>
                  </a:lnTo>
                  <a:lnTo>
                    <a:pt x="19516" y="30541"/>
                  </a:lnTo>
                  <a:lnTo>
                    <a:pt x="0" y="49943"/>
                  </a:lnTo>
                  <a:lnTo>
                    <a:pt x="21022" y="50490"/>
                  </a:lnTo>
                  <a:lnTo>
                    <a:pt x="32458" y="43529"/>
                  </a:lnTo>
                  <a:lnTo>
                    <a:pt x="45263" y="47318"/>
                  </a:lnTo>
                  <a:lnTo>
                    <a:pt x="45286" y="47318"/>
                  </a:lnTo>
                  <a:lnTo>
                    <a:pt x="62382" y="32573"/>
                  </a:lnTo>
                  <a:lnTo>
                    <a:pt x="62313" y="32481"/>
                  </a:lnTo>
                  <a:lnTo>
                    <a:pt x="45263" y="47204"/>
                  </a:lnTo>
                  <a:lnTo>
                    <a:pt x="32458" y="43415"/>
                  </a:lnTo>
                  <a:lnTo>
                    <a:pt x="32435" y="43392"/>
                  </a:lnTo>
                  <a:lnTo>
                    <a:pt x="21000" y="50376"/>
                  </a:lnTo>
                  <a:lnTo>
                    <a:pt x="274" y="49828"/>
                  </a:lnTo>
                  <a:lnTo>
                    <a:pt x="19630" y="30610"/>
                  </a:lnTo>
                  <a:lnTo>
                    <a:pt x="19653" y="30564"/>
                  </a:lnTo>
                  <a:lnTo>
                    <a:pt x="14586" y="16983"/>
                  </a:lnTo>
                  <a:lnTo>
                    <a:pt x="23944" y="69"/>
                  </a:lnTo>
                  <a:lnTo>
                    <a:pt x="23853"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9" name="Google Shape;3739;p18"/>
            <p:cNvSpPr/>
            <p:nvPr/>
          </p:nvSpPr>
          <p:spPr>
            <a:xfrm>
              <a:off x="2789975" y="4016150"/>
              <a:ext cx="559825" cy="621450"/>
            </a:xfrm>
            <a:custGeom>
              <a:avLst/>
              <a:gdLst/>
              <a:ahLst/>
              <a:cxnLst/>
              <a:rect l="l" t="t" r="r" b="b"/>
              <a:pathLst>
                <a:path w="22393" h="24858" extrusionOk="0">
                  <a:moveTo>
                    <a:pt x="14495" y="1"/>
                  </a:moveTo>
                  <a:lnTo>
                    <a:pt x="15773" y="24538"/>
                  </a:lnTo>
                  <a:lnTo>
                    <a:pt x="15773" y="24538"/>
                  </a:lnTo>
                  <a:lnTo>
                    <a:pt x="1" y="7122"/>
                  </a:lnTo>
                  <a:lnTo>
                    <a:pt x="3059" y="21114"/>
                  </a:lnTo>
                  <a:lnTo>
                    <a:pt x="3173" y="21068"/>
                  </a:lnTo>
                  <a:lnTo>
                    <a:pt x="206" y="7533"/>
                  </a:lnTo>
                  <a:lnTo>
                    <a:pt x="15796" y="24743"/>
                  </a:lnTo>
                  <a:lnTo>
                    <a:pt x="15910" y="24857"/>
                  </a:lnTo>
                  <a:lnTo>
                    <a:pt x="15910" y="24857"/>
                  </a:lnTo>
                  <a:lnTo>
                    <a:pt x="14655" y="685"/>
                  </a:lnTo>
                  <a:lnTo>
                    <a:pt x="14655" y="685"/>
                  </a:lnTo>
                  <a:lnTo>
                    <a:pt x="22301" y="19402"/>
                  </a:lnTo>
                  <a:lnTo>
                    <a:pt x="22392" y="19357"/>
                  </a:lnTo>
                  <a:lnTo>
                    <a:pt x="14495"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18"/>
            <p:cNvSpPr/>
            <p:nvPr/>
          </p:nvSpPr>
          <p:spPr>
            <a:xfrm>
              <a:off x="3301275" y="3974500"/>
              <a:ext cx="559800" cy="621450"/>
            </a:xfrm>
            <a:custGeom>
              <a:avLst/>
              <a:gdLst/>
              <a:ahLst/>
              <a:cxnLst/>
              <a:rect l="l" t="t" r="r" b="b"/>
              <a:pathLst>
                <a:path w="22392" h="24858" extrusionOk="0">
                  <a:moveTo>
                    <a:pt x="14494" y="0"/>
                  </a:moveTo>
                  <a:lnTo>
                    <a:pt x="15750" y="24538"/>
                  </a:lnTo>
                  <a:lnTo>
                    <a:pt x="137" y="7282"/>
                  </a:lnTo>
                  <a:lnTo>
                    <a:pt x="0" y="7122"/>
                  </a:lnTo>
                  <a:lnTo>
                    <a:pt x="0" y="7122"/>
                  </a:lnTo>
                  <a:lnTo>
                    <a:pt x="3036" y="21114"/>
                  </a:lnTo>
                  <a:lnTo>
                    <a:pt x="3150" y="21068"/>
                  </a:lnTo>
                  <a:lnTo>
                    <a:pt x="206" y="7533"/>
                  </a:lnTo>
                  <a:lnTo>
                    <a:pt x="15773" y="24743"/>
                  </a:lnTo>
                  <a:lnTo>
                    <a:pt x="15887" y="24857"/>
                  </a:lnTo>
                  <a:lnTo>
                    <a:pt x="14631" y="685"/>
                  </a:lnTo>
                  <a:lnTo>
                    <a:pt x="22278" y="19402"/>
                  </a:lnTo>
                  <a:lnTo>
                    <a:pt x="22392" y="19356"/>
                  </a:lnTo>
                  <a:lnTo>
                    <a:pt x="14494"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1" name="Google Shape;3741;p18"/>
            <p:cNvSpPr/>
            <p:nvPr/>
          </p:nvSpPr>
          <p:spPr>
            <a:xfrm>
              <a:off x="2099525" y="3904300"/>
              <a:ext cx="811450" cy="811475"/>
            </a:xfrm>
            <a:custGeom>
              <a:avLst/>
              <a:gdLst/>
              <a:ahLst/>
              <a:cxnLst/>
              <a:rect l="l" t="t" r="r" b="b"/>
              <a:pathLst>
                <a:path w="32458" h="32459" extrusionOk="0">
                  <a:moveTo>
                    <a:pt x="32161" y="412"/>
                  </a:moveTo>
                  <a:lnTo>
                    <a:pt x="19242" y="32093"/>
                  </a:lnTo>
                  <a:lnTo>
                    <a:pt x="17941" y="12692"/>
                  </a:lnTo>
                  <a:lnTo>
                    <a:pt x="32161" y="412"/>
                  </a:lnTo>
                  <a:close/>
                  <a:moveTo>
                    <a:pt x="206" y="6301"/>
                  </a:moveTo>
                  <a:lnTo>
                    <a:pt x="17827" y="12715"/>
                  </a:lnTo>
                  <a:lnTo>
                    <a:pt x="19128" y="32230"/>
                  </a:lnTo>
                  <a:lnTo>
                    <a:pt x="6483" y="23990"/>
                  </a:lnTo>
                  <a:lnTo>
                    <a:pt x="206" y="6301"/>
                  </a:lnTo>
                  <a:close/>
                  <a:moveTo>
                    <a:pt x="32458" y="1"/>
                  </a:moveTo>
                  <a:lnTo>
                    <a:pt x="17872" y="12600"/>
                  </a:lnTo>
                  <a:lnTo>
                    <a:pt x="0" y="6095"/>
                  </a:lnTo>
                  <a:lnTo>
                    <a:pt x="6368" y="24059"/>
                  </a:lnTo>
                  <a:lnTo>
                    <a:pt x="6368" y="24082"/>
                  </a:lnTo>
                  <a:lnTo>
                    <a:pt x="19265" y="32458"/>
                  </a:lnTo>
                  <a:lnTo>
                    <a:pt x="19265" y="32367"/>
                  </a:lnTo>
                  <a:lnTo>
                    <a:pt x="32458"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2" name="Google Shape;3742;p18"/>
            <p:cNvSpPr/>
            <p:nvPr/>
          </p:nvSpPr>
          <p:spPr>
            <a:xfrm>
              <a:off x="2792275" y="4136550"/>
              <a:ext cx="368075" cy="63950"/>
            </a:xfrm>
            <a:custGeom>
              <a:avLst/>
              <a:gdLst/>
              <a:ahLst/>
              <a:cxnLst/>
              <a:rect l="l" t="t" r="r" b="b"/>
              <a:pathLst>
                <a:path w="14723" h="2558" extrusionOk="0">
                  <a:moveTo>
                    <a:pt x="14722" y="1"/>
                  </a:moveTo>
                  <a:lnTo>
                    <a:pt x="0" y="2443"/>
                  </a:lnTo>
                  <a:lnTo>
                    <a:pt x="23" y="2557"/>
                  </a:lnTo>
                  <a:lnTo>
                    <a:pt x="14722" y="115"/>
                  </a:lnTo>
                  <a:lnTo>
                    <a:pt x="14722"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43" name="Google Shape;3743;p18"/>
          <p:cNvGrpSpPr/>
          <p:nvPr/>
        </p:nvGrpSpPr>
        <p:grpSpPr>
          <a:xfrm>
            <a:off x="8300389" y="-437026"/>
            <a:ext cx="1783474" cy="1783474"/>
            <a:chOff x="3413675" y="1416350"/>
            <a:chExt cx="685925" cy="685925"/>
          </a:xfrm>
        </p:grpSpPr>
        <p:sp>
          <p:nvSpPr>
            <p:cNvPr id="3744" name="Google Shape;3744;p18"/>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5" name="Google Shape;3745;p18"/>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6" name="Google Shape;3746;p18"/>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7" name="Google Shape;3747;p18"/>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18"/>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9" name="Google Shape;3749;p18"/>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50" name="Google Shape;3750;p18"/>
          <p:cNvGrpSpPr/>
          <p:nvPr/>
        </p:nvGrpSpPr>
        <p:grpSpPr>
          <a:xfrm>
            <a:off x="189005" y="142530"/>
            <a:ext cx="1048180" cy="245101"/>
            <a:chOff x="3504975" y="1233750"/>
            <a:chExt cx="324725" cy="75925"/>
          </a:xfrm>
        </p:grpSpPr>
        <p:sp>
          <p:nvSpPr>
            <p:cNvPr id="3751" name="Google Shape;3751;p18"/>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2" name="Google Shape;3752;p18"/>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3" name="Google Shape;3753;p18"/>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54" name="Google Shape;3754;p18"/>
          <p:cNvGrpSpPr/>
          <p:nvPr/>
        </p:nvGrpSpPr>
        <p:grpSpPr>
          <a:xfrm flipH="1">
            <a:off x="-1172839" y="3005809"/>
            <a:ext cx="3459295" cy="3196594"/>
            <a:chOff x="407025" y="3490600"/>
            <a:chExt cx="1442575" cy="1333025"/>
          </a:xfrm>
        </p:grpSpPr>
        <p:sp>
          <p:nvSpPr>
            <p:cNvPr id="3755" name="Google Shape;3755;p18"/>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6" name="Google Shape;3756;p18"/>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7" name="Google Shape;3757;p18"/>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8" name="Google Shape;3758;p18"/>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9" name="Google Shape;3759;p18"/>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0" name="Google Shape;3760;p18"/>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61" name="Google Shape;3761;p18"/>
          <p:cNvGrpSpPr/>
          <p:nvPr/>
        </p:nvGrpSpPr>
        <p:grpSpPr>
          <a:xfrm>
            <a:off x="7906817" y="4755855"/>
            <a:ext cx="1048180" cy="245101"/>
            <a:chOff x="3504975" y="1233750"/>
            <a:chExt cx="324725" cy="75925"/>
          </a:xfrm>
        </p:grpSpPr>
        <p:sp>
          <p:nvSpPr>
            <p:cNvPr id="3762" name="Google Shape;3762;p18"/>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3" name="Google Shape;3763;p18"/>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4" name="Google Shape;3764;p18"/>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65" name="Google Shape;3765;p18"/>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766" name="Google Shape;3766;p18"/>
          <p:cNvSpPr txBox="1">
            <a:spLocks noGrp="1"/>
          </p:cNvSpPr>
          <p:nvPr>
            <p:ph type="title" idx="2"/>
          </p:nvPr>
        </p:nvSpPr>
        <p:spPr>
          <a:xfrm>
            <a:off x="720000" y="2596475"/>
            <a:ext cx="2312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767" name="Google Shape;3767;p18"/>
          <p:cNvSpPr txBox="1">
            <a:spLocks noGrp="1"/>
          </p:cNvSpPr>
          <p:nvPr>
            <p:ph type="subTitle" idx="1"/>
          </p:nvPr>
        </p:nvSpPr>
        <p:spPr>
          <a:xfrm>
            <a:off x="720000" y="3124175"/>
            <a:ext cx="2312100" cy="768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768" name="Google Shape;3768;p18"/>
          <p:cNvSpPr txBox="1">
            <a:spLocks noGrp="1"/>
          </p:cNvSpPr>
          <p:nvPr>
            <p:ph type="title" idx="3"/>
          </p:nvPr>
        </p:nvSpPr>
        <p:spPr>
          <a:xfrm>
            <a:off x="3415951" y="2596475"/>
            <a:ext cx="2312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769" name="Google Shape;3769;p18"/>
          <p:cNvSpPr txBox="1">
            <a:spLocks noGrp="1"/>
          </p:cNvSpPr>
          <p:nvPr>
            <p:ph type="subTitle" idx="4"/>
          </p:nvPr>
        </p:nvSpPr>
        <p:spPr>
          <a:xfrm>
            <a:off x="3415950" y="3124175"/>
            <a:ext cx="2312100" cy="768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770" name="Google Shape;3770;p18"/>
          <p:cNvSpPr txBox="1">
            <a:spLocks noGrp="1"/>
          </p:cNvSpPr>
          <p:nvPr>
            <p:ph type="title" idx="5"/>
          </p:nvPr>
        </p:nvSpPr>
        <p:spPr>
          <a:xfrm>
            <a:off x="6111900" y="2596475"/>
            <a:ext cx="2312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771" name="Google Shape;3771;p18"/>
          <p:cNvSpPr txBox="1">
            <a:spLocks noGrp="1"/>
          </p:cNvSpPr>
          <p:nvPr>
            <p:ph type="subTitle" idx="6"/>
          </p:nvPr>
        </p:nvSpPr>
        <p:spPr>
          <a:xfrm>
            <a:off x="6111900" y="3124175"/>
            <a:ext cx="2312100" cy="768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3772"/>
        <p:cNvGrpSpPr/>
        <p:nvPr/>
      </p:nvGrpSpPr>
      <p:grpSpPr>
        <a:xfrm>
          <a:off x="0" y="0"/>
          <a:ext cx="0" cy="0"/>
          <a:chOff x="0" y="0"/>
          <a:chExt cx="0" cy="0"/>
        </a:xfrm>
      </p:grpSpPr>
      <p:grpSp>
        <p:nvGrpSpPr>
          <p:cNvPr id="3773" name="Google Shape;3773;p19"/>
          <p:cNvGrpSpPr/>
          <p:nvPr/>
        </p:nvGrpSpPr>
        <p:grpSpPr>
          <a:xfrm>
            <a:off x="74" y="63"/>
            <a:ext cx="9144153" cy="5143512"/>
            <a:chOff x="4263926" y="3811300"/>
            <a:chExt cx="2189272" cy="1231448"/>
          </a:xfrm>
        </p:grpSpPr>
        <p:sp>
          <p:nvSpPr>
            <p:cNvPr id="3774" name="Google Shape;3774;p19"/>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5" name="Google Shape;3775;p19"/>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6" name="Google Shape;3776;p19"/>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7" name="Google Shape;3777;p19"/>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8" name="Google Shape;3778;p19"/>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9" name="Google Shape;3779;p19"/>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0" name="Google Shape;3780;p19"/>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1" name="Google Shape;3781;p19"/>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2" name="Google Shape;3782;p19"/>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3" name="Google Shape;3783;p19"/>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4" name="Google Shape;3784;p19"/>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5" name="Google Shape;3785;p19"/>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6" name="Google Shape;3786;p19"/>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9"/>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8" name="Google Shape;3788;p19"/>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9" name="Google Shape;3789;p19"/>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0" name="Google Shape;3790;p19"/>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1" name="Google Shape;3791;p19"/>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2" name="Google Shape;3792;p19"/>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3" name="Google Shape;3793;p19"/>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4" name="Google Shape;3794;p19"/>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5" name="Google Shape;3795;p19"/>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19"/>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19"/>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19"/>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19"/>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19"/>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19"/>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2" name="Google Shape;3802;p19"/>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3" name="Google Shape;3803;p19"/>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4" name="Google Shape;3804;p19"/>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5" name="Google Shape;3805;p19"/>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6" name="Google Shape;3806;p19"/>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7" name="Google Shape;3807;p19"/>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8" name="Google Shape;3808;p19"/>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9" name="Google Shape;3809;p19"/>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0" name="Google Shape;3810;p19"/>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1" name="Google Shape;3811;p19"/>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2" name="Google Shape;3812;p19"/>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3" name="Google Shape;3813;p19"/>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4" name="Google Shape;3814;p19"/>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5" name="Google Shape;3815;p19"/>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6" name="Google Shape;3816;p19"/>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7" name="Google Shape;3817;p19"/>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8" name="Google Shape;3818;p19"/>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9" name="Google Shape;3819;p19"/>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19"/>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19"/>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2" name="Google Shape;3822;p19"/>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19"/>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19"/>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19"/>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19"/>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27" name="Google Shape;3827;p19"/>
          <p:cNvGrpSpPr/>
          <p:nvPr/>
        </p:nvGrpSpPr>
        <p:grpSpPr>
          <a:xfrm rot="10800000" flipH="1">
            <a:off x="-707639" y="183645"/>
            <a:ext cx="11567753" cy="7972096"/>
            <a:chOff x="5457700" y="3883200"/>
            <a:chExt cx="1633725" cy="1125875"/>
          </a:xfrm>
        </p:grpSpPr>
        <p:sp>
          <p:nvSpPr>
            <p:cNvPr id="3828" name="Google Shape;3828;p19"/>
            <p:cNvSpPr/>
            <p:nvPr/>
          </p:nvSpPr>
          <p:spPr>
            <a:xfrm>
              <a:off x="5457700" y="3883200"/>
              <a:ext cx="1427175" cy="1125875"/>
            </a:xfrm>
            <a:custGeom>
              <a:avLst/>
              <a:gdLst/>
              <a:ahLst/>
              <a:cxnLst/>
              <a:rect l="l" t="t" r="r" b="b"/>
              <a:pathLst>
                <a:path w="57087" h="45035" extrusionOk="0">
                  <a:moveTo>
                    <a:pt x="24811" y="0"/>
                  </a:moveTo>
                  <a:lnTo>
                    <a:pt x="15247" y="14540"/>
                  </a:lnTo>
                  <a:lnTo>
                    <a:pt x="15225" y="14563"/>
                  </a:lnTo>
                  <a:lnTo>
                    <a:pt x="18831" y="27048"/>
                  </a:lnTo>
                  <a:lnTo>
                    <a:pt x="91" y="43003"/>
                  </a:lnTo>
                  <a:lnTo>
                    <a:pt x="0" y="43095"/>
                  </a:lnTo>
                  <a:lnTo>
                    <a:pt x="18785" y="45035"/>
                  </a:lnTo>
                  <a:lnTo>
                    <a:pt x="18808" y="45035"/>
                  </a:lnTo>
                  <a:lnTo>
                    <a:pt x="29513" y="39579"/>
                  </a:lnTo>
                  <a:lnTo>
                    <a:pt x="40743" y="43848"/>
                  </a:lnTo>
                  <a:lnTo>
                    <a:pt x="40766" y="43871"/>
                  </a:lnTo>
                  <a:lnTo>
                    <a:pt x="57086" y="31819"/>
                  </a:lnTo>
                  <a:lnTo>
                    <a:pt x="57041" y="31750"/>
                  </a:lnTo>
                  <a:lnTo>
                    <a:pt x="40743" y="43734"/>
                  </a:lnTo>
                  <a:lnTo>
                    <a:pt x="29536" y="39465"/>
                  </a:lnTo>
                  <a:lnTo>
                    <a:pt x="29513" y="39465"/>
                  </a:lnTo>
                  <a:lnTo>
                    <a:pt x="18785" y="44921"/>
                  </a:lnTo>
                  <a:lnTo>
                    <a:pt x="251" y="43003"/>
                  </a:lnTo>
                  <a:lnTo>
                    <a:pt x="18922" y="27117"/>
                  </a:lnTo>
                  <a:lnTo>
                    <a:pt x="18945" y="27094"/>
                  </a:lnTo>
                  <a:lnTo>
                    <a:pt x="15339" y="14586"/>
                  </a:lnTo>
                  <a:lnTo>
                    <a:pt x="24902" y="46"/>
                  </a:lnTo>
                  <a:lnTo>
                    <a:pt x="24811"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19"/>
            <p:cNvSpPr/>
            <p:nvPr/>
          </p:nvSpPr>
          <p:spPr>
            <a:xfrm>
              <a:off x="6149875" y="4418450"/>
              <a:ext cx="480500" cy="558675"/>
            </a:xfrm>
            <a:custGeom>
              <a:avLst/>
              <a:gdLst/>
              <a:ahLst/>
              <a:cxnLst/>
              <a:rect l="l" t="t" r="r" b="b"/>
              <a:pathLst>
                <a:path w="19220" h="22347" extrusionOk="0">
                  <a:moveTo>
                    <a:pt x="13490" y="1"/>
                  </a:moveTo>
                  <a:lnTo>
                    <a:pt x="12942" y="22073"/>
                  </a:lnTo>
                  <a:lnTo>
                    <a:pt x="137" y="5547"/>
                  </a:lnTo>
                  <a:lnTo>
                    <a:pt x="0" y="5387"/>
                  </a:lnTo>
                  <a:lnTo>
                    <a:pt x="1781" y="18124"/>
                  </a:lnTo>
                  <a:lnTo>
                    <a:pt x="1895" y="18101"/>
                  </a:lnTo>
                  <a:lnTo>
                    <a:pt x="160" y="5752"/>
                  </a:lnTo>
                  <a:lnTo>
                    <a:pt x="13033" y="22346"/>
                  </a:lnTo>
                  <a:lnTo>
                    <a:pt x="13581" y="617"/>
                  </a:lnTo>
                  <a:lnTo>
                    <a:pt x="19128" y="17896"/>
                  </a:lnTo>
                  <a:lnTo>
                    <a:pt x="19219" y="17873"/>
                  </a:lnTo>
                  <a:lnTo>
                    <a:pt x="13490"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19"/>
            <p:cNvSpPr/>
            <p:nvPr/>
          </p:nvSpPr>
          <p:spPr>
            <a:xfrm>
              <a:off x="6610950" y="4416175"/>
              <a:ext cx="480475" cy="559225"/>
            </a:xfrm>
            <a:custGeom>
              <a:avLst/>
              <a:gdLst/>
              <a:ahLst/>
              <a:cxnLst/>
              <a:rect l="l" t="t" r="r" b="b"/>
              <a:pathLst>
                <a:path w="19219" h="22369" extrusionOk="0">
                  <a:moveTo>
                    <a:pt x="13467" y="0"/>
                  </a:moveTo>
                  <a:lnTo>
                    <a:pt x="12919" y="22072"/>
                  </a:lnTo>
                  <a:lnTo>
                    <a:pt x="114" y="5547"/>
                  </a:lnTo>
                  <a:lnTo>
                    <a:pt x="0" y="5387"/>
                  </a:lnTo>
                  <a:lnTo>
                    <a:pt x="1758" y="18123"/>
                  </a:lnTo>
                  <a:lnTo>
                    <a:pt x="1872" y="18101"/>
                  </a:lnTo>
                  <a:lnTo>
                    <a:pt x="160" y="5752"/>
                  </a:lnTo>
                  <a:lnTo>
                    <a:pt x="13010" y="22369"/>
                  </a:lnTo>
                  <a:lnTo>
                    <a:pt x="13558" y="616"/>
                  </a:lnTo>
                  <a:lnTo>
                    <a:pt x="19105" y="17895"/>
                  </a:lnTo>
                  <a:lnTo>
                    <a:pt x="19219" y="17872"/>
                  </a:lnTo>
                  <a:lnTo>
                    <a:pt x="13467"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19"/>
            <p:cNvSpPr/>
            <p:nvPr/>
          </p:nvSpPr>
          <p:spPr>
            <a:xfrm>
              <a:off x="5541000" y="4301475"/>
              <a:ext cx="737275" cy="704175"/>
            </a:xfrm>
            <a:custGeom>
              <a:avLst/>
              <a:gdLst/>
              <a:ahLst/>
              <a:cxnLst/>
              <a:rect l="l" t="t" r="r" b="b"/>
              <a:pathLst>
                <a:path w="29491" h="28167" extrusionOk="0">
                  <a:moveTo>
                    <a:pt x="29194" y="343"/>
                  </a:moveTo>
                  <a:lnTo>
                    <a:pt x="15430" y="27847"/>
                  </a:lnTo>
                  <a:lnTo>
                    <a:pt x="15430" y="27847"/>
                  </a:lnTo>
                  <a:lnTo>
                    <a:pt x="15613" y="10363"/>
                  </a:lnTo>
                  <a:lnTo>
                    <a:pt x="29194" y="343"/>
                  </a:lnTo>
                  <a:close/>
                  <a:moveTo>
                    <a:pt x="160" y="3424"/>
                  </a:moveTo>
                  <a:lnTo>
                    <a:pt x="15499" y="10386"/>
                  </a:lnTo>
                  <a:lnTo>
                    <a:pt x="15339" y="27961"/>
                  </a:lnTo>
                  <a:lnTo>
                    <a:pt x="4566" y="19721"/>
                  </a:lnTo>
                  <a:lnTo>
                    <a:pt x="160" y="3424"/>
                  </a:lnTo>
                  <a:close/>
                  <a:moveTo>
                    <a:pt x="29491" y="0"/>
                  </a:moveTo>
                  <a:lnTo>
                    <a:pt x="15545" y="10272"/>
                  </a:lnTo>
                  <a:lnTo>
                    <a:pt x="92" y="3287"/>
                  </a:lnTo>
                  <a:lnTo>
                    <a:pt x="1" y="3242"/>
                  </a:lnTo>
                  <a:lnTo>
                    <a:pt x="4474" y="19767"/>
                  </a:lnTo>
                  <a:lnTo>
                    <a:pt x="15362" y="28121"/>
                  </a:lnTo>
                  <a:lnTo>
                    <a:pt x="15430" y="28167"/>
                  </a:lnTo>
                  <a:lnTo>
                    <a:pt x="15430" y="28075"/>
                  </a:lnTo>
                  <a:lnTo>
                    <a:pt x="29491"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19"/>
            <p:cNvSpPr/>
            <p:nvPr/>
          </p:nvSpPr>
          <p:spPr>
            <a:xfrm>
              <a:off x="6152150" y="4526300"/>
              <a:ext cx="333275" cy="32550"/>
            </a:xfrm>
            <a:custGeom>
              <a:avLst/>
              <a:gdLst/>
              <a:ahLst/>
              <a:cxnLst/>
              <a:rect l="l" t="t" r="r" b="b"/>
              <a:pathLst>
                <a:path w="13331" h="1302" extrusionOk="0">
                  <a:moveTo>
                    <a:pt x="13330" y="0"/>
                  </a:moveTo>
                  <a:lnTo>
                    <a:pt x="0" y="1210"/>
                  </a:lnTo>
                  <a:lnTo>
                    <a:pt x="0" y="1302"/>
                  </a:lnTo>
                  <a:lnTo>
                    <a:pt x="13330" y="115"/>
                  </a:lnTo>
                  <a:lnTo>
                    <a:pt x="13330"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3" name="Google Shape;3833;p19"/>
          <p:cNvGrpSpPr/>
          <p:nvPr/>
        </p:nvGrpSpPr>
        <p:grpSpPr>
          <a:xfrm>
            <a:off x="7994361" y="-296850"/>
            <a:ext cx="1390987" cy="1390987"/>
            <a:chOff x="3413675" y="1416350"/>
            <a:chExt cx="685925" cy="685925"/>
          </a:xfrm>
        </p:grpSpPr>
        <p:sp>
          <p:nvSpPr>
            <p:cNvPr id="3834" name="Google Shape;3834;p19"/>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19"/>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19"/>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19"/>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19"/>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19"/>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40" name="Google Shape;3840;p19"/>
          <p:cNvGrpSpPr/>
          <p:nvPr/>
        </p:nvGrpSpPr>
        <p:grpSpPr>
          <a:xfrm flipH="1">
            <a:off x="-1016552" y="3005809"/>
            <a:ext cx="3459295" cy="3196594"/>
            <a:chOff x="407025" y="3490600"/>
            <a:chExt cx="1442575" cy="1333025"/>
          </a:xfrm>
        </p:grpSpPr>
        <p:sp>
          <p:nvSpPr>
            <p:cNvPr id="3841" name="Google Shape;3841;p19"/>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19"/>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19"/>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19"/>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19"/>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19"/>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47" name="Google Shape;3847;p19"/>
          <p:cNvGrpSpPr/>
          <p:nvPr/>
        </p:nvGrpSpPr>
        <p:grpSpPr>
          <a:xfrm>
            <a:off x="189005" y="142530"/>
            <a:ext cx="1048180" cy="245101"/>
            <a:chOff x="3504975" y="1233750"/>
            <a:chExt cx="324725" cy="75925"/>
          </a:xfrm>
        </p:grpSpPr>
        <p:sp>
          <p:nvSpPr>
            <p:cNvPr id="3848" name="Google Shape;3848;p19"/>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19"/>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19"/>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1" name="Google Shape;3851;p19"/>
          <p:cNvGrpSpPr/>
          <p:nvPr/>
        </p:nvGrpSpPr>
        <p:grpSpPr>
          <a:xfrm>
            <a:off x="7906817" y="4755855"/>
            <a:ext cx="1048180" cy="245101"/>
            <a:chOff x="3504975" y="1233750"/>
            <a:chExt cx="324725" cy="75925"/>
          </a:xfrm>
        </p:grpSpPr>
        <p:sp>
          <p:nvSpPr>
            <p:cNvPr id="3852" name="Google Shape;3852;p19"/>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19"/>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19"/>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55" name="Google Shape;3855;p19"/>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856" name="Google Shape;3856;p19"/>
          <p:cNvSpPr txBox="1">
            <a:spLocks noGrp="1"/>
          </p:cNvSpPr>
          <p:nvPr>
            <p:ph type="title" idx="2"/>
          </p:nvPr>
        </p:nvSpPr>
        <p:spPr>
          <a:xfrm>
            <a:off x="1422375" y="1677075"/>
            <a:ext cx="29019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857" name="Google Shape;3857;p19"/>
          <p:cNvSpPr txBox="1">
            <a:spLocks noGrp="1"/>
          </p:cNvSpPr>
          <p:nvPr>
            <p:ph type="subTitle" idx="1"/>
          </p:nvPr>
        </p:nvSpPr>
        <p:spPr>
          <a:xfrm>
            <a:off x="1422375" y="2204775"/>
            <a:ext cx="2901900" cy="561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858" name="Google Shape;3858;p19"/>
          <p:cNvSpPr txBox="1">
            <a:spLocks noGrp="1"/>
          </p:cNvSpPr>
          <p:nvPr>
            <p:ph type="title" idx="3"/>
          </p:nvPr>
        </p:nvSpPr>
        <p:spPr>
          <a:xfrm>
            <a:off x="4819724" y="1677075"/>
            <a:ext cx="29019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859" name="Google Shape;3859;p19"/>
          <p:cNvSpPr txBox="1">
            <a:spLocks noGrp="1"/>
          </p:cNvSpPr>
          <p:nvPr>
            <p:ph type="subTitle" idx="4"/>
          </p:nvPr>
        </p:nvSpPr>
        <p:spPr>
          <a:xfrm>
            <a:off x="4819725" y="2204775"/>
            <a:ext cx="2901900" cy="561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860" name="Google Shape;3860;p19"/>
          <p:cNvSpPr txBox="1">
            <a:spLocks noGrp="1"/>
          </p:cNvSpPr>
          <p:nvPr>
            <p:ph type="title" idx="5"/>
          </p:nvPr>
        </p:nvSpPr>
        <p:spPr>
          <a:xfrm>
            <a:off x="1422375" y="3110475"/>
            <a:ext cx="29019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861" name="Google Shape;3861;p19"/>
          <p:cNvSpPr txBox="1">
            <a:spLocks noGrp="1"/>
          </p:cNvSpPr>
          <p:nvPr>
            <p:ph type="subTitle" idx="6"/>
          </p:nvPr>
        </p:nvSpPr>
        <p:spPr>
          <a:xfrm>
            <a:off x="1422375" y="3638175"/>
            <a:ext cx="2901900" cy="561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862" name="Google Shape;3862;p19"/>
          <p:cNvSpPr txBox="1">
            <a:spLocks noGrp="1"/>
          </p:cNvSpPr>
          <p:nvPr>
            <p:ph type="title" idx="7"/>
          </p:nvPr>
        </p:nvSpPr>
        <p:spPr>
          <a:xfrm>
            <a:off x="4819724" y="3110475"/>
            <a:ext cx="29019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863" name="Google Shape;3863;p19"/>
          <p:cNvSpPr txBox="1">
            <a:spLocks noGrp="1"/>
          </p:cNvSpPr>
          <p:nvPr>
            <p:ph type="subTitle" idx="8"/>
          </p:nvPr>
        </p:nvSpPr>
        <p:spPr>
          <a:xfrm>
            <a:off x="4819721" y="3638175"/>
            <a:ext cx="2901900" cy="561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1">
  <p:cSld name="CUSTOM_11">
    <p:spTree>
      <p:nvGrpSpPr>
        <p:cNvPr id="1" name="Shape 4044"/>
        <p:cNvGrpSpPr/>
        <p:nvPr/>
      </p:nvGrpSpPr>
      <p:grpSpPr>
        <a:xfrm>
          <a:off x="0" y="0"/>
          <a:ext cx="0" cy="0"/>
          <a:chOff x="0" y="0"/>
          <a:chExt cx="0" cy="0"/>
        </a:xfrm>
      </p:grpSpPr>
      <p:grpSp>
        <p:nvGrpSpPr>
          <p:cNvPr id="4045" name="Google Shape;4045;p22"/>
          <p:cNvGrpSpPr/>
          <p:nvPr/>
        </p:nvGrpSpPr>
        <p:grpSpPr>
          <a:xfrm>
            <a:off x="74" y="63"/>
            <a:ext cx="9144153" cy="5143512"/>
            <a:chOff x="4263926" y="3811300"/>
            <a:chExt cx="2189272" cy="1231448"/>
          </a:xfrm>
        </p:grpSpPr>
        <p:sp>
          <p:nvSpPr>
            <p:cNvPr id="4046" name="Google Shape;4046;p22"/>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22"/>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22"/>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22"/>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22"/>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22"/>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22"/>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22"/>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22"/>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22"/>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22"/>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22"/>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22"/>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22"/>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22"/>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22"/>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22"/>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22"/>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22"/>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22"/>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22"/>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22"/>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22"/>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22"/>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22"/>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22"/>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22"/>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22"/>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22"/>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22"/>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22"/>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22"/>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22"/>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22"/>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22"/>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22"/>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22"/>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22"/>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22"/>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22"/>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22"/>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22"/>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22"/>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22"/>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22"/>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22"/>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22"/>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22"/>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22"/>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22"/>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22"/>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22"/>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22"/>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99" name="Google Shape;4099;p22"/>
          <p:cNvGrpSpPr/>
          <p:nvPr/>
        </p:nvGrpSpPr>
        <p:grpSpPr>
          <a:xfrm rot="10800000">
            <a:off x="-589742" y="-406995"/>
            <a:ext cx="9834790" cy="6880156"/>
            <a:chOff x="2056725" y="3456925"/>
            <a:chExt cx="1804350" cy="1262275"/>
          </a:xfrm>
        </p:grpSpPr>
        <p:sp>
          <p:nvSpPr>
            <p:cNvPr id="4100" name="Google Shape;4100;p22"/>
            <p:cNvSpPr/>
            <p:nvPr/>
          </p:nvSpPr>
          <p:spPr>
            <a:xfrm>
              <a:off x="2056725" y="3456925"/>
              <a:ext cx="1559550" cy="1262275"/>
            </a:xfrm>
            <a:custGeom>
              <a:avLst/>
              <a:gdLst/>
              <a:ahLst/>
              <a:cxnLst/>
              <a:rect l="l" t="t" r="r" b="b"/>
              <a:pathLst>
                <a:path w="62382" h="50491" extrusionOk="0">
                  <a:moveTo>
                    <a:pt x="23853" y="1"/>
                  </a:moveTo>
                  <a:lnTo>
                    <a:pt x="14471" y="16960"/>
                  </a:lnTo>
                  <a:lnTo>
                    <a:pt x="14449" y="16983"/>
                  </a:lnTo>
                  <a:lnTo>
                    <a:pt x="19516" y="30541"/>
                  </a:lnTo>
                  <a:lnTo>
                    <a:pt x="0" y="49943"/>
                  </a:lnTo>
                  <a:lnTo>
                    <a:pt x="21022" y="50490"/>
                  </a:lnTo>
                  <a:lnTo>
                    <a:pt x="32458" y="43529"/>
                  </a:lnTo>
                  <a:lnTo>
                    <a:pt x="45263" y="47318"/>
                  </a:lnTo>
                  <a:lnTo>
                    <a:pt x="45286" y="47318"/>
                  </a:lnTo>
                  <a:lnTo>
                    <a:pt x="62382" y="32573"/>
                  </a:lnTo>
                  <a:lnTo>
                    <a:pt x="62313" y="32481"/>
                  </a:lnTo>
                  <a:lnTo>
                    <a:pt x="45263" y="47204"/>
                  </a:lnTo>
                  <a:lnTo>
                    <a:pt x="32458" y="43415"/>
                  </a:lnTo>
                  <a:lnTo>
                    <a:pt x="32435" y="43392"/>
                  </a:lnTo>
                  <a:lnTo>
                    <a:pt x="21000" y="50376"/>
                  </a:lnTo>
                  <a:lnTo>
                    <a:pt x="274" y="49828"/>
                  </a:lnTo>
                  <a:lnTo>
                    <a:pt x="19630" y="30610"/>
                  </a:lnTo>
                  <a:lnTo>
                    <a:pt x="19653" y="30564"/>
                  </a:lnTo>
                  <a:lnTo>
                    <a:pt x="14586" y="16983"/>
                  </a:lnTo>
                  <a:lnTo>
                    <a:pt x="23944" y="69"/>
                  </a:lnTo>
                  <a:lnTo>
                    <a:pt x="23853"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22"/>
            <p:cNvSpPr/>
            <p:nvPr/>
          </p:nvSpPr>
          <p:spPr>
            <a:xfrm>
              <a:off x="2789975" y="4016150"/>
              <a:ext cx="559825" cy="621450"/>
            </a:xfrm>
            <a:custGeom>
              <a:avLst/>
              <a:gdLst/>
              <a:ahLst/>
              <a:cxnLst/>
              <a:rect l="l" t="t" r="r" b="b"/>
              <a:pathLst>
                <a:path w="22393" h="24858" extrusionOk="0">
                  <a:moveTo>
                    <a:pt x="14495" y="1"/>
                  </a:moveTo>
                  <a:lnTo>
                    <a:pt x="15773" y="24538"/>
                  </a:lnTo>
                  <a:lnTo>
                    <a:pt x="15773" y="24538"/>
                  </a:lnTo>
                  <a:lnTo>
                    <a:pt x="1" y="7122"/>
                  </a:lnTo>
                  <a:lnTo>
                    <a:pt x="3059" y="21114"/>
                  </a:lnTo>
                  <a:lnTo>
                    <a:pt x="3173" y="21068"/>
                  </a:lnTo>
                  <a:lnTo>
                    <a:pt x="206" y="7533"/>
                  </a:lnTo>
                  <a:lnTo>
                    <a:pt x="15796" y="24743"/>
                  </a:lnTo>
                  <a:lnTo>
                    <a:pt x="15910" y="24857"/>
                  </a:lnTo>
                  <a:lnTo>
                    <a:pt x="15910" y="24857"/>
                  </a:lnTo>
                  <a:lnTo>
                    <a:pt x="14655" y="685"/>
                  </a:lnTo>
                  <a:lnTo>
                    <a:pt x="14655" y="685"/>
                  </a:lnTo>
                  <a:lnTo>
                    <a:pt x="22301" y="19402"/>
                  </a:lnTo>
                  <a:lnTo>
                    <a:pt x="22392" y="19357"/>
                  </a:lnTo>
                  <a:lnTo>
                    <a:pt x="14495"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22"/>
            <p:cNvSpPr/>
            <p:nvPr/>
          </p:nvSpPr>
          <p:spPr>
            <a:xfrm>
              <a:off x="3301275" y="3974500"/>
              <a:ext cx="559800" cy="621450"/>
            </a:xfrm>
            <a:custGeom>
              <a:avLst/>
              <a:gdLst/>
              <a:ahLst/>
              <a:cxnLst/>
              <a:rect l="l" t="t" r="r" b="b"/>
              <a:pathLst>
                <a:path w="22392" h="24858" extrusionOk="0">
                  <a:moveTo>
                    <a:pt x="14494" y="0"/>
                  </a:moveTo>
                  <a:lnTo>
                    <a:pt x="15750" y="24538"/>
                  </a:lnTo>
                  <a:lnTo>
                    <a:pt x="137" y="7282"/>
                  </a:lnTo>
                  <a:lnTo>
                    <a:pt x="0" y="7122"/>
                  </a:lnTo>
                  <a:lnTo>
                    <a:pt x="0" y="7122"/>
                  </a:lnTo>
                  <a:lnTo>
                    <a:pt x="3036" y="21114"/>
                  </a:lnTo>
                  <a:lnTo>
                    <a:pt x="3150" y="21068"/>
                  </a:lnTo>
                  <a:lnTo>
                    <a:pt x="206" y="7533"/>
                  </a:lnTo>
                  <a:lnTo>
                    <a:pt x="15773" y="24743"/>
                  </a:lnTo>
                  <a:lnTo>
                    <a:pt x="15887" y="24857"/>
                  </a:lnTo>
                  <a:lnTo>
                    <a:pt x="14631" y="685"/>
                  </a:lnTo>
                  <a:lnTo>
                    <a:pt x="22278" y="19402"/>
                  </a:lnTo>
                  <a:lnTo>
                    <a:pt x="22392" y="19356"/>
                  </a:lnTo>
                  <a:lnTo>
                    <a:pt x="14494"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22"/>
            <p:cNvSpPr/>
            <p:nvPr/>
          </p:nvSpPr>
          <p:spPr>
            <a:xfrm>
              <a:off x="2099525" y="3904300"/>
              <a:ext cx="811450" cy="811475"/>
            </a:xfrm>
            <a:custGeom>
              <a:avLst/>
              <a:gdLst/>
              <a:ahLst/>
              <a:cxnLst/>
              <a:rect l="l" t="t" r="r" b="b"/>
              <a:pathLst>
                <a:path w="32458" h="32459" extrusionOk="0">
                  <a:moveTo>
                    <a:pt x="32161" y="412"/>
                  </a:moveTo>
                  <a:lnTo>
                    <a:pt x="19242" y="32093"/>
                  </a:lnTo>
                  <a:lnTo>
                    <a:pt x="17941" y="12692"/>
                  </a:lnTo>
                  <a:lnTo>
                    <a:pt x="32161" y="412"/>
                  </a:lnTo>
                  <a:close/>
                  <a:moveTo>
                    <a:pt x="206" y="6301"/>
                  </a:moveTo>
                  <a:lnTo>
                    <a:pt x="17827" y="12715"/>
                  </a:lnTo>
                  <a:lnTo>
                    <a:pt x="19128" y="32230"/>
                  </a:lnTo>
                  <a:lnTo>
                    <a:pt x="6483" y="23990"/>
                  </a:lnTo>
                  <a:lnTo>
                    <a:pt x="206" y="6301"/>
                  </a:lnTo>
                  <a:close/>
                  <a:moveTo>
                    <a:pt x="32458" y="1"/>
                  </a:moveTo>
                  <a:lnTo>
                    <a:pt x="17872" y="12600"/>
                  </a:lnTo>
                  <a:lnTo>
                    <a:pt x="0" y="6095"/>
                  </a:lnTo>
                  <a:lnTo>
                    <a:pt x="6368" y="24059"/>
                  </a:lnTo>
                  <a:lnTo>
                    <a:pt x="6368" y="24082"/>
                  </a:lnTo>
                  <a:lnTo>
                    <a:pt x="19265" y="32458"/>
                  </a:lnTo>
                  <a:lnTo>
                    <a:pt x="19265" y="32367"/>
                  </a:lnTo>
                  <a:lnTo>
                    <a:pt x="32458"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22"/>
            <p:cNvSpPr/>
            <p:nvPr/>
          </p:nvSpPr>
          <p:spPr>
            <a:xfrm>
              <a:off x="2792275" y="4136550"/>
              <a:ext cx="368075" cy="63950"/>
            </a:xfrm>
            <a:custGeom>
              <a:avLst/>
              <a:gdLst/>
              <a:ahLst/>
              <a:cxnLst/>
              <a:rect l="l" t="t" r="r" b="b"/>
              <a:pathLst>
                <a:path w="14723" h="2558" extrusionOk="0">
                  <a:moveTo>
                    <a:pt x="14722" y="1"/>
                  </a:moveTo>
                  <a:lnTo>
                    <a:pt x="0" y="2443"/>
                  </a:lnTo>
                  <a:lnTo>
                    <a:pt x="23" y="2557"/>
                  </a:lnTo>
                  <a:lnTo>
                    <a:pt x="14722" y="115"/>
                  </a:lnTo>
                  <a:lnTo>
                    <a:pt x="14722"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05" name="Google Shape;4105;p22"/>
          <p:cNvGrpSpPr/>
          <p:nvPr/>
        </p:nvGrpSpPr>
        <p:grpSpPr>
          <a:xfrm>
            <a:off x="-589739" y="-296850"/>
            <a:ext cx="1390987" cy="1390987"/>
            <a:chOff x="3413675" y="1416350"/>
            <a:chExt cx="685925" cy="685925"/>
          </a:xfrm>
        </p:grpSpPr>
        <p:sp>
          <p:nvSpPr>
            <p:cNvPr id="4106" name="Google Shape;4106;p22"/>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22"/>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22"/>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22"/>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22"/>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22"/>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2" name="Google Shape;4112;p22"/>
          <p:cNvGrpSpPr/>
          <p:nvPr/>
        </p:nvGrpSpPr>
        <p:grpSpPr>
          <a:xfrm>
            <a:off x="7168411" y="3005809"/>
            <a:ext cx="3459295" cy="3196594"/>
            <a:chOff x="407025" y="3490600"/>
            <a:chExt cx="1442575" cy="1333025"/>
          </a:xfrm>
        </p:grpSpPr>
        <p:sp>
          <p:nvSpPr>
            <p:cNvPr id="4113" name="Google Shape;4113;p22"/>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22"/>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22"/>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22"/>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22"/>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22"/>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9" name="Google Shape;4119;p22"/>
          <p:cNvGrpSpPr/>
          <p:nvPr/>
        </p:nvGrpSpPr>
        <p:grpSpPr>
          <a:xfrm>
            <a:off x="189005" y="4741743"/>
            <a:ext cx="1048180" cy="245101"/>
            <a:chOff x="3504975" y="1233750"/>
            <a:chExt cx="324725" cy="75925"/>
          </a:xfrm>
        </p:grpSpPr>
        <p:sp>
          <p:nvSpPr>
            <p:cNvPr id="4120" name="Google Shape;4120;p22"/>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22"/>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22"/>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23" name="Google Shape;4123;p22"/>
          <p:cNvSpPr/>
          <p:nvPr/>
        </p:nvSpPr>
        <p:spPr>
          <a:xfrm rot="6594455">
            <a:off x="8534907" y="-273937"/>
            <a:ext cx="1756897" cy="1453532"/>
          </a:xfrm>
          <a:custGeom>
            <a:avLst/>
            <a:gdLst/>
            <a:ahLst/>
            <a:cxnLst/>
            <a:rect l="l" t="t" r="r" b="b"/>
            <a:pathLst>
              <a:path w="18376" h="15203" extrusionOk="0">
                <a:moveTo>
                  <a:pt x="18375" y="0"/>
                </a:moveTo>
                <a:lnTo>
                  <a:pt x="1" y="11596"/>
                </a:lnTo>
                <a:lnTo>
                  <a:pt x="15910" y="15202"/>
                </a:lnTo>
                <a:lnTo>
                  <a:pt x="18375"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22"/>
          <p:cNvSpPr/>
          <p:nvPr/>
        </p:nvSpPr>
        <p:spPr>
          <a:xfrm rot="668766">
            <a:off x="-839511" y="2162734"/>
            <a:ext cx="1228875" cy="1016684"/>
          </a:xfrm>
          <a:custGeom>
            <a:avLst/>
            <a:gdLst/>
            <a:ahLst/>
            <a:cxnLst/>
            <a:rect l="l" t="t" r="r" b="b"/>
            <a:pathLst>
              <a:path w="18376" h="15203" extrusionOk="0">
                <a:moveTo>
                  <a:pt x="18375" y="0"/>
                </a:moveTo>
                <a:lnTo>
                  <a:pt x="1" y="11596"/>
                </a:lnTo>
                <a:lnTo>
                  <a:pt x="15910" y="15202"/>
                </a:lnTo>
                <a:lnTo>
                  <a:pt x="18375"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2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4210"/>
        <p:cNvGrpSpPr/>
        <p:nvPr/>
      </p:nvGrpSpPr>
      <p:grpSpPr>
        <a:xfrm>
          <a:off x="0" y="0"/>
          <a:ext cx="0" cy="0"/>
          <a:chOff x="0" y="0"/>
          <a:chExt cx="0" cy="0"/>
        </a:xfrm>
      </p:grpSpPr>
      <p:grpSp>
        <p:nvGrpSpPr>
          <p:cNvPr id="4211" name="Google Shape;4211;p24"/>
          <p:cNvGrpSpPr/>
          <p:nvPr/>
        </p:nvGrpSpPr>
        <p:grpSpPr>
          <a:xfrm>
            <a:off x="74" y="63"/>
            <a:ext cx="9144153" cy="5143512"/>
            <a:chOff x="4263926" y="3811300"/>
            <a:chExt cx="2189272" cy="1231448"/>
          </a:xfrm>
        </p:grpSpPr>
        <p:sp>
          <p:nvSpPr>
            <p:cNvPr id="4212" name="Google Shape;4212;p24"/>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24"/>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24"/>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24"/>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24"/>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24"/>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24"/>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24"/>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24"/>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24"/>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24"/>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24"/>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24"/>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24"/>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24"/>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24"/>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24"/>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24"/>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24"/>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24"/>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24"/>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24"/>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24"/>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24"/>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24"/>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24"/>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24"/>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24"/>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24"/>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24"/>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24"/>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24"/>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24"/>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24"/>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24"/>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24"/>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24"/>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24"/>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24"/>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24"/>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4252;p24"/>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24"/>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24"/>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24"/>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24"/>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7" name="Google Shape;4257;p24"/>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8" name="Google Shape;4258;p24"/>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24"/>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24"/>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24"/>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24"/>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24"/>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4264;p24"/>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65" name="Google Shape;4265;p24"/>
          <p:cNvGrpSpPr/>
          <p:nvPr/>
        </p:nvGrpSpPr>
        <p:grpSpPr>
          <a:xfrm flipH="1">
            <a:off x="2180847" y="206543"/>
            <a:ext cx="1048180" cy="245101"/>
            <a:chOff x="3504975" y="1233750"/>
            <a:chExt cx="324725" cy="75925"/>
          </a:xfrm>
        </p:grpSpPr>
        <p:sp>
          <p:nvSpPr>
            <p:cNvPr id="4266" name="Google Shape;4266;p24"/>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24"/>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4268;p24"/>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69" name="Google Shape;4269;p24"/>
          <p:cNvGrpSpPr/>
          <p:nvPr/>
        </p:nvGrpSpPr>
        <p:grpSpPr>
          <a:xfrm flipH="1">
            <a:off x="3352915" y="1016270"/>
            <a:ext cx="6432293" cy="6055903"/>
            <a:chOff x="5187775" y="635000"/>
            <a:chExt cx="1791825" cy="1686975"/>
          </a:xfrm>
        </p:grpSpPr>
        <p:sp>
          <p:nvSpPr>
            <p:cNvPr id="4270" name="Google Shape;4270;p24"/>
            <p:cNvSpPr/>
            <p:nvPr/>
          </p:nvSpPr>
          <p:spPr>
            <a:xfrm>
              <a:off x="6404950" y="1750600"/>
              <a:ext cx="8000" cy="7025"/>
            </a:xfrm>
            <a:custGeom>
              <a:avLst/>
              <a:gdLst/>
              <a:ahLst/>
              <a:cxnLst/>
              <a:rect l="l" t="t" r="r" b="b"/>
              <a:pathLst>
                <a:path w="320" h="281" extrusionOk="0">
                  <a:moveTo>
                    <a:pt x="147" y="0"/>
                  </a:moveTo>
                  <a:cubicBezTo>
                    <a:pt x="91" y="0"/>
                    <a:pt x="42" y="41"/>
                    <a:pt x="23" y="98"/>
                  </a:cubicBezTo>
                  <a:cubicBezTo>
                    <a:pt x="0" y="166"/>
                    <a:pt x="46" y="257"/>
                    <a:pt x="114" y="280"/>
                  </a:cubicBezTo>
                  <a:cubicBezTo>
                    <a:pt x="206" y="280"/>
                    <a:pt x="274" y="235"/>
                    <a:pt x="297" y="166"/>
                  </a:cubicBezTo>
                  <a:cubicBezTo>
                    <a:pt x="320" y="98"/>
                    <a:pt x="274" y="29"/>
                    <a:pt x="183" y="6"/>
                  </a:cubicBezTo>
                  <a:cubicBezTo>
                    <a:pt x="171" y="2"/>
                    <a:pt x="158"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24"/>
            <p:cNvSpPr/>
            <p:nvPr/>
          </p:nvSpPr>
          <p:spPr>
            <a:xfrm>
              <a:off x="6253150" y="1585725"/>
              <a:ext cx="11450" cy="10525"/>
            </a:xfrm>
            <a:custGeom>
              <a:avLst/>
              <a:gdLst/>
              <a:ahLst/>
              <a:cxnLst/>
              <a:rect l="l" t="t" r="r" b="b"/>
              <a:pathLst>
                <a:path w="458" h="421" extrusionOk="0">
                  <a:moveTo>
                    <a:pt x="238" y="1"/>
                  </a:moveTo>
                  <a:cubicBezTo>
                    <a:pt x="155" y="1"/>
                    <a:pt x="63" y="65"/>
                    <a:pt x="23" y="165"/>
                  </a:cubicBezTo>
                  <a:cubicBezTo>
                    <a:pt x="1" y="279"/>
                    <a:pt x="69" y="393"/>
                    <a:pt x="183" y="416"/>
                  </a:cubicBezTo>
                  <a:cubicBezTo>
                    <a:pt x="198" y="419"/>
                    <a:pt x="213" y="420"/>
                    <a:pt x="227" y="420"/>
                  </a:cubicBezTo>
                  <a:cubicBezTo>
                    <a:pt x="325" y="420"/>
                    <a:pt x="414" y="355"/>
                    <a:pt x="434" y="256"/>
                  </a:cubicBezTo>
                  <a:cubicBezTo>
                    <a:pt x="457" y="165"/>
                    <a:pt x="389" y="51"/>
                    <a:pt x="274" y="5"/>
                  </a:cubicBezTo>
                  <a:cubicBezTo>
                    <a:pt x="263"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24"/>
            <p:cNvSpPr/>
            <p:nvPr/>
          </p:nvSpPr>
          <p:spPr>
            <a:xfrm>
              <a:off x="6085375" y="1643350"/>
              <a:ext cx="9725" cy="8850"/>
            </a:xfrm>
            <a:custGeom>
              <a:avLst/>
              <a:gdLst/>
              <a:ahLst/>
              <a:cxnLst/>
              <a:rect l="l" t="t" r="r" b="b"/>
              <a:pathLst>
                <a:path w="389" h="354" extrusionOk="0">
                  <a:moveTo>
                    <a:pt x="193" y="1"/>
                  </a:moveTo>
                  <a:cubicBezTo>
                    <a:pt x="115" y="1"/>
                    <a:pt x="44" y="63"/>
                    <a:pt x="24" y="142"/>
                  </a:cubicBezTo>
                  <a:cubicBezTo>
                    <a:pt x="1" y="234"/>
                    <a:pt x="69" y="325"/>
                    <a:pt x="161" y="348"/>
                  </a:cubicBezTo>
                  <a:cubicBezTo>
                    <a:pt x="176" y="352"/>
                    <a:pt x="192" y="353"/>
                    <a:pt x="207" y="353"/>
                  </a:cubicBezTo>
                  <a:cubicBezTo>
                    <a:pt x="281" y="353"/>
                    <a:pt x="347" y="309"/>
                    <a:pt x="366" y="234"/>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24"/>
            <p:cNvSpPr/>
            <p:nvPr/>
          </p:nvSpPr>
          <p:spPr>
            <a:xfrm>
              <a:off x="6088800" y="1627950"/>
              <a:ext cx="10300" cy="9950"/>
            </a:xfrm>
            <a:custGeom>
              <a:avLst/>
              <a:gdLst/>
              <a:ahLst/>
              <a:cxnLst/>
              <a:rect l="l" t="t" r="r" b="b"/>
              <a:pathLst>
                <a:path w="412" h="398" extrusionOk="0">
                  <a:moveTo>
                    <a:pt x="209" y="1"/>
                  </a:moveTo>
                  <a:cubicBezTo>
                    <a:pt x="115" y="1"/>
                    <a:pt x="44" y="65"/>
                    <a:pt x="24" y="165"/>
                  </a:cubicBezTo>
                  <a:cubicBezTo>
                    <a:pt x="1" y="256"/>
                    <a:pt x="47" y="370"/>
                    <a:pt x="161" y="393"/>
                  </a:cubicBezTo>
                  <a:cubicBezTo>
                    <a:pt x="173" y="396"/>
                    <a:pt x="185" y="397"/>
                    <a:pt x="198" y="397"/>
                  </a:cubicBezTo>
                  <a:cubicBezTo>
                    <a:pt x="280" y="397"/>
                    <a:pt x="369" y="335"/>
                    <a:pt x="389" y="256"/>
                  </a:cubicBezTo>
                  <a:cubicBezTo>
                    <a:pt x="412" y="142"/>
                    <a:pt x="343" y="51"/>
                    <a:pt x="252" y="5"/>
                  </a:cubicBezTo>
                  <a:cubicBezTo>
                    <a:pt x="237" y="2"/>
                    <a:pt x="223" y="1"/>
                    <a:pt x="20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4274;p24"/>
            <p:cNvSpPr/>
            <p:nvPr/>
          </p:nvSpPr>
          <p:spPr>
            <a:xfrm>
              <a:off x="6072825" y="1627375"/>
              <a:ext cx="9150" cy="8275"/>
            </a:xfrm>
            <a:custGeom>
              <a:avLst/>
              <a:gdLst/>
              <a:ahLst/>
              <a:cxnLst/>
              <a:rect l="l" t="t" r="r" b="b"/>
              <a:pathLst>
                <a:path w="366" h="331" extrusionOk="0">
                  <a:moveTo>
                    <a:pt x="192" y="1"/>
                  </a:moveTo>
                  <a:cubicBezTo>
                    <a:pt x="114" y="1"/>
                    <a:pt x="43" y="60"/>
                    <a:pt x="24" y="119"/>
                  </a:cubicBezTo>
                  <a:cubicBezTo>
                    <a:pt x="1" y="211"/>
                    <a:pt x="69" y="302"/>
                    <a:pt x="138" y="325"/>
                  </a:cubicBezTo>
                  <a:cubicBezTo>
                    <a:pt x="153" y="329"/>
                    <a:pt x="169" y="331"/>
                    <a:pt x="184" y="331"/>
                  </a:cubicBezTo>
                  <a:cubicBezTo>
                    <a:pt x="258" y="331"/>
                    <a:pt x="324" y="286"/>
                    <a:pt x="343" y="211"/>
                  </a:cubicBezTo>
                  <a:cubicBezTo>
                    <a:pt x="366" y="119"/>
                    <a:pt x="320" y="28"/>
                    <a:pt x="229" y="5"/>
                  </a:cubicBezTo>
                  <a:cubicBezTo>
                    <a:pt x="217" y="2"/>
                    <a:pt x="205" y="1"/>
                    <a:pt x="19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5" name="Google Shape;4275;p24"/>
            <p:cNvSpPr/>
            <p:nvPr/>
          </p:nvSpPr>
          <p:spPr>
            <a:xfrm>
              <a:off x="5702500" y="1262700"/>
              <a:ext cx="9725" cy="8325"/>
            </a:xfrm>
            <a:custGeom>
              <a:avLst/>
              <a:gdLst/>
              <a:ahLst/>
              <a:cxnLst/>
              <a:rect l="l" t="t" r="r" b="b"/>
              <a:pathLst>
                <a:path w="389" h="333" extrusionOk="0">
                  <a:moveTo>
                    <a:pt x="182" y="1"/>
                  </a:moveTo>
                  <a:cubicBezTo>
                    <a:pt x="108" y="1"/>
                    <a:pt x="42" y="45"/>
                    <a:pt x="23" y="121"/>
                  </a:cubicBezTo>
                  <a:cubicBezTo>
                    <a:pt x="0" y="212"/>
                    <a:pt x="69" y="304"/>
                    <a:pt x="160" y="326"/>
                  </a:cubicBezTo>
                  <a:cubicBezTo>
                    <a:pt x="176" y="330"/>
                    <a:pt x="191" y="332"/>
                    <a:pt x="207" y="332"/>
                  </a:cubicBezTo>
                  <a:cubicBezTo>
                    <a:pt x="281" y="332"/>
                    <a:pt x="346" y="288"/>
                    <a:pt x="365" y="212"/>
                  </a:cubicBezTo>
                  <a:cubicBezTo>
                    <a:pt x="388" y="121"/>
                    <a:pt x="320" y="30"/>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6" name="Google Shape;4276;p24"/>
            <p:cNvSpPr/>
            <p:nvPr/>
          </p:nvSpPr>
          <p:spPr>
            <a:xfrm>
              <a:off x="6409500" y="1544750"/>
              <a:ext cx="6875" cy="6300"/>
            </a:xfrm>
            <a:custGeom>
              <a:avLst/>
              <a:gdLst/>
              <a:ahLst/>
              <a:cxnLst/>
              <a:rect l="l" t="t" r="r" b="b"/>
              <a:pathLst>
                <a:path w="275" h="252" extrusionOk="0">
                  <a:moveTo>
                    <a:pt x="160" y="0"/>
                  </a:moveTo>
                  <a:cubicBezTo>
                    <a:pt x="92" y="0"/>
                    <a:pt x="24" y="23"/>
                    <a:pt x="24" y="92"/>
                  </a:cubicBezTo>
                  <a:cubicBezTo>
                    <a:pt x="1" y="160"/>
                    <a:pt x="46" y="229"/>
                    <a:pt x="115" y="252"/>
                  </a:cubicBezTo>
                  <a:cubicBezTo>
                    <a:pt x="160" y="252"/>
                    <a:pt x="229" y="229"/>
                    <a:pt x="252" y="160"/>
                  </a:cubicBezTo>
                  <a:cubicBezTo>
                    <a:pt x="275" y="92"/>
                    <a:pt x="229"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24"/>
            <p:cNvSpPr/>
            <p:nvPr/>
          </p:nvSpPr>
          <p:spPr>
            <a:xfrm>
              <a:off x="6525350" y="1792825"/>
              <a:ext cx="7425" cy="7175"/>
            </a:xfrm>
            <a:custGeom>
              <a:avLst/>
              <a:gdLst/>
              <a:ahLst/>
              <a:cxnLst/>
              <a:rect l="l" t="t" r="r" b="b"/>
              <a:pathLst>
                <a:path w="297" h="287" extrusionOk="0">
                  <a:moveTo>
                    <a:pt x="137" y="1"/>
                  </a:moveTo>
                  <a:cubicBezTo>
                    <a:pt x="69" y="1"/>
                    <a:pt x="19" y="41"/>
                    <a:pt x="0" y="98"/>
                  </a:cubicBezTo>
                  <a:cubicBezTo>
                    <a:pt x="0" y="189"/>
                    <a:pt x="46" y="258"/>
                    <a:pt x="114" y="280"/>
                  </a:cubicBezTo>
                  <a:cubicBezTo>
                    <a:pt x="126" y="284"/>
                    <a:pt x="138" y="286"/>
                    <a:pt x="149" y="286"/>
                  </a:cubicBezTo>
                  <a:cubicBezTo>
                    <a:pt x="205" y="286"/>
                    <a:pt x="255" y="242"/>
                    <a:pt x="274" y="166"/>
                  </a:cubicBezTo>
                  <a:cubicBezTo>
                    <a:pt x="297" y="98"/>
                    <a:pt x="251" y="29"/>
                    <a:pt x="183" y="6"/>
                  </a:cubicBezTo>
                  <a:cubicBezTo>
                    <a:pt x="167" y="2"/>
                    <a:pt x="151" y="1"/>
                    <a:pt x="13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24"/>
            <p:cNvSpPr/>
            <p:nvPr/>
          </p:nvSpPr>
          <p:spPr>
            <a:xfrm>
              <a:off x="6545325" y="1590850"/>
              <a:ext cx="11425" cy="10000"/>
            </a:xfrm>
            <a:custGeom>
              <a:avLst/>
              <a:gdLst/>
              <a:ahLst/>
              <a:cxnLst/>
              <a:rect l="l" t="t" r="r" b="b"/>
              <a:pathLst>
                <a:path w="457" h="400" extrusionOk="0">
                  <a:moveTo>
                    <a:pt x="238" y="1"/>
                  </a:moveTo>
                  <a:cubicBezTo>
                    <a:pt x="155" y="1"/>
                    <a:pt x="66" y="66"/>
                    <a:pt x="46" y="165"/>
                  </a:cubicBezTo>
                  <a:cubicBezTo>
                    <a:pt x="0" y="256"/>
                    <a:pt x="69" y="371"/>
                    <a:pt x="183" y="393"/>
                  </a:cubicBezTo>
                  <a:cubicBezTo>
                    <a:pt x="202" y="397"/>
                    <a:pt x="220" y="399"/>
                    <a:pt x="238" y="399"/>
                  </a:cubicBezTo>
                  <a:cubicBezTo>
                    <a:pt x="326" y="399"/>
                    <a:pt x="396" y="352"/>
                    <a:pt x="434" y="256"/>
                  </a:cubicBezTo>
                  <a:cubicBezTo>
                    <a:pt x="457" y="142"/>
                    <a:pt x="388" y="28"/>
                    <a:pt x="274" y="5"/>
                  </a:cubicBezTo>
                  <a:cubicBezTo>
                    <a:pt x="262"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24"/>
            <p:cNvSpPr/>
            <p:nvPr/>
          </p:nvSpPr>
          <p:spPr>
            <a:xfrm>
              <a:off x="6443750" y="1815075"/>
              <a:ext cx="9725" cy="8850"/>
            </a:xfrm>
            <a:custGeom>
              <a:avLst/>
              <a:gdLst/>
              <a:ahLst/>
              <a:cxnLst/>
              <a:rect l="l" t="t" r="r" b="b"/>
              <a:pathLst>
                <a:path w="389" h="354" extrusionOk="0">
                  <a:moveTo>
                    <a:pt x="182" y="1"/>
                  </a:moveTo>
                  <a:cubicBezTo>
                    <a:pt x="108" y="1"/>
                    <a:pt x="42" y="45"/>
                    <a:pt x="23" y="121"/>
                  </a:cubicBezTo>
                  <a:cubicBezTo>
                    <a:pt x="0" y="235"/>
                    <a:pt x="46" y="326"/>
                    <a:pt x="160" y="349"/>
                  </a:cubicBezTo>
                  <a:cubicBezTo>
                    <a:pt x="172" y="352"/>
                    <a:pt x="184" y="353"/>
                    <a:pt x="196" y="353"/>
                  </a:cubicBezTo>
                  <a:cubicBezTo>
                    <a:pt x="274" y="353"/>
                    <a:pt x="346" y="291"/>
                    <a:pt x="365" y="212"/>
                  </a:cubicBezTo>
                  <a:cubicBezTo>
                    <a:pt x="388" y="121"/>
                    <a:pt x="343" y="29"/>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24"/>
            <p:cNvSpPr/>
            <p:nvPr/>
          </p:nvSpPr>
          <p:spPr>
            <a:xfrm>
              <a:off x="6470000" y="1775750"/>
              <a:ext cx="11425" cy="10500"/>
            </a:xfrm>
            <a:custGeom>
              <a:avLst/>
              <a:gdLst/>
              <a:ahLst/>
              <a:cxnLst/>
              <a:rect l="l" t="t" r="r" b="b"/>
              <a:pathLst>
                <a:path w="457" h="420" extrusionOk="0">
                  <a:moveTo>
                    <a:pt x="230" y="0"/>
                  </a:moveTo>
                  <a:cubicBezTo>
                    <a:pt x="132" y="0"/>
                    <a:pt x="43" y="65"/>
                    <a:pt x="23" y="165"/>
                  </a:cubicBezTo>
                  <a:cubicBezTo>
                    <a:pt x="0" y="256"/>
                    <a:pt x="69" y="370"/>
                    <a:pt x="183" y="416"/>
                  </a:cubicBezTo>
                  <a:cubicBezTo>
                    <a:pt x="195" y="419"/>
                    <a:pt x="207" y="420"/>
                    <a:pt x="219" y="420"/>
                  </a:cubicBezTo>
                  <a:cubicBezTo>
                    <a:pt x="302" y="420"/>
                    <a:pt x="391" y="355"/>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24"/>
            <p:cNvSpPr/>
            <p:nvPr/>
          </p:nvSpPr>
          <p:spPr>
            <a:xfrm>
              <a:off x="6440325" y="1675275"/>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6" y="291"/>
                    <a:pt x="365" y="212"/>
                  </a:cubicBezTo>
                  <a:cubicBezTo>
                    <a:pt x="388"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24"/>
            <p:cNvSpPr/>
            <p:nvPr/>
          </p:nvSpPr>
          <p:spPr>
            <a:xfrm>
              <a:off x="6555025" y="1619400"/>
              <a:ext cx="9150" cy="8800"/>
            </a:xfrm>
            <a:custGeom>
              <a:avLst/>
              <a:gdLst/>
              <a:ahLst/>
              <a:cxnLst/>
              <a:rect l="l" t="t" r="r" b="b"/>
              <a:pathLst>
                <a:path w="366" h="352" extrusionOk="0">
                  <a:moveTo>
                    <a:pt x="193" y="0"/>
                  </a:moveTo>
                  <a:cubicBezTo>
                    <a:pt x="114" y="0"/>
                    <a:pt x="43" y="62"/>
                    <a:pt x="23" y="142"/>
                  </a:cubicBezTo>
                  <a:cubicBezTo>
                    <a:pt x="0" y="233"/>
                    <a:pt x="46" y="324"/>
                    <a:pt x="137" y="347"/>
                  </a:cubicBezTo>
                  <a:cubicBezTo>
                    <a:pt x="149" y="350"/>
                    <a:pt x="161" y="351"/>
                    <a:pt x="173" y="351"/>
                  </a:cubicBezTo>
                  <a:cubicBezTo>
                    <a:pt x="251" y="351"/>
                    <a:pt x="323" y="289"/>
                    <a:pt x="343" y="210"/>
                  </a:cubicBezTo>
                  <a:cubicBezTo>
                    <a:pt x="365" y="119"/>
                    <a:pt x="320" y="27"/>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24"/>
            <p:cNvSpPr/>
            <p:nvPr/>
          </p:nvSpPr>
          <p:spPr>
            <a:xfrm>
              <a:off x="6411775" y="1487550"/>
              <a:ext cx="7450" cy="6575"/>
            </a:xfrm>
            <a:custGeom>
              <a:avLst/>
              <a:gdLst/>
              <a:ahLst/>
              <a:cxnLst/>
              <a:rect l="l" t="t" r="r" b="b"/>
              <a:pathLst>
                <a:path w="298" h="263" extrusionOk="0">
                  <a:moveTo>
                    <a:pt x="147" y="0"/>
                  </a:moveTo>
                  <a:cubicBezTo>
                    <a:pt x="92" y="0"/>
                    <a:pt x="43" y="41"/>
                    <a:pt x="24" y="97"/>
                  </a:cubicBezTo>
                  <a:cubicBezTo>
                    <a:pt x="1" y="166"/>
                    <a:pt x="47" y="234"/>
                    <a:pt x="115" y="257"/>
                  </a:cubicBezTo>
                  <a:cubicBezTo>
                    <a:pt x="127" y="261"/>
                    <a:pt x="139" y="263"/>
                    <a:pt x="151" y="263"/>
                  </a:cubicBezTo>
                  <a:cubicBezTo>
                    <a:pt x="206" y="263"/>
                    <a:pt x="256" y="22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24"/>
            <p:cNvSpPr/>
            <p:nvPr/>
          </p:nvSpPr>
          <p:spPr>
            <a:xfrm>
              <a:off x="6552175" y="1694725"/>
              <a:ext cx="10850" cy="9925"/>
            </a:xfrm>
            <a:custGeom>
              <a:avLst/>
              <a:gdLst/>
              <a:ahLst/>
              <a:cxnLst/>
              <a:rect l="l" t="t" r="r" b="b"/>
              <a:pathLst>
                <a:path w="434" h="397" extrusionOk="0">
                  <a:moveTo>
                    <a:pt x="231" y="0"/>
                  </a:moveTo>
                  <a:cubicBezTo>
                    <a:pt x="137" y="0"/>
                    <a:pt x="63" y="65"/>
                    <a:pt x="23" y="164"/>
                  </a:cubicBezTo>
                  <a:cubicBezTo>
                    <a:pt x="0" y="256"/>
                    <a:pt x="68" y="370"/>
                    <a:pt x="183" y="393"/>
                  </a:cubicBezTo>
                  <a:cubicBezTo>
                    <a:pt x="195" y="396"/>
                    <a:pt x="207" y="397"/>
                    <a:pt x="220" y="397"/>
                  </a:cubicBezTo>
                  <a:cubicBezTo>
                    <a:pt x="302" y="397"/>
                    <a:pt x="391" y="335"/>
                    <a:pt x="411" y="256"/>
                  </a:cubicBezTo>
                  <a:cubicBezTo>
                    <a:pt x="434" y="141"/>
                    <a:pt x="365" y="50"/>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5" name="Google Shape;4285;p24"/>
            <p:cNvSpPr/>
            <p:nvPr/>
          </p:nvSpPr>
          <p:spPr>
            <a:xfrm>
              <a:off x="6418625" y="1541175"/>
              <a:ext cx="7450" cy="7175"/>
            </a:xfrm>
            <a:custGeom>
              <a:avLst/>
              <a:gdLst/>
              <a:ahLst/>
              <a:cxnLst/>
              <a:rect l="l" t="t" r="r" b="b"/>
              <a:pathLst>
                <a:path w="298" h="287" extrusionOk="0">
                  <a:moveTo>
                    <a:pt x="147" y="1"/>
                  </a:moveTo>
                  <a:cubicBezTo>
                    <a:pt x="86" y="1"/>
                    <a:pt x="24" y="45"/>
                    <a:pt x="24" y="121"/>
                  </a:cubicBezTo>
                  <a:cubicBezTo>
                    <a:pt x="1" y="189"/>
                    <a:pt x="47" y="258"/>
                    <a:pt x="115" y="280"/>
                  </a:cubicBezTo>
                  <a:cubicBezTo>
                    <a:pt x="127" y="284"/>
                    <a:pt x="140" y="286"/>
                    <a:pt x="153" y="286"/>
                  </a:cubicBezTo>
                  <a:cubicBezTo>
                    <a:pt x="214" y="286"/>
                    <a:pt x="279" y="245"/>
                    <a:pt x="298" y="189"/>
                  </a:cubicBezTo>
                  <a:cubicBezTo>
                    <a:pt x="298" y="98"/>
                    <a:pt x="252" y="29"/>
                    <a:pt x="183" y="7"/>
                  </a:cubicBezTo>
                  <a:cubicBezTo>
                    <a:pt x="172"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6" name="Google Shape;4286;p24"/>
            <p:cNvSpPr/>
            <p:nvPr/>
          </p:nvSpPr>
          <p:spPr>
            <a:xfrm>
              <a:off x="5440575" y="1009925"/>
              <a:ext cx="10300" cy="9400"/>
            </a:xfrm>
            <a:custGeom>
              <a:avLst/>
              <a:gdLst/>
              <a:ahLst/>
              <a:cxnLst/>
              <a:rect l="l" t="t" r="r" b="b"/>
              <a:pathLst>
                <a:path w="412" h="376" extrusionOk="0">
                  <a:moveTo>
                    <a:pt x="204" y="1"/>
                  </a:moveTo>
                  <a:cubicBezTo>
                    <a:pt x="125" y="1"/>
                    <a:pt x="42" y="48"/>
                    <a:pt x="23" y="143"/>
                  </a:cubicBezTo>
                  <a:cubicBezTo>
                    <a:pt x="0" y="234"/>
                    <a:pt x="69" y="349"/>
                    <a:pt x="160" y="371"/>
                  </a:cubicBezTo>
                  <a:cubicBezTo>
                    <a:pt x="172" y="374"/>
                    <a:pt x="184" y="376"/>
                    <a:pt x="197" y="376"/>
                  </a:cubicBezTo>
                  <a:cubicBezTo>
                    <a:pt x="280" y="376"/>
                    <a:pt x="369" y="314"/>
                    <a:pt x="388" y="234"/>
                  </a:cubicBezTo>
                  <a:cubicBezTo>
                    <a:pt x="411" y="143"/>
                    <a:pt x="343" y="29"/>
                    <a:pt x="251" y="6"/>
                  </a:cubicBezTo>
                  <a:cubicBezTo>
                    <a:pt x="236" y="2"/>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7" name="Google Shape;4287;p24"/>
            <p:cNvSpPr/>
            <p:nvPr/>
          </p:nvSpPr>
          <p:spPr>
            <a:xfrm>
              <a:off x="6499100" y="1836225"/>
              <a:ext cx="11425" cy="10525"/>
            </a:xfrm>
            <a:custGeom>
              <a:avLst/>
              <a:gdLst/>
              <a:ahLst/>
              <a:cxnLst/>
              <a:rect l="l" t="t" r="r" b="b"/>
              <a:pathLst>
                <a:path w="457" h="421" extrusionOk="0">
                  <a:moveTo>
                    <a:pt x="230" y="1"/>
                  </a:moveTo>
                  <a:cubicBezTo>
                    <a:pt x="132" y="1"/>
                    <a:pt x="43" y="66"/>
                    <a:pt x="23" y="165"/>
                  </a:cubicBezTo>
                  <a:cubicBezTo>
                    <a:pt x="0" y="279"/>
                    <a:pt x="69" y="370"/>
                    <a:pt x="160" y="416"/>
                  </a:cubicBezTo>
                  <a:cubicBezTo>
                    <a:pt x="175" y="419"/>
                    <a:pt x="190" y="420"/>
                    <a:pt x="204" y="420"/>
                  </a:cubicBezTo>
                  <a:cubicBezTo>
                    <a:pt x="302" y="420"/>
                    <a:pt x="391" y="356"/>
                    <a:pt x="411" y="256"/>
                  </a:cubicBezTo>
                  <a:cubicBezTo>
                    <a:pt x="457"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8" name="Google Shape;4288;p24"/>
            <p:cNvSpPr/>
            <p:nvPr/>
          </p:nvSpPr>
          <p:spPr>
            <a:xfrm>
              <a:off x="6463725" y="1832800"/>
              <a:ext cx="8575" cy="5275"/>
            </a:xfrm>
            <a:custGeom>
              <a:avLst/>
              <a:gdLst/>
              <a:ahLst/>
              <a:cxnLst/>
              <a:rect l="l" t="t" r="r" b="b"/>
              <a:pathLst>
                <a:path w="343" h="211" extrusionOk="0">
                  <a:moveTo>
                    <a:pt x="154" y="1"/>
                  </a:moveTo>
                  <a:cubicBezTo>
                    <a:pt x="91" y="1"/>
                    <a:pt x="20" y="60"/>
                    <a:pt x="0" y="119"/>
                  </a:cubicBezTo>
                  <a:lnTo>
                    <a:pt x="320" y="211"/>
                  </a:lnTo>
                  <a:cubicBezTo>
                    <a:pt x="342" y="119"/>
                    <a:pt x="274" y="28"/>
                    <a:pt x="183" y="5"/>
                  </a:cubicBezTo>
                  <a:cubicBezTo>
                    <a:pt x="174" y="2"/>
                    <a:pt x="164" y="1"/>
                    <a:pt x="15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9" name="Google Shape;4289;p24"/>
            <p:cNvSpPr/>
            <p:nvPr/>
          </p:nvSpPr>
          <p:spPr>
            <a:xfrm>
              <a:off x="6851750" y="1438250"/>
              <a:ext cx="9725" cy="9100"/>
            </a:xfrm>
            <a:custGeom>
              <a:avLst/>
              <a:gdLst/>
              <a:ahLst/>
              <a:cxnLst/>
              <a:rect l="l" t="t" r="r" b="b"/>
              <a:pathLst>
                <a:path w="389" h="364" extrusionOk="0">
                  <a:moveTo>
                    <a:pt x="180" y="0"/>
                  </a:moveTo>
                  <a:cubicBezTo>
                    <a:pt x="101" y="0"/>
                    <a:pt x="41" y="58"/>
                    <a:pt x="23" y="129"/>
                  </a:cubicBezTo>
                  <a:cubicBezTo>
                    <a:pt x="0" y="243"/>
                    <a:pt x="46" y="335"/>
                    <a:pt x="160" y="357"/>
                  </a:cubicBezTo>
                  <a:cubicBezTo>
                    <a:pt x="175" y="361"/>
                    <a:pt x="191" y="363"/>
                    <a:pt x="205" y="363"/>
                  </a:cubicBezTo>
                  <a:cubicBezTo>
                    <a:pt x="280" y="363"/>
                    <a:pt x="346" y="316"/>
                    <a:pt x="366" y="220"/>
                  </a:cubicBezTo>
                  <a:cubicBezTo>
                    <a:pt x="388" y="129"/>
                    <a:pt x="343" y="38"/>
                    <a:pt x="251" y="15"/>
                  </a:cubicBezTo>
                  <a:cubicBezTo>
                    <a:pt x="226" y="5"/>
                    <a:pt x="202" y="0"/>
                    <a:pt x="18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0" name="Google Shape;4290;p24"/>
            <p:cNvSpPr/>
            <p:nvPr/>
          </p:nvSpPr>
          <p:spPr>
            <a:xfrm>
              <a:off x="6845475" y="1415650"/>
              <a:ext cx="9725" cy="9400"/>
            </a:xfrm>
            <a:custGeom>
              <a:avLst/>
              <a:gdLst/>
              <a:ahLst/>
              <a:cxnLst/>
              <a:rect l="l" t="t" r="r" b="b"/>
              <a:pathLst>
                <a:path w="389" h="376" extrusionOk="0">
                  <a:moveTo>
                    <a:pt x="183" y="0"/>
                  </a:moveTo>
                  <a:cubicBezTo>
                    <a:pt x="109" y="0"/>
                    <a:pt x="42" y="48"/>
                    <a:pt x="23" y="143"/>
                  </a:cubicBezTo>
                  <a:cubicBezTo>
                    <a:pt x="0" y="234"/>
                    <a:pt x="46" y="326"/>
                    <a:pt x="137" y="371"/>
                  </a:cubicBezTo>
                  <a:cubicBezTo>
                    <a:pt x="152" y="374"/>
                    <a:pt x="167" y="376"/>
                    <a:pt x="181" y="376"/>
                  </a:cubicBezTo>
                  <a:cubicBezTo>
                    <a:pt x="274" y="376"/>
                    <a:pt x="346" y="314"/>
                    <a:pt x="365" y="234"/>
                  </a:cubicBezTo>
                  <a:cubicBezTo>
                    <a:pt x="388" y="120"/>
                    <a:pt x="343" y="29"/>
                    <a:pt x="228" y="6"/>
                  </a:cubicBezTo>
                  <a:cubicBezTo>
                    <a:pt x="213" y="2"/>
                    <a:pt x="198" y="0"/>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1" name="Google Shape;4291;p24"/>
            <p:cNvSpPr/>
            <p:nvPr/>
          </p:nvSpPr>
          <p:spPr>
            <a:xfrm>
              <a:off x="6867725" y="1599525"/>
              <a:ext cx="8000" cy="7600"/>
            </a:xfrm>
            <a:custGeom>
              <a:avLst/>
              <a:gdLst/>
              <a:ahLst/>
              <a:cxnLst/>
              <a:rect l="l" t="t" r="r" b="b"/>
              <a:pathLst>
                <a:path w="320" h="304" extrusionOk="0">
                  <a:moveTo>
                    <a:pt x="206" y="1"/>
                  </a:moveTo>
                  <a:cubicBezTo>
                    <a:pt x="115" y="1"/>
                    <a:pt x="46" y="46"/>
                    <a:pt x="23" y="115"/>
                  </a:cubicBezTo>
                  <a:cubicBezTo>
                    <a:pt x="0" y="206"/>
                    <a:pt x="46" y="297"/>
                    <a:pt x="115" y="297"/>
                  </a:cubicBezTo>
                  <a:cubicBezTo>
                    <a:pt x="131" y="301"/>
                    <a:pt x="147" y="303"/>
                    <a:pt x="163" y="303"/>
                  </a:cubicBezTo>
                  <a:cubicBezTo>
                    <a:pt x="236" y="303"/>
                    <a:pt x="301" y="262"/>
                    <a:pt x="320" y="206"/>
                  </a:cubicBezTo>
                  <a:cubicBezTo>
                    <a:pt x="320" y="115"/>
                    <a:pt x="274" y="24"/>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2" name="Google Shape;4292;p24"/>
            <p:cNvSpPr/>
            <p:nvPr/>
          </p:nvSpPr>
          <p:spPr>
            <a:xfrm>
              <a:off x="6866575" y="1359725"/>
              <a:ext cx="8600" cy="7725"/>
            </a:xfrm>
            <a:custGeom>
              <a:avLst/>
              <a:gdLst/>
              <a:ahLst/>
              <a:cxnLst/>
              <a:rect l="l" t="t" r="r" b="b"/>
              <a:pathLst>
                <a:path w="344" h="309" extrusionOk="0">
                  <a:moveTo>
                    <a:pt x="160" y="0"/>
                  </a:moveTo>
                  <a:cubicBezTo>
                    <a:pt x="86" y="0"/>
                    <a:pt x="20" y="45"/>
                    <a:pt x="1" y="120"/>
                  </a:cubicBezTo>
                  <a:cubicBezTo>
                    <a:pt x="1" y="212"/>
                    <a:pt x="46" y="280"/>
                    <a:pt x="115" y="303"/>
                  </a:cubicBezTo>
                  <a:cubicBezTo>
                    <a:pt x="131" y="307"/>
                    <a:pt x="146" y="309"/>
                    <a:pt x="162" y="309"/>
                  </a:cubicBezTo>
                  <a:cubicBezTo>
                    <a:pt x="236" y="309"/>
                    <a:pt x="301" y="264"/>
                    <a:pt x="320" y="189"/>
                  </a:cubicBezTo>
                  <a:cubicBezTo>
                    <a:pt x="343" y="97"/>
                    <a:pt x="297"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3" name="Google Shape;4293;p24"/>
            <p:cNvSpPr/>
            <p:nvPr/>
          </p:nvSpPr>
          <p:spPr>
            <a:xfrm>
              <a:off x="6698825" y="1787725"/>
              <a:ext cx="10850" cy="10200"/>
            </a:xfrm>
            <a:custGeom>
              <a:avLst/>
              <a:gdLst/>
              <a:ahLst/>
              <a:cxnLst/>
              <a:rect l="l" t="t" r="r" b="b"/>
              <a:pathLst>
                <a:path w="434" h="408" extrusionOk="0">
                  <a:moveTo>
                    <a:pt x="230" y="1"/>
                  </a:moveTo>
                  <a:cubicBezTo>
                    <a:pt x="132" y="1"/>
                    <a:pt x="43" y="65"/>
                    <a:pt x="23" y="165"/>
                  </a:cubicBezTo>
                  <a:cubicBezTo>
                    <a:pt x="0" y="256"/>
                    <a:pt x="69" y="370"/>
                    <a:pt x="160" y="393"/>
                  </a:cubicBezTo>
                  <a:cubicBezTo>
                    <a:pt x="184" y="403"/>
                    <a:pt x="209" y="407"/>
                    <a:pt x="232" y="407"/>
                  </a:cubicBezTo>
                  <a:cubicBezTo>
                    <a:pt x="319" y="407"/>
                    <a:pt x="393" y="346"/>
                    <a:pt x="411" y="256"/>
                  </a:cubicBezTo>
                  <a:cubicBezTo>
                    <a:pt x="434"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4" name="Google Shape;4294;p24"/>
            <p:cNvSpPr/>
            <p:nvPr/>
          </p:nvSpPr>
          <p:spPr>
            <a:xfrm>
              <a:off x="6655450" y="1510975"/>
              <a:ext cx="9725" cy="8825"/>
            </a:xfrm>
            <a:custGeom>
              <a:avLst/>
              <a:gdLst/>
              <a:ahLst/>
              <a:cxnLst/>
              <a:rect l="l" t="t" r="r" b="b"/>
              <a:pathLst>
                <a:path w="389" h="353" extrusionOk="0">
                  <a:moveTo>
                    <a:pt x="193" y="0"/>
                  </a:moveTo>
                  <a:cubicBezTo>
                    <a:pt x="115" y="0"/>
                    <a:pt x="43" y="62"/>
                    <a:pt x="23" y="142"/>
                  </a:cubicBezTo>
                  <a:cubicBezTo>
                    <a:pt x="0" y="233"/>
                    <a:pt x="46" y="324"/>
                    <a:pt x="137" y="347"/>
                  </a:cubicBezTo>
                  <a:cubicBezTo>
                    <a:pt x="157" y="351"/>
                    <a:pt x="176" y="353"/>
                    <a:pt x="194" y="353"/>
                  </a:cubicBezTo>
                  <a:cubicBezTo>
                    <a:pt x="281" y="353"/>
                    <a:pt x="347" y="309"/>
                    <a:pt x="366" y="233"/>
                  </a:cubicBezTo>
                  <a:cubicBezTo>
                    <a:pt x="388" y="142"/>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5" name="Google Shape;4295;p24"/>
            <p:cNvSpPr/>
            <p:nvPr/>
          </p:nvSpPr>
          <p:spPr>
            <a:xfrm>
              <a:off x="6597825" y="1354050"/>
              <a:ext cx="10275" cy="9400"/>
            </a:xfrm>
            <a:custGeom>
              <a:avLst/>
              <a:gdLst/>
              <a:ahLst/>
              <a:cxnLst/>
              <a:rect l="l" t="t" r="r" b="b"/>
              <a:pathLst>
                <a:path w="411" h="376" extrusionOk="0">
                  <a:moveTo>
                    <a:pt x="214" y="0"/>
                  </a:moveTo>
                  <a:cubicBezTo>
                    <a:pt x="131" y="0"/>
                    <a:pt x="43" y="63"/>
                    <a:pt x="23" y="142"/>
                  </a:cubicBezTo>
                  <a:cubicBezTo>
                    <a:pt x="0" y="256"/>
                    <a:pt x="69" y="347"/>
                    <a:pt x="160" y="370"/>
                  </a:cubicBezTo>
                  <a:cubicBezTo>
                    <a:pt x="179" y="374"/>
                    <a:pt x="197" y="376"/>
                    <a:pt x="215" y="376"/>
                  </a:cubicBezTo>
                  <a:cubicBezTo>
                    <a:pt x="302" y="376"/>
                    <a:pt x="369" y="328"/>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6" name="Google Shape;4296;p24"/>
            <p:cNvSpPr/>
            <p:nvPr/>
          </p:nvSpPr>
          <p:spPr>
            <a:xfrm>
              <a:off x="6548175" y="1227375"/>
              <a:ext cx="9150" cy="8275"/>
            </a:xfrm>
            <a:custGeom>
              <a:avLst/>
              <a:gdLst/>
              <a:ahLst/>
              <a:cxnLst/>
              <a:rect l="l" t="t" r="r" b="b"/>
              <a:pathLst>
                <a:path w="366" h="331" extrusionOk="0">
                  <a:moveTo>
                    <a:pt x="171" y="0"/>
                  </a:moveTo>
                  <a:cubicBezTo>
                    <a:pt x="97" y="0"/>
                    <a:pt x="43" y="62"/>
                    <a:pt x="23" y="142"/>
                  </a:cubicBezTo>
                  <a:cubicBezTo>
                    <a:pt x="0" y="210"/>
                    <a:pt x="46" y="301"/>
                    <a:pt x="137" y="324"/>
                  </a:cubicBezTo>
                  <a:cubicBezTo>
                    <a:pt x="153" y="328"/>
                    <a:pt x="169" y="330"/>
                    <a:pt x="184" y="330"/>
                  </a:cubicBezTo>
                  <a:cubicBezTo>
                    <a:pt x="258" y="330"/>
                    <a:pt x="324" y="286"/>
                    <a:pt x="343" y="210"/>
                  </a:cubicBezTo>
                  <a:cubicBezTo>
                    <a:pt x="365" y="119"/>
                    <a:pt x="297" y="27"/>
                    <a:pt x="206" y="5"/>
                  </a:cubicBezTo>
                  <a:cubicBezTo>
                    <a:pt x="194" y="2"/>
                    <a:pt x="182" y="0"/>
                    <a:pt x="17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7" name="Google Shape;4297;p24"/>
            <p:cNvSpPr/>
            <p:nvPr/>
          </p:nvSpPr>
          <p:spPr>
            <a:xfrm>
              <a:off x="6559000" y="1255075"/>
              <a:ext cx="11450" cy="10200"/>
            </a:xfrm>
            <a:custGeom>
              <a:avLst/>
              <a:gdLst/>
              <a:ahLst/>
              <a:cxnLst/>
              <a:rect l="l" t="t" r="r" b="b"/>
              <a:pathLst>
                <a:path w="458" h="408" extrusionOk="0">
                  <a:moveTo>
                    <a:pt x="203" y="1"/>
                  </a:moveTo>
                  <a:cubicBezTo>
                    <a:pt x="116" y="1"/>
                    <a:pt x="42" y="62"/>
                    <a:pt x="24" y="152"/>
                  </a:cubicBezTo>
                  <a:cubicBezTo>
                    <a:pt x="1" y="266"/>
                    <a:pt x="69" y="380"/>
                    <a:pt x="161" y="403"/>
                  </a:cubicBezTo>
                  <a:cubicBezTo>
                    <a:pt x="175" y="406"/>
                    <a:pt x="190" y="407"/>
                    <a:pt x="205" y="407"/>
                  </a:cubicBezTo>
                  <a:cubicBezTo>
                    <a:pt x="303" y="407"/>
                    <a:pt x="392" y="343"/>
                    <a:pt x="412" y="243"/>
                  </a:cubicBezTo>
                  <a:cubicBezTo>
                    <a:pt x="457" y="152"/>
                    <a:pt x="389" y="38"/>
                    <a:pt x="275" y="15"/>
                  </a:cubicBezTo>
                  <a:cubicBezTo>
                    <a:pt x="250" y="5"/>
                    <a:pt x="226" y="1"/>
                    <a:pt x="20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8" name="Google Shape;4298;p24"/>
            <p:cNvSpPr/>
            <p:nvPr/>
          </p:nvSpPr>
          <p:spPr>
            <a:xfrm>
              <a:off x="6533325" y="1229600"/>
              <a:ext cx="6300" cy="5475"/>
            </a:xfrm>
            <a:custGeom>
              <a:avLst/>
              <a:gdLst/>
              <a:ahLst/>
              <a:cxnLst/>
              <a:rect l="l" t="t" r="r" b="b"/>
              <a:pathLst>
                <a:path w="252" h="219" extrusionOk="0">
                  <a:moveTo>
                    <a:pt x="111" y="1"/>
                  </a:moveTo>
                  <a:cubicBezTo>
                    <a:pt x="68" y="1"/>
                    <a:pt x="19" y="38"/>
                    <a:pt x="1" y="75"/>
                  </a:cubicBezTo>
                  <a:cubicBezTo>
                    <a:pt x="1" y="144"/>
                    <a:pt x="24" y="212"/>
                    <a:pt x="92" y="212"/>
                  </a:cubicBezTo>
                  <a:cubicBezTo>
                    <a:pt x="100" y="217"/>
                    <a:pt x="110" y="218"/>
                    <a:pt x="119" y="218"/>
                  </a:cubicBezTo>
                  <a:cubicBezTo>
                    <a:pt x="161" y="218"/>
                    <a:pt x="210" y="181"/>
                    <a:pt x="229" y="144"/>
                  </a:cubicBezTo>
                  <a:cubicBezTo>
                    <a:pt x="252" y="75"/>
                    <a:pt x="206" y="7"/>
                    <a:pt x="138" y="7"/>
                  </a:cubicBezTo>
                  <a:cubicBezTo>
                    <a:pt x="129" y="3"/>
                    <a:pt x="120" y="1"/>
                    <a:pt x="11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9" name="Google Shape;4299;p24"/>
            <p:cNvSpPr/>
            <p:nvPr/>
          </p:nvSpPr>
          <p:spPr>
            <a:xfrm>
              <a:off x="6545875" y="1256425"/>
              <a:ext cx="7450" cy="6600"/>
            </a:xfrm>
            <a:custGeom>
              <a:avLst/>
              <a:gdLst/>
              <a:ahLst/>
              <a:cxnLst/>
              <a:rect l="l" t="t" r="r" b="b"/>
              <a:pathLst>
                <a:path w="298" h="264" extrusionOk="0">
                  <a:moveTo>
                    <a:pt x="146" y="1"/>
                  </a:moveTo>
                  <a:cubicBezTo>
                    <a:pt x="85" y="1"/>
                    <a:pt x="20" y="42"/>
                    <a:pt x="1" y="98"/>
                  </a:cubicBezTo>
                  <a:cubicBezTo>
                    <a:pt x="1" y="167"/>
                    <a:pt x="47" y="258"/>
                    <a:pt x="115" y="258"/>
                  </a:cubicBezTo>
                  <a:cubicBezTo>
                    <a:pt x="127" y="262"/>
                    <a:pt x="139" y="264"/>
                    <a:pt x="151" y="264"/>
                  </a:cubicBezTo>
                  <a:cubicBezTo>
                    <a:pt x="206" y="264"/>
                    <a:pt x="256" y="223"/>
                    <a:pt x="275" y="167"/>
                  </a:cubicBezTo>
                  <a:cubicBezTo>
                    <a:pt x="298" y="98"/>
                    <a:pt x="252" y="30"/>
                    <a:pt x="184" y="7"/>
                  </a:cubicBezTo>
                  <a:cubicBezTo>
                    <a:pt x="171" y="3"/>
                    <a:pt x="159"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0" name="Google Shape;4300;p24"/>
            <p:cNvSpPr/>
            <p:nvPr/>
          </p:nvSpPr>
          <p:spPr>
            <a:xfrm>
              <a:off x="6668575" y="1792250"/>
              <a:ext cx="10300" cy="8875"/>
            </a:xfrm>
            <a:custGeom>
              <a:avLst/>
              <a:gdLst/>
              <a:ahLst/>
              <a:cxnLst/>
              <a:rect l="l" t="t" r="r" b="b"/>
              <a:pathLst>
                <a:path w="412" h="355" extrusionOk="0">
                  <a:moveTo>
                    <a:pt x="204" y="1"/>
                  </a:moveTo>
                  <a:cubicBezTo>
                    <a:pt x="125" y="1"/>
                    <a:pt x="42" y="49"/>
                    <a:pt x="23" y="144"/>
                  </a:cubicBezTo>
                  <a:cubicBezTo>
                    <a:pt x="0" y="235"/>
                    <a:pt x="69" y="326"/>
                    <a:pt x="160" y="349"/>
                  </a:cubicBezTo>
                  <a:cubicBezTo>
                    <a:pt x="176" y="353"/>
                    <a:pt x="192" y="355"/>
                    <a:pt x="209" y="355"/>
                  </a:cubicBezTo>
                  <a:cubicBezTo>
                    <a:pt x="288" y="355"/>
                    <a:pt x="370" y="311"/>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1" name="Google Shape;4301;p24"/>
            <p:cNvSpPr/>
            <p:nvPr/>
          </p:nvSpPr>
          <p:spPr>
            <a:xfrm>
              <a:off x="6445450" y="1343200"/>
              <a:ext cx="11450" cy="9975"/>
            </a:xfrm>
            <a:custGeom>
              <a:avLst/>
              <a:gdLst/>
              <a:ahLst/>
              <a:cxnLst/>
              <a:rect l="l" t="t" r="r" b="b"/>
              <a:pathLst>
                <a:path w="458" h="399" extrusionOk="0">
                  <a:moveTo>
                    <a:pt x="232" y="1"/>
                  </a:moveTo>
                  <a:cubicBezTo>
                    <a:pt x="138" y="1"/>
                    <a:pt x="63" y="66"/>
                    <a:pt x="24" y="165"/>
                  </a:cubicBezTo>
                  <a:cubicBezTo>
                    <a:pt x="1" y="256"/>
                    <a:pt x="69" y="370"/>
                    <a:pt x="183" y="393"/>
                  </a:cubicBezTo>
                  <a:cubicBezTo>
                    <a:pt x="199" y="397"/>
                    <a:pt x="214" y="399"/>
                    <a:pt x="230" y="399"/>
                  </a:cubicBezTo>
                  <a:cubicBezTo>
                    <a:pt x="310" y="399"/>
                    <a:pt x="393" y="351"/>
                    <a:pt x="412" y="256"/>
                  </a:cubicBezTo>
                  <a:cubicBezTo>
                    <a:pt x="457" y="142"/>
                    <a:pt x="389" y="51"/>
                    <a:pt x="275" y="5"/>
                  </a:cubicBezTo>
                  <a:cubicBezTo>
                    <a:pt x="260" y="2"/>
                    <a:pt x="245" y="1"/>
                    <a:pt x="2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2" name="Google Shape;4302;p24"/>
            <p:cNvSpPr/>
            <p:nvPr/>
          </p:nvSpPr>
          <p:spPr>
            <a:xfrm>
              <a:off x="6580125" y="1388975"/>
              <a:ext cx="6300" cy="5300"/>
            </a:xfrm>
            <a:custGeom>
              <a:avLst/>
              <a:gdLst/>
              <a:ahLst/>
              <a:cxnLst/>
              <a:rect l="l" t="t" r="r" b="b"/>
              <a:pathLst>
                <a:path w="252" h="212" extrusionOk="0">
                  <a:moveTo>
                    <a:pt x="160" y="0"/>
                  </a:moveTo>
                  <a:cubicBezTo>
                    <a:pt x="92" y="0"/>
                    <a:pt x="46" y="23"/>
                    <a:pt x="23" y="91"/>
                  </a:cubicBezTo>
                  <a:cubicBezTo>
                    <a:pt x="0" y="137"/>
                    <a:pt x="46" y="183"/>
                    <a:pt x="92" y="206"/>
                  </a:cubicBezTo>
                  <a:cubicBezTo>
                    <a:pt x="104" y="210"/>
                    <a:pt x="116" y="212"/>
                    <a:pt x="127" y="212"/>
                  </a:cubicBezTo>
                  <a:cubicBezTo>
                    <a:pt x="176" y="212"/>
                    <a:pt x="210" y="174"/>
                    <a:pt x="229" y="137"/>
                  </a:cubicBezTo>
                  <a:cubicBezTo>
                    <a:pt x="252" y="69"/>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3" name="Google Shape;4303;p24"/>
            <p:cNvSpPr/>
            <p:nvPr/>
          </p:nvSpPr>
          <p:spPr>
            <a:xfrm>
              <a:off x="6766150" y="1658150"/>
              <a:ext cx="8575" cy="7750"/>
            </a:xfrm>
            <a:custGeom>
              <a:avLst/>
              <a:gdLst/>
              <a:ahLst/>
              <a:cxnLst/>
              <a:rect l="l" t="t" r="r" b="b"/>
              <a:pathLst>
                <a:path w="343" h="310" extrusionOk="0">
                  <a:moveTo>
                    <a:pt x="161" y="1"/>
                  </a:moveTo>
                  <a:cubicBezTo>
                    <a:pt x="92" y="1"/>
                    <a:pt x="42" y="45"/>
                    <a:pt x="23" y="121"/>
                  </a:cubicBezTo>
                  <a:cubicBezTo>
                    <a:pt x="1" y="212"/>
                    <a:pt x="46" y="281"/>
                    <a:pt x="137" y="303"/>
                  </a:cubicBezTo>
                  <a:cubicBezTo>
                    <a:pt x="149" y="307"/>
                    <a:pt x="162" y="309"/>
                    <a:pt x="174" y="309"/>
                  </a:cubicBezTo>
                  <a:cubicBezTo>
                    <a:pt x="235" y="309"/>
                    <a:pt x="301" y="265"/>
                    <a:pt x="320" y="189"/>
                  </a:cubicBezTo>
                  <a:cubicBezTo>
                    <a:pt x="343" y="121"/>
                    <a:pt x="297"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4" name="Google Shape;4304;p24"/>
            <p:cNvSpPr/>
            <p:nvPr/>
          </p:nvSpPr>
          <p:spPr>
            <a:xfrm>
              <a:off x="6432900" y="1008200"/>
              <a:ext cx="8025" cy="7175"/>
            </a:xfrm>
            <a:custGeom>
              <a:avLst/>
              <a:gdLst/>
              <a:ahLst/>
              <a:cxnLst/>
              <a:rect l="l" t="t" r="r" b="b"/>
              <a:pathLst>
                <a:path w="321" h="287" extrusionOk="0">
                  <a:moveTo>
                    <a:pt x="160" y="1"/>
                  </a:moveTo>
                  <a:cubicBezTo>
                    <a:pt x="92" y="1"/>
                    <a:pt x="42" y="42"/>
                    <a:pt x="23" y="98"/>
                  </a:cubicBezTo>
                  <a:cubicBezTo>
                    <a:pt x="1" y="189"/>
                    <a:pt x="46" y="258"/>
                    <a:pt x="115" y="281"/>
                  </a:cubicBezTo>
                  <a:cubicBezTo>
                    <a:pt x="131" y="285"/>
                    <a:pt x="146" y="287"/>
                    <a:pt x="161" y="287"/>
                  </a:cubicBezTo>
                  <a:cubicBezTo>
                    <a:pt x="229" y="287"/>
                    <a:pt x="278" y="246"/>
                    <a:pt x="297" y="189"/>
                  </a:cubicBezTo>
                  <a:cubicBezTo>
                    <a:pt x="320" y="98"/>
                    <a:pt x="274" y="7"/>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5" name="Google Shape;4305;p24"/>
            <p:cNvSpPr/>
            <p:nvPr/>
          </p:nvSpPr>
          <p:spPr>
            <a:xfrm>
              <a:off x="6571000" y="1299800"/>
              <a:ext cx="9725" cy="8850"/>
            </a:xfrm>
            <a:custGeom>
              <a:avLst/>
              <a:gdLst/>
              <a:ahLst/>
              <a:cxnLst/>
              <a:rect l="l" t="t" r="r" b="b"/>
              <a:pathLst>
                <a:path w="389" h="354" extrusionOk="0">
                  <a:moveTo>
                    <a:pt x="195" y="1"/>
                  </a:moveTo>
                  <a:cubicBezTo>
                    <a:pt x="108" y="1"/>
                    <a:pt x="42" y="45"/>
                    <a:pt x="23" y="121"/>
                  </a:cubicBezTo>
                  <a:cubicBezTo>
                    <a:pt x="0" y="212"/>
                    <a:pt x="69" y="326"/>
                    <a:pt x="160" y="349"/>
                  </a:cubicBezTo>
                  <a:cubicBezTo>
                    <a:pt x="172" y="352"/>
                    <a:pt x="184" y="353"/>
                    <a:pt x="196" y="353"/>
                  </a:cubicBezTo>
                  <a:cubicBezTo>
                    <a:pt x="274" y="353"/>
                    <a:pt x="346" y="291"/>
                    <a:pt x="365" y="212"/>
                  </a:cubicBezTo>
                  <a:cubicBezTo>
                    <a:pt x="388" y="121"/>
                    <a:pt x="343" y="29"/>
                    <a:pt x="251" y="6"/>
                  </a:cubicBezTo>
                  <a:cubicBezTo>
                    <a:pt x="232" y="3"/>
                    <a:pt x="213"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6" name="Google Shape;4306;p24"/>
            <p:cNvSpPr/>
            <p:nvPr/>
          </p:nvSpPr>
          <p:spPr>
            <a:xfrm>
              <a:off x="6560725" y="1275300"/>
              <a:ext cx="8000" cy="7700"/>
            </a:xfrm>
            <a:custGeom>
              <a:avLst/>
              <a:gdLst/>
              <a:ahLst/>
              <a:cxnLst/>
              <a:rect l="l" t="t" r="r" b="b"/>
              <a:pathLst>
                <a:path w="320" h="308" extrusionOk="0">
                  <a:moveTo>
                    <a:pt x="170" y="0"/>
                  </a:moveTo>
                  <a:cubicBezTo>
                    <a:pt x="97" y="0"/>
                    <a:pt x="43" y="60"/>
                    <a:pt x="23" y="119"/>
                  </a:cubicBezTo>
                  <a:cubicBezTo>
                    <a:pt x="0" y="210"/>
                    <a:pt x="46" y="279"/>
                    <a:pt x="115" y="302"/>
                  </a:cubicBezTo>
                  <a:cubicBezTo>
                    <a:pt x="130" y="306"/>
                    <a:pt x="146" y="308"/>
                    <a:pt x="161" y="308"/>
                  </a:cubicBezTo>
                  <a:cubicBezTo>
                    <a:pt x="234" y="308"/>
                    <a:pt x="297" y="263"/>
                    <a:pt x="297" y="188"/>
                  </a:cubicBezTo>
                  <a:cubicBezTo>
                    <a:pt x="320" y="119"/>
                    <a:pt x="274" y="28"/>
                    <a:pt x="206" y="5"/>
                  </a:cubicBezTo>
                  <a:cubicBezTo>
                    <a:pt x="194" y="2"/>
                    <a:pt x="182" y="0"/>
                    <a:pt x="17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7" name="Google Shape;4307;p24"/>
            <p:cNvSpPr/>
            <p:nvPr/>
          </p:nvSpPr>
          <p:spPr>
            <a:xfrm>
              <a:off x="6468850" y="1097800"/>
              <a:ext cx="9150" cy="8300"/>
            </a:xfrm>
            <a:custGeom>
              <a:avLst/>
              <a:gdLst/>
              <a:ahLst/>
              <a:cxnLst/>
              <a:rect l="l" t="t" r="r" b="b"/>
              <a:pathLst>
                <a:path w="366" h="332" extrusionOk="0">
                  <a:moveTo>
                    <a:pt x="182" y="0"/>
                  </a:moveTo>
                  <a:cubicBezTo>
                    <a:pt x="108" y="0"/>
                    <a:pt x="42" y="45"/>
                    <a:pt x="23" y="120"/>
                  </a:cubicBezTo>
                  <a:cubicBezTo>
                    <a:pt x="1" y="212"/>
                    <a:pt x="69" y="303"/>
                    <a:pt x="137" y="326"/>
                  </a:cubicBezTo>
                  <a:cubicBezTo>
                    <a:pt x="153" y="330"/>
                    <a:pt x="169" y="332"/>
                    <a:pt x="184" y="332"/>
                  </a:cubicBezTo>
                  <a:cubicBezTo>
                    <a:pt x="258" y="332"/>
                    <a:pt x="324" y="287"/>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8" name="Google Shape;4308;p24"/>
            <p:cNvSpPr/>
            <p:nvPr/>
          </p:nvSpPr>
          <p:spPr>
            <a:xfrm>
              <a:off x="6707950" y="1377975"/>
              <a:ext cx="10300" cy="8875"/>
            </a:xfrm>
            <a:custGeom>
              <a:avLst/>
              <a:gdLst/>
              <a:ahLst/>
              <a:cxnLst/>
              <a:rect l="l" t="t" r="r" b="b"/>
              <a:pathLst>
                <a:path w="412" h="355" extrusionOk="0">
                  <a:moveTo>
                    <a:pt x="204" y="1"/>
                  </a:moveTo>
                  <a:cubicBezTo>
                    <a:pt x="125" y="1"/>
                    <a:pt x="42" y="48"/>
                    <a:pt x="23" y="143"/>
                  </a:cubicBezTo>
                  <a:cubicBezTo>
                    <a:pt x="0" y="235"/>
                    <a:pt x="69" y="326"/>
                    <a:pt x="160" y="349"/>
                  </a:cubicBezTo>
                  <a:cubicBezTo>
                    <a:pt x="176" y="353"/>
                    <a:pt x="192" y="355"/>
                    <a:pt x="209" y="355"/>
                  </a:cubicBezTo>
                  <a:cubicBezTo>
                    <a:pt x="288" y="355"/>
                    <a:pt x="369" y="310"/>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9" name="Google Shape;4309;p24"/>
            <p:cNvSpPr/>
            <p:nvPr/>
          </p:nvSpPr>
          <p:spPr>
            <a:xfrm>
              <a:off x="5839450" y="1408225"/>
              <a:ext cx="9150" cy="7725"/>
            </a:xfrm>
            <a:custGeom>
              <a:avLst/>
              <a:gdLst/>
              <a:ahLst/>
              <a:cxnLst/>
              <a:rect l="l" t="t" r="r" b="b"/>
              <a:pathLst>
                <a:path w="366" h="309" extrusionOk="0">
                  <a:moveTo>
                    <a:pt x="182" y="0"/>
                  </a:moveTo>
                  <a:cubicBezTo>
                    <a:pt x="108" y="0"/>
                    <a:pt x="42" y="45"/>
                    <a:pt x="23" y="120"/>
                  </a:cubicBezTo>
                  <a:cubicBezTo>
                    <a:pt x="0" y="212"/>
                    <a:pt x="69" y="303"/>
                    <a:pt x="137" y="303"/>
                  </a:cubicBezTo>
                  <a:cubicBezTo>
                    <a:pt x="153" y="307"/>
                    <a:pt x="170" y="309"/>
                    <a:pt x="185" y="309"/>
                  </a:cubicBezTo>
                  <a:cubicBezTo>
                    <a:pt x="259" y="309"/>
                    <a:pt x="324" y="268"/>
                    <a:pt x="343" y="212"/>
                  </a:cubicBezTo>
                  <a:cubicBezTo>
                    <a:pt x="365" y="120"/>
                    <a:pt x="297" y="29"/>
                    <a:pt x="228"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0" name="Google Shape;4310;p24"/>
            <p:cNvSpPr/>
            <p:nvPr/>
          </p:nvSpPr>
          <p:spPr>
            <a:xfrm>
              <a:off x="5954700" y="1343200"/>
              <a:ext cx="9725" cy="9375"/>
            </a:xfrm>
            <a:custGeom>
              <a:avLst/>
              <a:gdLst/>
              <a:ahLst/>
              <a:cxnLst/>
              <a:rect l="l" t="t" r="r" b="b"/>
              <a:pathLst>
                <a:path w="389" h="375" extrusionOk="0">
                  <a:moveTo>
                    <a:pt x="193" y="1"/>
                  </a:moveTo>
                  <a:cubicBezTo>
                    <a:pt x="115" y="1"/>
                    <a:pt x="44" y="63"/>
                    <a:pt x="24" y="142"/>
                  </a:cubicBezTo>
                  <a:cubicBezTo>
                    <a:pt x="1" y="233"/>
                    <a:pt x="47" y="348"/>
                    <a:pt x="161" y="370"/>
                  </a:cubicBezTo>
                  <a:cubicBezTo>
                    <a:pt x="173" y="373"/>
                    <a:pt x="185" y="375"/>
                    <a:pt x="197" y="375"/>
                  </a:cubicBezTo>
                  <a:cubicBezTo>
                    <a:pt x="275" y="375"/>
                    <a:pt x="346" y="313"/>
                    <a:pt x="366" y="233"/>
                  </a:cubicBezTo>
                  <a:cubicBezTo>
                    <a:pt x="389" y="142"/>
                    <a:pt x="343"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1" name="Google Shape;4311;p24"/>
            <p:cNvSpPr/>
            <p:nvPr/>
          </p:nvSpPr>
          <p:spPr>
            <a:xfrm>
              <a:off x="6616075" y="1591975"/>
              <a:ext cx="6875" cy="6025"/>
            </a:xfrm>
            <a:custGeom>
              <a:avLst/>
              <a:gdLst/>
              <a:ahLst/>
              <a:cxnLst/>
              <a:rect l="l" t="t" r="r" b="b"/>
              <a:pathLst>
                <a:path w="275" h="241" extrusionOk="0">
                  <a:moveTo>
                    <a:pt x="124" y="0"/>
                  </a:moveTo>
                  <a:cubicBezTo>
                    <a:pt x="70" y="0"/>
                    <a:pt x="23" y="41"/>
                    <a:pt x="23" y="97"/>
                  </a:cubicBezTo>
                  <a:cubicBezTo>
                    <a:pt x="0" y="166"/>
                    <a:pt x="46" y="211"/>
                    <a:pt x="92" y="234"/>
                  </a:cubicBezTo>
                  <a:cubicBezTo>
                    <a:pt x="104" y="238"/>
                    <a:pt x="116" y="240"/>
                    <a:pt x="128" y="240"/>
                  </a:cubicBezTo>
                  <a:cubicBezTo>
                    <a:pt x="183" y="240"/>
                    <a:pt x="233" y="199"/>
                    <a:pt x="252" y="143"/>
                  </a:cubicBezTo>
                  <a:cubicBezTo>
                    <a:pt x="274" y="97"/>
                    <a:pt x="229" y="29"/>
                    <a:pt x="160" y="6"/>
                  </a:cubicBezTo>
                  <a:cubicBezTo>
                    <a:pt x="148" y="2"/>
                    <a:pt x="136" y="0"/>
                    <a:pt x="12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2" name="Google Shape;4312;p24"/>
            <p:cNvSpPr/>
            <p:nvPr/>
          </p:nvSpPr>
          <p:spPr>
            <a:xfrm>
              <a:off x="6589250" y="1479550"/>
              <a:ext cx="9725" cy="8850"/>
            </a:xfrm>
            <a:custGeom>
              <a:avLst/>
              <a:gdLst/>
              <a:ahLst/>
              <a:cxnLst/>
              <a:rect l="l" t="t" r="r" b="b"/>
              <a:pathLst>
                <a:path w="389" h="354" extrusionOk="0">
                  <a:moveTo>
                    <a:pt x="184" y="1"/>
                  </a:moveTo>
                  <a:cubicBezTo>
                    <a:pt x="109" y="1"/>
                    <a:pt x="43" y="48"/>
                    <a:pt x="23" y="143"/>
                  </a:cubicBezTo>
                  <a:cubicBezTo>
                    <a:pt x="1" y="235"/>
                    <a:pt x="46" y="326"/>
                    <a:pt x="138" y="349"/>
                  </a:cubicBezTo>
                  <a:cubicBezTo>
                    <a:pt x="150" y="352"/>
                    <a:pt x="162" y="353"/>
                    <a:pt x="175" y="353"/>
                  </a:cubicBezTo>
                  <a:cubicBezTo>
                    <a:pt x="257" y="353"/>
                    <a:pt x="346" y="291"/>
                    <a:pt x="366" y="212"/>
                  </a:cubicBezTo>
                  <a:cubicBezTo>
                    <a:pt x="389" y="121"/>
                    <a:pt x="320" y="29"/>
                    <a:pt x="229" y="6"/>
                  </a:cubicBezTo>
                  <a:cubicBezTo>
                    <a:pt x="214" y="3"/>
                    <a:pt x="198"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3" name="Google Shape;4313;p24"/>
            <p:cNvSpPr/>
            <p:nvPr/>
          </p:nvSpPr>
          <p:spPr>
            <a:xfrm>
              <a:off x="6485400" y="1534900"/>
              <a:ext cx="8000" cy="7175"/>
            </a:xfrm>
            <a:custGeom>
              <a:avLst/>
              <a:gdLst/>
              <a:ahLst/>
              <a:cxnLst/>
              <a:rect l="l" t="t" r="r" b="b"/>
              <a:pathLst>
                <a:path w="320" h="287" extrusionOk="0">
                  <a:moveTo>
                    <a:pt x="147" y="1"/>
                  </a:moveTo>
                  <a:cubicBezTo>
                    <a:pt x="92" y="1"/>
                    <a:pt x="42" y="41"/>
                    <a:pt x="23" y="98"/>
                  </a:cubicBezTo>
                  <a:cubicBezTo>
                    <a:pt x="0" y="166"/>
                    <a:pt x="46" y="258"/>
                    <a:pt x="115" y="280"/>
                  </a:cubicBezTo>
                  <a:cubicBezTo>
                    <a:pt x="130" y="284"/>
                    <a:pt x="145" y="286"/>
                    <a:pt x="159" y="286"/>
                  </a:cubicBezTo>
                  <a:cubicBezTo>
                    <a:pt x="228" y="286"/>
                    <a:pt x="278" y="242"/>
                    <a:pt x="297" y="166"/>
                  </a:cubicBezTo>
                  <a:cubicBezTo>
                    <a:pt x="320" y="98"/>
                    <a:pt x="274" y="6"/>
                    <a:pt x="183" y="6"/>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4" name="Google Shape;4314;p24"/>
            <p:cNvSpPr/>
            <p:nvPr/>
          </p:nvSpPr>
          <p:spPr>
            <a:xfrm>
              <a:off x="5448000" y="1569150"/>
              <a:ext cx="7425" cy="4725"/>
            </a:xfrm>
            <a:custGeom>
              <a:avLst/>
              <a:gdLst/>
              <a:ahLst/>
              <a:cxnLst/>
              <a:rect l="l" t="t" r="r" b="b"/>
              <a:pathLst>
                <a:path w="297" h="189" extrusionOk="0">
                  <a:moveTo>
                    <a:pt x="125" y="0"/>
                  </a:moveTo>
                  <a:cubicBezTo>
                    <a:pt x="69" y="0"/>
                    <a:pt x="19" y="44"/>
                    <a:pt x="0" y="120"/>
                  </a:cubicBezTo>
                  <a:lnTo>
                    <a:pt x="274" y="189"/>
                  </a:lnTo>
                  <a:cubicBezTo>
                    <a:pt x="297" y="120"/>
                    <a:pt x="251" y="29"/>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5" name="Google Shape;4315;p24"/>
            <p:cNvSpPr/>
            <p:nvPr/>
          </p:nvSpPr>
          <p:spPr>
            <a:xfrm>
              <a:off x="6871725" y="1715800"/>
              <a:ext cx="8000" cy="7150"/>
            </a:xfrm>
            <a:custGeom>
              <a:avLst/>
              <a:gdLst/>
              <a:ahLst/>
              <a:cxnLst/>
              <a:rect l="l" t="t" r="r" b="b"/>
              <a:pathLst>
                <a:path w="320" h="286" extrusionOk="0">
                  <a:moveTo>
                    <a:pt x="148" y="0"/>
                  </a:moveTo>
                  <a:cubicBezTo>
                    <a:pt x="92" y="0"/>
                    <a:pt x="42" y="45"/>
                    <a:pt x="23" y="120"/>
                  </a:cubicBezTo>
                  <a:cubicBezTo>
                    <a:pt x="0" y="189"/>
                    <a:pt x="46" y="257"/>
                    <a:pt x="114" y="280"/>
                  </a:cubicBezTo>
                  <a:cubicBezTo>
                    <a:pt x="130" y="284"/>
                    <a:pt x="146" y="286"/>
                    <a:pt x="161" y="286"/>
                  </a:cubicBezTo>
                  <a:cubicBezTo>
                    <a:pt x="228" y="286"/>
                    <a:pt x="278" y="245"/>
                    <a:pt x="297" y="189"/>
                  </a:cubicBezTo>
                  <a:cubicBezTo>
                    <a:pt x="320" y="97"/>
                    <a:pt x="274" y="29"/>
                    <a:pt x="183" y="6"/>
                  </a:cubicBezTo>
                  <a:cubicBezTo>
                    <a:pt x="171" y="2"/>
                    <a:pt x="159" y="0"/>
                    <a:pt x="14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6" name="Google Shape;4316;p24"/>
            <p:cNvSpPr/>
            <p:nvPr/>
          </p:nvSpPr>
          <p:spPr>
            <a:xfrm>
              <a:off x="6868300" y="1744325"/>
              <a:ext cx="6300" cy="5875"/>
            </a:xfrm>
            <a:custGeom>
              <a:avLst/>
              <a:gdLst/>
              <a:ahLst/>
              <a:cxnLst/>
              <a:rect l="l" t="t" r="r" b="b"/>
              <a:pathLst>
                <a:path w="252" h="235" extrusionOk="0">
                  <a:moveTo>
                    <a:pt x="111" y="0"/>
                  </a:moveTo>
                  <a:cubicBezTo>
                    <a:pt x="69" y="0"/>
                    <a:pt x="19" y="41"/>
                    <a:pt x="0" y="98"/>
                  </a:cubicBezTo>
                  <a:cubicBezTo>
                    <a:pt x="0" y="143"/>
                    <a:pt x="23" y="212"/>
                    <a:pt x="92" y="235"/>
                  </a:cubicBezTo>
                  <a:cubicBezTo>
                    <a:pt x="137" y="235"/>
                    <a:pt x="206" y="212"/>
                    <a:pt x="228" y="143"/>
                  </a:cubicBezTo>
                  <a:cubicBezTo>
                    <a:pt x="251" y="75"/>
                    <a:pt x="206" y="29"/>
                    <a:pt x="137" y="6"/>
                  </a:cubicBezTo>
                  <a:cubicBezTo>
                    <a:pt x="129" y="2"/>
                    <a:pt x="120" y="0"/>
                    <a:pt x="11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7" name="Google Shape;4317;p24"/>
            <p:cNvSpPr/>
            <p:nvPr/>
          </p:nvSpPr>
          <p:spPr>
            <a:xfrm>
              <a:off x="6243450" y="1783175"/>
              <a:ext cx="10875" cy="6400"/>
            </a:xfrm>
            <a:custGeom>
              <a:avLst/>
              <a:gdLst/>
              <a:ahLst/>
              <a:cxnLst/>
              <a:rect l="l" t="t" r="r" b="b"/>
              <a:pathLst>
                <a:path w="435" h="256" extrusionOk="0">
                  <a:moveTo>
                    <a:pt x="209" y="0"/>
                  </a:moveTo>
                  <a:cubicBezTo>
                    <a:pt x="115" y="0"/>
                    <a:pt x="40" y="65"/>
                    <a:pt x="1" y="164"/>
                  </a:cubicBezTo>
                  <a:lnTo>
                    <a:pt x="389" y="256"/>
                  </a:lnTo>
                  <a:cubicBezTo>
                    <a:pt x="434" y="141"/>
                    <a:pt x="366" y="27"/>
                    <a:pt x="252" y="4"/>
                  </a:cubicBezTo>
                  <a:cubicBezTo>
                    <a:pt x="237" y="2"/>
                    <a:pt x="222" y="0"/>
                    <a:pt x="20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8" name="Google Shape;4318;p24"/>
            <p:cNvSpPr/>
            <p:nvPr/>
          </p:nvSpPr>
          <p:spPr>
            <a:xfrm>
              <a:off x="5840575" y="1121200"/>
              <a:ext cx="8025" cy="7700"/>
            </a:xfrm>
            <a:custGeom>
              <a:avLst/>
              <a:gdLst/>
              <a:ahLst/>
              <a:cxnLst/>
              <a:rect l="l" t="t" r="r" b="b"/>
              <a:pathLst>
                <a:path w="321" h="308" extrusionOk="0">
                  <a:moveTo>
                    <a:pt x="161" y="0"/>
                  </a:moveTo>
                  <a:cubicBezTo>
                    <a:pt x="93" y="0"/>
                    <a:pt x="43" y="45"/>
                    <a:pt x="24" y="120"/>
                  </a:cubicBezTo>
                  <a:cubicBezTo>
                    <a:pt x="1" y="189"/>
                    <a:pt x="47" y="280"/>
                    <a:pt x="138" y="303"/>
                  </a:cubicBezTo>
                  <a:cubicBezTo>
                    <a:pt x="147" y="306"/>
                    <a:pt x="157" y="307"/>
                    <a:pt x="166" y="307"/>
                  </a:cubicBezTo>
                  <a:cubicBezTo>
                    <a:pt x="230" y="307"/>
                    <a:pt x="301" y="248"/>
                    <a:pt x="320" y="189"/>
                  </a:cubicBezTo>
                  <a:cubicBezTo>
                    <a:pt x="320" y="97"/>
                    <a:pt x="275"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9" name="Google Shape;4319;p24"/>
            <p:cNvSpPr/>
            <p:nvPr/>
          </p:nvSpPr>
          <p:spPr>
            <a:xfrm>
              <a:off x="5744725" y="1028750"/>
              <a:ext cx="8000" cy="7700"/>
            </a:xfrm>
            <a:custGeom>
              <a:avLst/>
              <a:gdLst/>
              <a:ahLst/>
              <a:cxnLst/>
              <a:rect l="l" t="t" r="r" b="b"/>
              <a:pathLst>
                <a:path w="320" h="308" extrusionOk="0">
                  <a:moveTo>
                    <a:pt x="161" y="1"/>
                  </a:moveTo>
                  <a:cubicBezTo>
                    <a:pt x="92" y="1"/>
                    <a:pt x="42" y="45"/>
                    <a:pt x="23" y="121"/>
                  </a:cubicBezTo>
                  <a:cubicBezTo>
                    <a:pt x="0" y="189"/>
                    <a:pt x="46" y="280"/>
                    <a:pt x="114" y="303"/>
                  </a:cubicBezTo>
                  <a:cubicBezTo>
                    <a:pt x="127" y="306"/>
                    <a:pt x="139" y="308"/>
                    <a:pt x="151" y="308"/>
                  </a:cubicBezTo>
                  <a:cubicBezTo>
                    <a:pt x="228" y="308"/>
                    <a:pt x="297" y="248"/>
                    <a:pt x="297" y="189"/>
                  </a:cubicBezTo>
                  <a:cubicBezTo>
                    <a:pt x="320" y="98"/>
                    <a:pt x="274" y="29"/>
                    <a:pt x="206" y="6"/>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0" name="Google Shape;4320;p24"/>
            <p:cNvSpPr/>
            <p:nvPr/>
          </p:nvSpPr>
          <p:spPr>
            <a:xfrm>
              <a:off x="6021475" y="1322675"/>
              <a:ext cx="10300" cy="9400"/>
            </a:xfrm>
            <a:custGeom>
              <a:avLst/>
              <a:gdLst/>
              <a:ahLst/>
              <a:cxnLst/>
              <a:rect l="l" t="t" r="r" b="b"/>
              <a:pathLst>
                <a:path w="412" h="376" extrusionOk="0">
                  <a:moveTo>
                    <a:pt x="215" y="0"/>
                  </a:moveTo>
                  <a:cubicBezTo>
                    <a:pt x="132" y="0"/>
                    <a:pt x="43" y="62"/>
                    <a:pt x="23" y="141"/>
                  </a:cubicBezTo>
                  <a:cubicBezTo>
                    <a:pt x="0" y="256"/>
                    <a:pt x="69" y="347"/>
                    <a:pt x="160" y="370"/>
                  </a:cubicBezTo>
                  <a:cubicBezTo>
                    <a:pt x="175" y="373"/>
                    <a:pt x="191" y="375"/>
                    <a:pt x="207" y="375"/>
                  </a:cubicBezTo>
                  <a:cubicBezTo>
                    <a:pt x="287" y="375"/>
                    <a:pt x="369" y="328"/>
                    <a:pt x="389" y="233"/>
                  </a:cubicBezTo>
                  <a:cubicBezTo>
                    <a:pt x="411" y="141"/>
                    <a:pt x="366" y="27"/>
                    <a:pt x="252" y="4"/>
                  </a:cubicBezTo>
                  <a:cubicBezTo>
                    <a:pt x="240" y="1"/>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1" name="Google Shape;4321;p24"/>
            <p:cNvSpPr/>
            <p:nvPr/>
          </p:nvSpPr>
          <p:spPr>
            <a:xfrm>
              <a:off x="5918750" y="1214250"/>
              <a:ext cx="9175" cy="8800"/>
            </a:xfrm>
            <a:custGeom>
              <a:avLst/>
              <a:gdLst/>
              <a:ahLst/>
              <a:cxnLst/>
              <a:rect l="l" t="t" r="r" b="b"/>
              <a:pathLst>
                <a:path w="367" h="352" extrusionOk="0">
                  <a:moveTo>
                    <a:pt x="193" y="0"/>
                  </a:moveTo>
                  <a:cubicBezTo>
                    <a:pt x="115" y="0"/>
                    <a:pt x="44" y="62"/>
                    <a:pt x="24" y="142"/>
                  </a:cubicBezTo>
                  <a:cubicBezTo>
                    <a:pt x="1" y="233"/>
                    <a:pt x="47" y="324"/>
                    <a:pt x="138" y="347"/>
                  </a:cubicBezTo>
                  <a:cubicBezTo>
                    <a:pt x="150" y="350"/>
                    <a:pt x="162" y="351"/>
                    <a:pt x="174" y="351"/>
                  </a:cubicBezTo>
                  <a:cubicBezTo>
                    <a:pt x="252" y="351"/>
                    <a:pt x="323" y="289"/>
                    <a:pt x="343" y="210"/>
                  </a:cubicBezTo>
                  <a:cubicBezTo>
                    <a:pt x="366" y="119"/>
                    <a:pt x="298" y="27"/>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2" name="Google Shape;4322;p24"/>
            <p:cNvSpPr/>
            <p:nvPr/>
          </p:nvSpPr>
          <p:spPr>
            <a:xfrm>
              <a:off x="6280550" y="1778600"/>
              <a:ext cx="9725" cy="8800"/>
            </a:xfrm>
            <a:custGeom>
              <a:avLst/>
              <a:gdLst/>
              <a:ahLst/>
              <a:cxnLst/>
              <a:rect l="l" t="t" r="r" b="b"/>
              <a:pathLst>
                <a:path w="389" h="352" extrusionOk="0">
                  <a:moveTo>
                    <a:pt x="193" y="0"/>
                  </a:moveTo>
                  <a:cubicBezTo>
                    <a:pt x="114" y="0"/>
                    <a:pt x="43" y="63"/>
                    <a:pt x="23" y="142"/>
                  </a:cubicBezTo>
                  <a:cubicBezTo>
                    <a:pt x="0" y="233"/>
                    <a:pt x="69" y="324"/>
                    <a:pt x="160" y="347"/>
                  </a:cubicBezTo>
                  <a:cubicBezTo>
                    <a:pt x="169" y="350"/>
                    <a:pt x="179" y="352"/>
                    <a:pt x="189" y="352"/>
                  </a:cubicBezTo>
                  <a:cubicBezTo>
                    <a:pt x="257" y="352"/>
                    <a:pt x="346" y="290"/>
                    <a:pt x="365" y="210"/>
                  </a:cubicBezTo>
                  <a:cubicBezTo>
                    <a:pt x="388" y="119"/>
                    <a:pt x="320" y="28"/>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3" name="Google Shape;4323;p24"/>
            <p:cNvSpPr/>
            <p:nvPr/>
          </p:nvSpPr>
          <p:spPr>
            <a:xfrm>
              <a:off x="5959275" y="1432175"/>
              <a:ext cx="6300" cy="5475"/>
            </a:xfrm>
            <a:custGeom>
              <a:avLst/>
              <a:gdLst/>
              <a:ahLst/>
              <a:cxnLst/>
              <a:rect l="l" t="t" r="r" b="b"/>
              <a:pathLst>
                <a:path w="252" h="219" extrusionOk="0">
                  <a:moveTo>
                    <a:pt x="123" y="1"/>
                  </a:moveTo>
                  <a:cubicBezTo>
                    <a:pt x="69" y="1"/>
                    <a:pt x="23" y="38"/>
                    <a:pt x="23" y="75"/>
                  </a:cubicBezTo>
                  <a:cubicBezTo>
                    <a:pt x="1" y="144"/>
                    <a:pt x="46" y="190"/>
                    <a:pt x="92" y="212"/>
                  </a:cubicBezTo>
                  <a:cubicBezTo>
                    <a:pt x="104" y="217"/>
                    <a:pt x="117" y="218"/>
                    <a:pt x="129" y="218"/>
                  </a:cubicBezTo>
                  <a:cubicBezTo>
                    <a:pt x="183" y="218"/>
                    <a:pt x="229" y="181"/>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4" name="Google Shape;4324;p24"/>
            <p:cNvSpPr/>
            <p:nvPr/>
          </p:nvSpPr>
          <p:spPr>
            <a:xfrm>
              <a:off x="5970125" y="1422625"/>
              <a:ext cx="6875" cy="6450"/>
            </a:xfrm>
            <a:custGeom>
              <a:avLst/>
              <a:gdLst/>
              <a:ahLst/>
              <a:cxnLst/>
              <a:rect l="l" t="t" r="r" b="b"/>
              <a:pathLst>
                <a:path w="275" h="258" extrusionOk="0">
                  <a:moveTo>
                    <a:pt x="160" y="1"/>
                  </a:moveTo>
                  <a:cubicBezTo>
                    <a:pt x="92" y="1"/>
                    <a:pt x="23" y="24"/>
                    <a:pt x="23" y="92"/>
                  </a:cubicBezTo>
                  <a:cubicBezTo>
                    <a:pt x="0" y="161"/>
                    <a:pt x="46" y="229"/>
                    <a:pt x="92" y="252"/>
                  </a:cubicBezTo>
                  <a:cubicBezTo>
                    <a:pt x="104" y="256"/>
                    <a:pt x="116" y="258"/>
                    <a:pt x="128" y="258"/>
                  </a:cubicBezTo>
                  <a:cubicBezTo>
                    <a:pt x="183" y="258"/>
                    <a:pt x="232" y="217"/>
                    <a:pt x="251" y="161"/>
                  </a:cubicBezTo>
                  <a:cubicBezTo>
                    <a:pt x="274" y="92"/>
                    <a:pt x="228"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5" name="Google Shape;4325;p24"/>
            <p:cNvSpPr/>
            <p:nvPr/>
          </p:nvSpPr>
          <p:spPr>
            <a:xfrm>
              <a:off x="6725625" y="1401950"/>
              <a:ext cx="10875" cy="9400"/>
            </a:xfrm>
            <a:custGeom>
              <a:avLst/>
              <a:gdLst/>
              <a:ahLst/>
              <a:cxnLst/>
              <a:rect l="l" t="t" r="r" b="b"/>
              <a:pathLst>
                <a:path w="435" h="376" extrusionOk="0">
                  <a:moveTo>
                    <a:pt x="220" y="0"/>
                  </a:moveTo>
                  <a:cubicBezTo>
                    <a:pt x="132" y="0"/>
                    <a:pt x="66" y="48"/>
                    <a:pt x="47" y="143"/>
                  </a:cubicBezTo>
                  <a:cubicBezTo>
                    <a:pt x="1" y="234"/>
                    <a:pt x="69" y="349"/>
                    <a:pt x="161" y="371"/>
                  </a:cubicBezTo>
                  <a:cubicBezTo>
                    <a:pt x="176" y="374"/>
                    <a:pt x="190" y="376"/>
                    <a:pt x="204" y="376"/>
                  </a:cubicBezTo>
                  <a:cubicBezTo>
                    <a:pt x="298" y="376"/>
                    <a:pt x="369" y="314"/>
                    <a:pt x="389" y="234"/>
                  </a:cubicBezTo>
                  <a:cubicBezTo>
                    <a:pt x="435" y="120"/>
                    <a:pt x="366" y="29"/>
                    <a:pt x="275" y="6"/>
                  </a:cubicBezTo>
                  <a:cubicBezTo>
                    <a:pt x="256" y="2"/>
                    <a:pt x="237"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6" name="Google Shape;4326;p24"/>
            <p:cNvSpPr/>
            <p:nvPr/>
          </p:nvSpPr>
          <p:spPr>
            <a:xfrm>
              <a:off x="6704525" y="1685550"/>
              <a:ext cx="10300" cy="8875"/>
            </a:xfrm>
            <a:custGeom>
              <a:avLst/>
              <a:gdLst/>
              <a:ahLst/>
              <a:cxnLst/>
              <a:rect l="l" t="t" r="r" b="b"/>
              <a:pathLst>
                <a:path w="412" h="355" extrusionOk="0">
                  <a:moveTo>
                    <a:pt x="206" y="1"/>
                  </a:moveTo>
                  <a:cubicBezTo>
                    <a:pt x="132" y="1"/>
                    <a:pt x="65" y="48"/>
                    <a:pt x="46" y="143"/>
                  </a:cubicBezTo>
                  <a:cubicBezTo>
                    <a:pt x="0" y="235"/>
                    <a:pt x="69" y="326"/>
                    <a:pt x="160" y="349"/>
                  </a:cubicBezTo>
                  <a:cubicBezTo>
                    <a:pt x="175" y="353"/>
                    <a:pt x="191" y="354"/>
                    <a:pt x="207" y="354"/>
                  </a:cubicBezTo>
                  <a:cubicBezTo>
                    <a:pt x="287" y="354"/>
                    <a:pt x="369" y="307"/>
                    <a:pt x="388" y="212"/>
                  </a:cubicBezTo>
                  <a:cubicBezTo>
                    <a:pt x="411" y="120"/>
                    <a:pt x="343" y="29"/>
                    <a:pt x="251" y="6"/>
                  </a:cubicBezTo>
                  <a:cubicBezTo>
                    <a:pt x="236" y="3"/>
                    <a:pt x="221" y="1"/>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7" name="Google Shape;4327;p24"/>
            <p:cNvSpPr/>
            <p:nvPr/>
          </p:nvSpPr>
          <p:spPr>
            <a:xfrm>
              <a:off x="6188100" y="1518950"/>
              <a:ext cx="10875" cy="9950"/>
            </a:xfrm>
            <a:custGeom>
              <a:avLst/>
              <a:gdLst/>
              <a:ahLst/>
              <a:cxnLst/>
              <a:rect l="l" t="t" r="r" b="b"/>
              <a:pathLst>
                <a:path w="435" h="398" extrusionOk="0">
                  <a:moveTo>
                    <a:pt x="231" y="1"/>
                  </a:moveTo>
                  <a:cubicBezTo>
                    <a:pt x="137" y="1"/>
                    <a:pt x="63" y="63"/>
                    <a:pt x="23" y="142"/>
                  </a:cubicBezTo>
                  <a:cubicBezTo>
                    <a:pt x="0" y="256"/>
                    <a:pt x="69" y="371"/>
                    <a:pt x="183" y="393"/>
                  </a:cubicBezTo>
                  <a:cubicBezTo>
                    <a:pt x="195" y="396"/>
                    <a:pt x="207" y="398"/>
                    <a:pt x="220" y="398"/>
                  </a:cubicBezTo>
                  <a:cubicBezTo>
                    <a:pt x="303" y="398"/>
                    <a:pt x="391" y="336"/>
                    <a:pt x="411" y="256"/>
                  </a:cubicBezTo>
                  <a:cubicBezTo>
                    <a:pt x="434" y="142"/>
                    <a:pt x="366" y="28"/>
                    <a:pt x="274" y="5"/>
                  </a:cubicBezTo>
                  <a:cubicBezTo>
                    <a:pt x="259"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8" name="Google Shape;4328;p24"/>
            <p:cNvSpPr/>
            <p:nvPr/>
          </p:nvSpPr>
          <p:spPr>
            <a:xfrm>
              <a:off x="6388400" y="1590975"/>
              <a:ext cx="6875" cy="6450"/>
            </a:xfrm>
            <a:custGeom>
              <a:avLst/>
              <a:gdLst/>
              <a:ahLst/>
              <a:cxnLst/>
              <a:rect l="l" t="t" r="r" b="b"/>
              <a:pathLst>
                <a:path w="275" h="258" extrusionOk="0">
                  <a:moveTo>
                    <a:pt x="160" y="0"/>
                  </a:moveTo>
                  <a:cubicBezTo>
                    <a:pt x="91" y="0"/>
                    <a:pt x="23" y="23"/>
                    <a:pt x="0" y="92"/>
                  </a:cubicBezTo>
                  <a:cubicBezTo>
                    <a:pt x="0" y="160"/>
                    <a:pt x="46" y="229"/>
                    <a:pt x="114" y="251"/>
                  </a:cubicBezTo>
                  <a:cubicBezTo>
                    <a:pt x="122" y="255"/>
                    <a:pt x="132" y="257"/>
                    <a:pt x="142" y="257"/>
                  </a:cubicBezTo>
                  <a:cubicBezTo>
                    <a:pt x="189" y="257"/>
                    <a:pt x="251"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9" name="Google Shape;4329;p24"/>
            <p:cNvSpPr/>
            <p:nvPr/>
          </p:nvSpPr>
          <p:spPr>
            <a:xfrm>
              <a:off x="6388400" y="1611975"/>
              <a:ext cx="11425" cy="9975"/>
            </a:xfrm>
            <a:custGeom>
              <a:avLst/>
              <a:gdLst/>
              <a:ahLst/>
              <a:cxnLst/>
              <a:rect l="l" t="t" r="r" b="b"/>
              <a:pathLst>
                <a:path w="457" h="399" extrusionOk="0">
                  <a:moveTo>
                    <a:pt x="230" y="0"/>
                  </a:moveTo>
                  <a:cubicBezTo>
                    <a:pt x="132" y="0"/>
                    <a:pt x="43" y="65"/>
                    <a:pt x="23" y="165"/>
                  </a:cubicBezTo>
                  <a:cubicBezTo>
                    <a:pt x="0" y="256"/>
                    <a:pt x="69" y="370"/>
                    <a:pt x="183" y="393"/>
                  </a:cubicBezTo>
                  <a:cubicBezTo>
                    <a:pt x="198" y="397"/>
                    <a:pt x="214" y="399"/>
                    <a:pt x="230" y="399"/>
                  </a:cubicBezTo>
                  <a:cubicBezTo>
                    <a:pt x="310" y="399"/>
                    <a:pt x="392" y="351"/>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0" name="Google Shape;4330;p24"/>
            <p:cNvSpPr/>
            <p:nvPr/>
          </p:nvSpPr>
          <p:spPr>
            <a:xfrm>
              <a:off x="6497375" y="1253000"/>
              <a:ext cx="6875" cy="5900"/>
            </a:xfrm>
            <a:custGeom>
              <a:avLst/>
              <a:gdLst/>
              <a:ahLst/>
              <a:cxnLst/>
              <a:rect l="l" t="t" r="r" b="b"/>
              <a:pathLst>
                <a:path w="275" h="236" extrusionOk="0">
                  <a:moveTo>
                    <a:pt x="134" y="1"/>
                  </a:moveTo>
                  <a:cubicBezTo>
                    <a:pt x="91" y="1"/>
                    <a:pt x="42" y="38"/>
                    <a:pt x="24" y="75"/>
                  </a:cubicBezTo>
                  <a:cubicBezTo>
                    <a:pt x="1" y="144"/>
                    <a:pt x="46" y="212"/>
                    <a:pt x="115" y="235"/>
                  </a:cubicBezTo>
                  <a:cubicBezTo>
                    <a:pt x="161" y="235"/>
                    <a:pt x="229" y="212"/>
                    <a:pt x="252" y="144"/>
                  </a:cubicBezTo>
                  <a:cubicBezTo>
                    <a:pt x="275" y="75"/>
                    <a:pt x="229" y="7"/>
                    <a:pt x="161"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1" name="Google Shape;4331;p24"/>
            <p:cNvSpPr/>
            <p:nvPr/>
          </p:nvSpPr>
          <p:spPr>
            <a:xfrm>
              <a:off x="6746750" y="1478400"/>
              <a:ext cx="9150" cy="8325"/>
            </a:xfrm>
            <a:custGeom>
              <a:avLst/>
              <a:gdLst/>
              <a:ahLst/>
              <a:cxnLst/>
              <a:rect l="l" t="t" r="r" b="b"/>
              <a:pathLst>
                <a:path w="366" h="333"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30"/>
                    <a:pt x="229"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2" name="Google Shape;4332;p24"/>
            <p:cNvSpPr/>
            <p:nvPr/>
          </p:nvSpPr>
          <p:spPr>
            <a:xfrm>
              <a:off x="6710800" y="1642750"/>
              <a:ext cx="8000" cy="7175"/>
            </a:xfrm>
            <a:custGeom>
              <a:avLst/>
              <a:gdLst/>
              <a:ahLst/>
              <a:cxnLst/>
              <a:rect l="l" t="t" r="r" b="b"/>
              <a:pathLst>
                <a:path w="320" h="287" extrusionOk="0">
                  <a:moveTo>
                    <a:pt x="145" y="1"/>
                  </a:moveTo>
                  <a:cubicBezTo>
                    <a:pt x="85" y="1"/>
                    <a:pt x="23" y="41"/>
                    <a:pt x="23" y="98"/>
                  </a:cubicBezTo>
                  <a:cubicBezTo>
                    <a:pt x="0" y="189"/>
                    <a:pt x="46" y="258"/>
                    <a:pt x="115" y="280"/>
                  </a:cubicBezTo>
                  <a:cubicBezTo>
                    <a:pt x="126" y="284"/>
                    <a:pt x="139" y="286"/>
                    <a:pt x="151" y="286"/>
                  </a:cubicBezTo>
                  <a:cubicBezTo>
                    <a:pt x="212" y="286"/>
                    <a:pt x="278" y="242"/>
                    <a:pt x="297" y="166"/>
                  </a:cubicBezTo>
                  <a:cubicBezTo>
                    <a:pt x="320" y="98"/>
                    <a:pt x="274" y="29"/>
                    <a:pt x="183" y="6"/>
                  </a:cubicBezTo>
                  <a:cubicBezTo>
                    <a:pt x="171" y="2"/>
                    <a:pt x="158" y="1"/>
                    <a:pt x="14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3" name="Google Shape;4333;p24"/>
            <p:cNvSpPr/>
            <p:nvPr/>
          </p:nvSpPr>
          <p:spPr>
            <a:xfrm>
              <a:off x="6239450" y="1672575"/>
              <a:ext cx="8025" cy="7550"/>
            </a:xfrm>
            <a:custGeom>
              <a:avLst/>
              <a:gdLst/>
              <a:ahLst/>
              <a:cxnLst/>
              <a:rect l="l" t="t" r="r" b="b"/>
              <a:pathLst>
                <a:path w="321" h="302" extrusionOk="0">
                  <a:moveTo>
                    <a:pt x="206" y="0"/>
                  </a:moveTo>
                  <a:cubicBezTo>
                    <a:pt x="138" y="0"/>
                    <a:pt x="46" y="46"/>
                    <a:pt x="24" y="114"/>
                  </a:cubicBezTo>
                  <a:cubicBezTo>
                    <a:pt x="1" y="183"/>
                    <a:pt x="46" y="274"/>
                    <a:pt x="138" y="297"/>
                  </a:cubicBezTo>
                  <a:cubicBezTo>
                    <a:pt x="147" y="300"/>
                    <a:pt x="156" y="302"/>
                    <a:pt x="166" y="302"/>
                  </a:cubicBezTo>
                  <a:cubicBezTo>
                    <a:pt x="229" y="302"/>
                    <a:pt x="297" y="242"/>
                    <a:pt x="297" y="183"/>
                  </a:cubicBezTo>
                  <a:cubicBezTo>
                    <a:pt x="320" y="114"/>
                    <a:pt x="275" y="23"/>
                    <a:pt x="2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4" name="Google Shape;4334;p24"/>
            <p:cNvSpPr/>
            <p:nvPr/>
          </p:nvSpPr>
          <p:spPr>
            <a:xfrm>
              <a:off x="6507075" y="1246725"/>
              <a:ext cx="11450" cy="10250"/>
            </a:xfrm>
            <a:custGeom>
              <a:avLst/>
              <a:gdLst/>
              <a:ahLst/>
              <a:cxnLst/>
              <a:rect l="l" t="t" r="r" b="b"/>
              <a:pathLst>
                <a:path w="458" h="410" extrusionOk="0">
                  <a:moveTo>
                    <a:pt x="218" y="1"/>
                  </a:moveTo>
                  <a:cubicBezTo>
                    <a:pt x="125" y="1"/>
                    <a:pt x="43" y="49"/>
                    <a:pt x="24" y="144"/>
                  </a:cubicBezTo>
                  <a:cubicBezTo>
                    <a:pt x="1" y="258"/>
                    <a:pt x="69" y="372"/>
                    <a:pt x="161" y="395"/>
                  </a:cubicBezTo>
                  <a:cubicBezTo>
                    <a:pt x="185" y="404"/>
                    <a:pt x="209" y="409"/>
                    <a:pt x="233" y="409"/>
                  </a:cubicBezTo>
                  <a:cubicBezTo>
                    <a:pt x="319" y="409"/>
                    <a:pt x="394" y="348"/>
                    <a:pt x="412" y="258"/>
                  </a:cubicBezTo>
                  <a:cubicBezTo>
                    <a:pt x="457" y="144"/>
                    <a:pt x="389" y="30"/>
                    <a:pt x="275" y="7"/>
                  </a:cubicBezTo>
                  <a:cubicBezTo>
                    <a:pt x="256" y="3"/>
                    <a:pt x="237" y="1"/>
                    <a:pt x="21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5" name="Google Shape;4335;p24"/>
            <p:cNvSpPr/>
            <p:nvPr/>
          </p:nvSpPr>
          <p:spPr>
            <a:xfrm>
              <a:off x="5658550" y="1606225"/>
              <a:ext cx="7450" cy="6600"/>
            </a:xfrm>
            <a:custGeom>
              <a:avLst/>
              <a:gdLst/>
              <a:ahLst/>
              <a:cxnLst/>
              <a:rect l="l" t="t" r="r" b="b"/>
              <a:pathLst>
                <a:path w="298" h="264" extrusionOk="0">
                  <a:moveTo>
                    <a:pt x="147" y="1"/>
                  </a:moveTo>
                  <a:cubicBezTo>
                    <a:pt x="92" y="1"/>
                    <a:pt x="42" y="42"/>
                    <a:pt x="23" y="98"/>
                  </a:cubicBezTo>
                  <a:cubicBezTo>
                    <a:pt x="1" y="166"/>
                    <a:pt x="46" y="235"/>
                    <a:pt x="115" y="258"/>
                  </a:cubicBezTo>
                  <a:cubicBezTo>
                    <a:pt x="131" y="262"/>
                    <a:pt x="146" y="264"/>
                    <a:pt x="161" y="264"/>
                  </a:cubicBezTo>
                  <a:cubicBezTo>
                    <a:pt x="228" y="264"/>
                    <a:pt x="274" y="223"/>
                    <a:pt x="274" y="166"/>
                  </a:cubicBezTo>
                  <a:cubicBezTo>
                    <a:pt x="297" y="98"/>
                    <a:pt x="252"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6" name="Google Shape;4336;p24"/>
            <p:cNvSpPr/>
            <p:nvPr/>
          </p:nvSpPr>
          <p:spPr>
            <a:xfrm>
              <a:off x="6769000" y="1557875"/>
              <a:ext cx="7450" cy="7025"/>
            </a:xfrm>
            <a:custGeom>
              <a:avLst/>
              <a:gdLst/>
              <a:ahLst/>
              <a:cxnLst/>
              <a:rect l="l" t="t" r="r" b="b"/>
              <a:pathLst>
                <a:path w="298" h="281" extrusionOk="0">
                  <a:moveTo>
                    <a:pt x="183" y="0"/>
                  </a:moveTo>
                  <a:cubicBezTo>
                    <a:pt x="115" y="0"/>
                    <a:pt x="46" y="46"/>
                    <a:pt x="23" y="115"/>
                  </a:cubicBezTo>
                  <a:cubicBezTo>
                    <a:pt x="1" y="183"/>
                    <a:pt x="46" y="252"/>
                    <a:pt x="115" y="274"/>
                  </a:cubicBezTo>
                  <a:cubicBezTo>
                    <a:pt x="127" y="278"/>
                    <a:pt x="140" y="280"/>
                    <a:pt x="153" y="280"/>
                  </a:cubicBezTo>
                  <a:cubicBezTo>
                    <a:pt x="213" y="280"/>
                    <a:pt x="275" y="239"/>
                    <a:pt x="275"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7" name="Google Shape;4337;p24"/>
            <p:cNvSpPr/>
            <p:nvPr/>
          </p:nvSpPr>
          <p:spPr>
            <a:xfrm>
              <a:off x="6642325" y="1483550"/>
              <a:ext cx="9150" cy="8275"/>
            </a:xfrm>
            <a:custGeom>
              <a:avLst/>
              <a:gdLst/>
              <a:ahLst/>
              <a:cxnLst/>
              <a:rect l="l" t="t" r="r" b="b"/>
              <a:pathLst>
                <a:path w="366" h="331" extrusionOk="0">
                  <a:moveTo>
                    <a:pt x="182" y="0"/>
                  </a:moveTo>
                  <a:cubicBezTo>
                    <a:pt x="108" y="0"/>
                    <a:pt x="42" y="45"/>
                    <a:pt x="23" y="120"/>
                  </a:cubicBezTo>
                  <a:cubicBezTo>
                    <a:pt x="0" y="212"/>
                    <a:pt x="69" y="303"/>
                    <a:pt x="160" y="326"/>
                  </a:cubicBezTo>
                  <a:cubicBezTo>
                    <a:pt x="172" y="329"/>
                    <a:pt x="184" y="330"/>
                    <a:pt x="196" y="330"/>
                  </a:cubicBezTo>
                  <a:cubicBezTo>
                    <a:pt x="269" y="330"/>
                    <a:pt x="323" y="271"/>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8" name="Google Shape;4338;p24"/>
            <p:cNvSpPr/>
            <p:nvPr/>
          </p:nvSpPr>
          <p:spPr>
            <a:xfrm>
              <a:off x="6686250" y="1541175"/>
              <a:ext cx="6875" cy="6450"/>
            </a:xfrm>
            <a:custGeom>
              <a:avLst/>
              <a:gdLst/>
              <a:ahLst/>
              <a:cxnLst/>
              <a:rect l="l" t="t" r="r" b="b"/>
              <a:pathLst>
                <a:path w="275" h="258" extrusionOk="0">
                  <a:moveTo>
                    <a:pt x="147" y="1"/>
                  </a:moveTo>
                  <a:cubicBezTo>
                    <a:pt x="92" y="1"/>
                    <a:pt x="43" y="41"/>
                    <a:pt x="24" y="98"/>
                  </a:cubicBezTo>
                  <a:cubicBezTo>
                    <a:pt x="1" y="166"/>
                    <a:pt x="47" y="235"/>
                    <a:pt x="115" y="258"/>
                  </a:cubicBezTo>
                  <a:cubicBezTo>
                    <a:pt x="184" y="258"/>
                    <a:pt x="252" y="235"/>
                    <a:pt x="275" y="166"/>
                  </a:cubicBezTo>
                  <a:cubicBezTo>
                    <a:pt x="275" y="98"/>
                    <a:pt x="229" y="29"/>
                    <a:pt x="184" y="7"/>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9" name="Google Shape;4339;p24"/>
            <p:cNvSpPr/>
            <p:nvPr/>
          </p:nvSpPr>
          <p:spPr>
            <a:xfrm>
              <a:off x="5208900" y="942175"/>
              <a:ext cx="6300" cy="5875"/>
            </a:xfrm>
            <a:custGeom>
              <a:avLst/>
              <a:gdLst/>
              <a:ahLst/>
              <a:cxnLst/>
              <a:rect l="l" t="t" r="r" b="b"/>
              <a:pathLst>
                <a:path w="252" h="235" extrusionOk="0">
                  <a:moveTo>
                    <a:pt x="160" y="0"/>
                  </a:moveTo>
                  <a:cubicBezTo>
                    <a:pt x="92" y="0"/>
                    <a:pt x="23" y="23"/>
                    <a:pt x="0" y="91"/>
                  </a:cubicBezTo>
                  <a:cubicBezTo>
                    <a:pt x="0" y="160"/>
                    <a:pt x="23" y="228"/>
                    <a:pt x="92" y="228"/>
                  </a:cubicBezTo>
                  <a:cubicBezTo>
                    <a:pt x="104" y="232"/>
                    <a:pt x="116" y="234"/>
                    <a:pt x="128" y="234"/>
                  </a:cubicBezTo>
                  <a:cubicBezTo>
                    <a:pt x="182" y="234"/>
                    <a:pt x="228" y="193"/>
                    <a:pt x="228" y="137"/>
                  </a:cubicBezTo>
                  <a:cubicBezTo>
                    <a:pt x="251" y="91"/>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0" name="Google Shape;4340;p24"/>
            <p:cNvSpPr/>
            <p:nvPr/>
          </p:nvSpPr>
          <p:spPr>
            <a:xfrm>
              <a:off x="6297100" y="1002500"/>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5" y="291"/>
                    <a:pt x="365" y="212"/>
                  </a:cubicBezTo>
                  <a:cubicBezTo>
                    <a:pt x="388" y="121"/>
                    <a:pt x="320" y="29"/>
                    <a:pt x="228"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1" name="Google Shape;4341;p24"/>
            <p:cNvSpPr/>
            <p:nvPr/>
          </p:nvSpPr>
          <p:spPr>
            <a:xfrm>
              <a:off x="6605225" y="1625625"/>
              <a:ext cx="10875" cy="9425"/>
            </a:xfrm>
            <a:custGeom>
              <a:avLst/>
              <a:gdLst/>
              <a:ahLst/>
              <a:cxnLst/>
              <a:rect l="l" t="t" r="r" b="b"/>
              <a:pathLst>
                <a:path w="435" h="377" extrusionOk="0">
                  <a:moveTo>
                    <a:pt x="220" y="1"/>
                  </a:moveTo>
                  <a:cubicBezTo>
                    <a:pt x="131" y="1"/>
                    <a:pt x="62" y="49"/>
                    <a:pt x="24" y="144"/>
                  </a:cubicBezTo>
                  <a:cubicBezTo>
                    <a:pt x="1" y="235"/>
                    <a:pt x="69" y="349"/>
                    <a:pt x="161" y="372"/>
                  </a:cubicBezTo>
                  <a:cubicBezTo>
                    <a:pt x="176" y="375"/>
                    <a:pt x="190" y="376"/>
                    <a:pt x="204" y="376"/>
                  </a:cubicBezTo>
                  <a:cubicBezTo>
                    <a:pt x="298" y="376"/>
                    <a:pt x="369" y="314"/>
                    <a:pt x="389" y="235"/>
                  </a:cubicBezTo>
                  <a:cubicBezTo>
                    <a:pt x="434" y="121"/>
                    <a:pt x="366" y="30"/>
                    <a:pt x="275" y="7"/>
                  </a:cubicBezTo>
                  <a:cubicBezTo>
                    <a:pt x="256" y="3"/>
                    <a:pt x="237"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2" name="Google Shape;4342;p24"/>
            <p:cNvSpPr/>
            <p:nvPr/>
          </p:nvSpPr>
          <p:spPr>
            <a:xfrm>
              <a:off x="6144150" y="659550"/>
              <a:ext cx="6875" cy="5875"/>
            </a:xfrm>
            <a:custGeom>
              <a:avLst/>
              <a:gdLst/>
              <a:ahLst/>
              <a:cxnLst/>
              <a:rect l="l" t="t" r="r" b="b"/>
              <a:pathLst>
                <a:path w="275" h="235" extrusionOk="0">
                  <a:moveTo>
                    <a:pt x="134" y="0"/>
                  </a:moveTo>
                  <a:cubicBezTo>
                    <a:pt x="91" y="0"/>
                    <a:pt x="42" y="38"/>
                    <a:pt x="24" y="75"/>
                  </a:cubicBezTo>
                  <a:cubicBezTo>
                    <a:pt x="1" y="143"/>
                    <a:pt x="47" y="212"/>
                    <a:pt x="115" y="235"/>
                  </a:cubicBezTo>
                  <a:cubicBezTo>
                    <a:pt x="184" y="235"/>
                    <a:pt x="229" y="212"/>
                    <a:pt x="252" y="143"/>
                  </a:cubicBezTo>
                  <a:cubicBezTo>
                    <a:pt x="275" y="75"/>
                    <a:pt x="229" y="7"/>
                    <a:pt x="161" y="7"/>
                  </a:cubicBezTo>
                  <a:cubicBezTo>
                    <a:pt x="152" y="2"/>
                    <a:pt x="143"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3" name="Google Shape;4343;p24"/>
            <p:cNvSpPr/>
            <p:nvPr/>
          </p:nvSpPr>
          <p:spPr>
            <a:xfrm>
              <a:off x="6129900" y="1732950"/>
              <a:ext cx="10300" cy="9375"/>
            </a:xfrm>
            <a:custGeom>
              <a:avLst/>
              <a:gdLst/>
              <a:ahLst/>
              <a:cxnLst/>
              <a:rect l="l" t="t" r="r" b="b"/>
              <a:pathLst>
                <a:path w="412" h="375" extrusionOk="0">
                  <a:moveTo>
                    <a:pt x="214" y="0"/>
                  </a:moveTo>
                  <a:cubicBezTo>
                    <a:pt x="132" y="0"/>
                    <a:pt x="43" y="62"/>
                    <a:pt x="23" y="142"/>
                  </a:cubicBezTo>
                  <a:cubicBezTo>
                    <a:pt x="0" y="233"/>
                    <a:pt x="69" y="347"/>
                    <a:pt x="160" y="370"/>
                  </a:cubicBezTo>
                  <a:cubicBezTo>
                    <a:pt x="175" y="373"/>
                    <a:pt x="190" y="374"/>
                    <a:pt x="204" y="374"/>
                  </a:cubicBezTo>
                  <a:cubicBezTo>
                    <a:pt x="297" y="374"/>
                    <a:pt x="368" y="312"/>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4" name="Google Shape;4344;p24"/>
            <p:cNvSpPr/>
            <p:nvPr/>
          </p:nvSpPr>
          <p:spPr>
            <a:xfrm>
              <a:off x="6334750" y="1800275"/>
              <a:ext cx="9725" cy="5850"/>
            </a:xfrm>
            <a:custGeom>
              <a:avLst/>
              <a:gdLst/>
              <a:ahLst/>
              <a:cxnLst/>
              <a:rect l="l" t="t" r="r" b="b"/>
              <a:pathLst>
                <a:path w="389" h="234" extrusionOk="0">
                  <a:moveTo>
                    <a:pt x="193" y="1"/>
                  </a:moveTo>
                  <a:cubicBezTo>
                    <a:pt x="114" y="1"/>
                    <a:pt x="40" y="63"/>
                    <a:pt x="1" y="142"/>
                  </a:cubicBezTo>
                  <a:lnTo>
                    <a:pt x="366" y="233"/>
                  </a:lnTo>
                  <a:cubicBezTo>
                    <a:pt x="389" y="142"/>
                    <a:pt x="343" y="51"/>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5" name="Google Shape;4345;p24"/>
            <p:cNvSpPr/>
            <p:nvPr/>
          </p:nvSpPr>
          <p:spPr>
            <a:xfrm>
              <a:off x="6152150" y="1748875"/>
              <a:ext cx="6300" cy="3600"/>
            </a:xfrm>
            <a:custGeom>
              <a:avLst/>
              <a:gdLst/>
              <a:ahLst/>
              <a:cxnLst/>
              <a:rect l="l" t="t" r="r" b="b"/>
              <a:pathLst>
                <a:path w="252" h="144" extrusionOk="0">
                  <a:moveTo>
                    <a:pt x="101" y="1"/>
                  </a:moveTo>
                  <a:cubicBezTo>
                    <a:pt x="47" y="1"/>
                    <a:pt x="0" y="42"/>
                    <a:pt x="0" y="98"/>
                  </a:cubicBezTo>
                  <a:lnTo>
                    <a:pt x="229" y="144"/>
                  </a:lnTo>
                  <a:cubicBezTo>
                    <a:pt x="252" y="75"/>
                    <a:pt x="206" y="7"/>
                    <a:pt x="137" y="7"/>
                  </a:cubicBezTo>
                  <a:cubicBezTo>
                    <a:pt x="125" y="3"/>
                    <a:pt x="113" y="1"/>
                    <a:pt x="1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6" name="Google Shape;4346;p24"/>
            <p:cNvSpPr/>
            <p:nvPr/>
          </p:nvSpPr>
          <p:spPr>
            <a:xfrm>
              <a:off x="6308500" y="1776275"/>
              <a:ext cx="6300" cy="5525"/>
            </a:xfrm>
            <a:custGeom>
              <a:avLst/>
              <a:gdLst/>
              <a:ahLst/>
              <a:cxnLst/>
              <a:rect l="l" t="t" r="r" b="b"/>
              <a:pathLst>
                <a:path w="252" h="221" extrusionOk="0">
                  <a:moveTo>
                    <a:pt x="112" y="1"/>
                  </a:moveTo>
                  <a:cubicBezTo>
                    <a:pt x="69" y="1"/>
                    <a:pt x="19" y="42"/>
                    <a:pt x="1" y="98"/>
                  </a:cubicBezTo>
                  <a:cubicBezTo>
                    <a:pt x="1" y="144"/>
                    <a:pt x="23" y="212"/>
                    <a:pt x="92" y="212"/>
                  </a:cubicBezTo>
                  <a:cubicBezTo>
                    <a:pt x="109" y="218"/>
                    <a:pt x="125" y="221"/>
                    <a:pt x="139" y="221"/>
                  </a:cubicBezTo>
                  <a:cubicBezTo>
                    <a:pt x="182" y="221"/>
                    <a:pt x="212" y="195"/>
                    <a:pt x="229" y="144"/>
                  </a:cubicBezTo>
                  <a:cubicBezTo>
                    <a:pt x="252" y="75"/>
                    <a:pt x="206" y="29"/>
                    <a:pt x="138" y="7"/>
                  </a:cubicBezTo>
                  <a:cubicBezTo>
                    <a:pt x="129" y="3"/>
                    <a:pt x="121"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7" name="Google Shape;4347;p24"/>
            <p:cNvSpPr/>
            <p:nvPr/>
          </p:nvSpPr>
          <p:spPr>
            <a:xfrm>
              <a:off x="6458000" y="1788250"/>
              <a:ext cx="7450" cy="7025"/>
            </a:xfrm>
            <a:custGeom>
              <a:avLst/>
              <a:gdLst/>
              <a:ahLst/>
              <a:cxnLst/>
              <a:rect l="l" t="t" r="r" b="b"/>
              <a:pathLst>
                <a:path w="298" h="281" extrusionOk="0">
                  <a:moveTo>
                    <a:pt x="147" y="1"/>
                  </a:moveTo>
                  <a:cubicBezTo>
                    <a:pt x="92" y="1"/>
                    <a:pt x="42" y="42"/>
                    <a:pt x="24" y="98"/>
                  </a:cubicBezTo>
                  <a:cubicBezTo>
                    <a:pt x="1" y="189"/>
                    <a:pt x="46" y="258"/>
                    <a:pt x="115" y="281"/>
                  </a:cubicBezTo>
                  <a:cubicBezTo>
                    <a:pt x="206" y="281"/>
                    <a:pt x="275" y="258"/>
                    <a:pt x="298" y="167"/>
                  </a:cubicBezTo>
                  <a:cubicBezTo>
                    <a:pt x="298" y="98"/>
                    <a:pt x="275"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8" name="Google Shape;4348;p24"/>
            <p:cNvSpPr/>
            <p:nvPr/>
          </p:nvSpPr>
          <p:spPr>
            <a:xfrm>
              <a:off x="6065425" y="1708875"/>
              <a:ext cx="5725" cy="5375"/>
            </a:xfrm>
            <a:custGeom>
              <a:avLst/>
              <a:gdLst/>
              <a:ahLst/>
              <a:cxnLst/>
              <a:rect l="l" t="t" r="r" b="b"/>
              <a:pathLst>
                <a:path w="229" h="215" extrusionOk="0">
                  <a:moveTo>
                    <a:pt x="100" y="1"/>
                  </a:moveTo>
                  <a:cubicBezTo>
                    <a:pt x="61" y="1"/>
                    <a:pt x="23" y="26"/>
                    <a:pt x="23" y="78"/>
                  </a:cubicBezTo>
                  <a:cubicBezTo>
                    <a:pt x="0" y="123"/>
                    <a:pt x="23" y="192"/>
                    <a:pt x="91" y="215"/>
                  </a:cubicBezTo>
                  <a:cubicBezTo>
                    <a:pt x="137" y="215"/>
                    <a:pt x="205" y="192"/>
                    <a:pt x="228" y="123"/>
                  </a:cubicBezTo>
                  <a:cubicBezTo>
                    <a:pt x="228" y="78"/>
                    <a:pt x="205" y="9"/>
                    <a:pt x="137" y="9"/>
                  </a:cubicBezTo>
                  <a:cubicBezTo>
                    <a:pt x="126" y="3"/>
                    <a:pt x="113" y="1"/>
                    <a:pt x="10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9" name="Google Shape;4349;p24"/>
            <p:cNvSpPr/>
            <p:nvPr/>
          </p:nvSpPr>
          <p:spPr>
            <a:xfrm>
              <a:off x="6416350" y="1817925"/>
              <a:ext cx="8575" cy="4750"/>
            </a:xfrm>
            <a:custGeom>
              <a:avLst/>
              <a:gdLst/>
              <a:ahLst/>
              <a:cxnLst/>
              <a:rect l="l" t="t" r="r" b="b"/>
              <a:pathLst>
                <a:path w="343" h="190" extrusionOk="0">
                  <a:moveTo>
                    <a:pt x="159" y="1"/>
                  </a:moveTo>
                  <a:cubicBezTo>
                    <a:pt x="85" y="1"/>
                    <a:pt x="19" y="45"/>
                    <a:pt x="1" y="121"/>
                  </a:cubicBezTo>
                  <a:lnTo>
                    <a:pt x="320" y="189"/>
                  </a:lnTo>
                  <a:cubicBezTo>
                    <a:pt x="343" y="121"/>
                    <a:pt x="274" y="30"/>
                    <a:pt x="206" y="7"/>
                  </a:cubicBezTo>
                  <a:cubicBezTo>
                    <a:pt x="190" y="3"/>
                    <a:pt x="175" y="1"/>
                    <a:pt x="15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0" name="Google Shape;4350;p24"/>
            <p:cNvSpPr/>
            <p:nvPr/>
          </p:nvSpPr>
          <p:spPr>
            <a:xfrm>
              <a:off x="6369000" y="1797975"/>
              <a:ext cx="9725" cy="5875"/>
            </a:xfrm>
            <a:custGeom>
              <a:avLst/>
              <a:gdLst/>
              <a:ahLst/>
              <a:cxnLst/>
              <a:rect l="l" t="t" r="r" b="b"/>
              <a:pathLst>
                <a:path w="389" h="235" extrusionOk="0">
                  <a:moveTo>
                    <a:pt x="173" y="0"/>
                  </a:moveTo>
                  <a:cubicBezTo>
                    <a:pt x="86" y="0"/>
                    <a:pt x="19" y="48"/>
                    <a:pt x="0" y="143"/>
                  </a:cubicBezTo>
                  <a:lnTo>
                    <a:pt x="365" y="234"/>
                  </a:lnTo>
                  <a:cubicBezTo>
                    <a:pt x="388" y="120"/>
                    <a:pt x="320" y="29"/>
                    <a:pt x="228" y="6"/>
                  </a:cubicBezTo>
                  <a:cubicBezTo>
                    <a:pt x="209" y="2"/>
                    <a:pt x="191" y="0"/>
                    <a:pt x="17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1" name="Google Shape;4351;p24"/>
            <p:cNvSpPr/>
            <p:nvPr/>
          </p:nvSpPr>
          <p:spPr>
            <a:xfrm>
              <a:off x="6354150" y="1796825"/>
              <a:ext cx="8025" cy="4725"/>
            </a:xfrm>
            <a:custGeom>
              <a:avLst/>
              <a:gdLst/>
              <a:ahLst/>
              <a:cxnLst/>
              <a:rect l="l" t="t" r="r" b="b"/>
              <a:pathLst>
                <a:path w="321" h="189" extrusionOk="0">
                  <a:moveTo>
                    <a:pt x="146" y="0"/>
                  </a:moveTo>
                  <a:cubicBezTo>
                    <a:pt x="85" y="0"/>
                    <a:pt x="20" y="45"/>
                    <a:pt x="1" y="120"/>
                  </a:cubicBezTo>
                  <a:lnTo>
                    <a:pt x="297" y="189"/>
                  </a:lnTo>
                  <a:cubicBezTo>
                    <a:pt x="320" y="98"/>
                    <a:pt x="275" y="29"/>
                    <a:pt x="183" y="6"/>
                  </a:cubicBezTo>
                  <a:cubicBezTo>
                    <a:pt x="171" y="2"/>
                    <a:pt x="159"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2" name="Google Shape;4352;p24"/>
            <p:cNvSpPr/>
            <p:nvPr/>
          </p:nvSpPr>
          <p:spPr>
            <a:xfrm>
              <a:off x="6318775" y="1694100"/>
              <a:ext cx="8025" cy="7175"/>
            </a:xfrm>
            <a:custGeom>
              <a:avLst/>
              <a:gdLst/>
              <a:ahLst/>
              <a:cxnLst/>
              <a:rect l="l" t="t" r="r" b="b"/>
              <a:pathLst>
                <a:path w="321" h="287" extrusionOk="0">
                  <a:moveTo>
                    <a:pt x="160" y="1"/>
                  </a:moveTo>
                  <a:cubicBezTo>
                    <a:pt x="92" y="1"/>
                    <a:pt x="42" y="42"/>
                    <a:pt x="23" y="98"/>
                  </a:cubicBezTo>
                  <a:cubicBezTo>
                    <a:pt x="0" y="189"/>
                    <a:pt x="46" y="258"/>
                    <a:pt x="137" y="281"/>
                  </a:cubicBezTo>
                  <a:cubicBezTo>
                    <a:pt x="150" y="285"/>
                    <a:pt x="162" y="287"/>
                    <a:pt x="175" y="287"/>
                  </a:cubicBezTo>
                  <a:cubicBezTo>
                    <a:pt x="236" y="287"/>
                    <a:pt x="301" y="246"/>
                    <a:pt x="320" y="189"/>
                  </a:cubicBezTo>
                  <a:cubicBezTo>
                    <a:pt x="320" y="98"/>
                    <a:pt x="274" y="30"/>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3" name="Google Shape;4353;p24"/>
            <p:cNvSpPr/>
            <p:nvPr/>
          </p:nvSpPr>
          <p:spPr>
            <a:xfrm>
              <a:off x="6613225" y="1692975"/>
              <a:ext cx="9150" cy="8275"/>
            </a:xfrm>
            <a:custGeom>
              <a:avLst/>
              <a:gdLst/>
              <a:ahLst/>
              <a:cxnLst/>
              <a:rect l="l" t="t" r="r" b="b"/>
              <a:pathLst>
                <a:path w="366" h="331" extrusionOk="0">
                  <a:moveTo>
                    <a:pt x="182" y="0"/>
                  </a:moveTo>
                  <a:cubicBezTo>
                    <a:pt x="108" y="0"/>
                    <a:pt x="42" y="45"/>
                    <a:pt x="23" y="120"/>
                  </a:cubicBezTo>
                  <a:cubicBezTo>
                    <a:pt x="0" y="211"/>
                    <a:pt x="46" y="303"/>
                    <a:pt x="137" y="326"/>
                  </a:cubicBezTo>
                  <a:cubicBezTo>
                    <a:pt x="150" y="329"/>
                    <a:pt x="162" y="330"/>
                    <a:pt x="174" y="330"/>
                  </a:cubicBezTo>
                  <a:cubicBezTo>
                    <a:pt x="252" y="330"/>
                    <a:pt x="323" y="271"/>
                    <a:pt x="343" y="211"/>
                  </a:cubicBezTo>
                  <a:cubicBezTo>
                    <a:pt x="366" y="120"/>
                    <a:pt x="297"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4" name="Google Shape;4354;p24"/>
            <p:cNvSpPr/>
            <p:nvPr/>
          </p:nvSpPr>
          <p:spPr>
            <a:xfrm>
              <a:off x="6205800" y="1687825"/>
              <a:ext cx="6300" cy="6025"/>
            </a:xfrm>
            <a:custGeom>
              <a:avLst/>
              <a:gdLst/>
              <a:ahLst/>
              <a:cxnLst/>
              <a:rect l="l" t="t" r="r" b="b"/>
              <a:pathLst>
                <a:path w="252" h="241" extrusionOk="0">
                  <a:moveTo>
                    <a:pt x="122" y="1"/>
                  </a:moveTo>
                  <a:cubicBezTo>
                    <a:pt x="68" y="1"/>
                    <a:pt x="19" y="38"/>
                    <a:pt x="0" y="75"/>
                  </a:cubicBezTo>
                  <a:cubicBezTo>
                    <a:pt x="0" y="144"/>
                    <a:pt x="23" y="212"/>
                    <a:pt x="91" y="235"/>
                  </a:cubicBezTo>
                  <a:cubicBezTo>
                    <a:pt x="103" y="239"/>
                    <a:pt x="116" y="241"/>
                    <a:pt x="127" y="241"/>
                  </a:cubicBezTo>
                  <a:cubicBezTo>
                    <a:pt x="183" y="241"/>
                    <a:pt x="232" y="200"/>
                    <a:pt x="251" y="144"/>
                  </a:cubicBezTo>
                  <a:cubicBezTo>
                    <a:pt x="251" y="75"/>
                    <a:pt x="228" y="7"/>
                    <a:pt x="160" y="7"/>
                  </a:cubicBezTo>
                  <a:cubicBezTo>
                    <a:pt x="147" y="2"/>
                    <a:pt x="13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5" name="Google Shape;4355;p24"/>
            <p:cNvSpPr/>
            <p:nvPr/>
          </p:nvSpPr>
          <p:spPr>
            <a:xfrm>
              <a:off x="5923325" y="1530475"/>
              <a:ext cx="6300" cy="5900"/>
            </a:xfrm>
            <a:custGeom>
              <a:avLst/>
              <a:gdLst/>
              <a:ahLst/>
              <a:cxnLst/>
              <a:rect l="l" t="t" r="r" b="b"/>
              <a:pathLst>
                <a:path w="252" h="236" extrusionOk="0">
                  <a:moveTo>
                    <a:pt x="160" y="1"/>
                  </a:moveTo>
                  <a:cubicBezTo>
                    <a:pt x="92" y="1"/>
                    <a:pt x="46" y="24"/>
                    <a:pt x="23" y="92"/>
                  </a:cubicBezTo>
                  <a:cubicBezTo>
                    <a:pt x="1" y="161"/>
                    <a:pt x="46" y="206"/>
                    <a:pt x="115" y="229"/>
                  </a:cubicBezTo>
                  <a:cubicBezTo>
                    <a:pt x="123" y="233"/>
                    <a:pt x="132" y="235"/>
                    <a:pt x="141" y="235"/>
                  </a:cubicBezTo>
                  <a:cubicBezTo>
                    <a:pt x="183" y="235"/>
                    <a:pt x="233" y="194"/>
                    <a:pt x="252" y="138"/>
                  </a:cubicBezTo>
                  <a:cubicBezTo>
                    <a:pt x="252" y="92"/>
                    <a:pt x="229"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6" name="Google Shape;4356;p24"/>
            <p:cNvSpPr/>
            <p:nvPr/>
          </p:nvSpPr>
          <p:spPr>
            <a:xfrm>
              <a:off x="6334175" y="1718075"/>
              <a:ext cx="8600" cy="7600"/>
            </a:xfrm>
            <a:custGeom>
              <a:avLst/>
              <a:gdLst/>
              <a:ahLst/>
              <a:cxnLst/>
              <a:rect l="l" t="t" r="r" b="b"/>
              <a:pathLst>
                <a:path w="344" h="304" extrusionOk="0">
                  <a:moveTo>
                    <a:pt x="169" y="1"/>
                  </a:moveTo>
                  <a:cubicBezTo>
                    <a:pt x="108" y="1"/>
                    <a:pt x="42" y="45"/>
                    <a:pt x="24" y="120"/>
                  </a:cubicBezTo>
                  <a:cubicBezTo>
                    <a:pt x="1" y="189"/>
                    <a:pt x="69" y="280"/>
                    <a:pt x="138" y="303"/>
                  </a:cubicBezTo>
                  <a:cubicBezTo>
                    <a:pt x="229" y="303"/>
                    <a:pt x="297" y="257"/>
                    <a:pt x="320" y="189"/>
                  </a:cubicBezTo>
                  <a:cubicBezTo>
                    <a:pt x="343" y="98"/>
                    <a:pt x="297"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7" name="Google Shape;4357;p24"/>
            <p:cNvSpPr/>
            <p:nvPr/>
          </p:nvSpPr>
          <p:spPr>
            <a:xfrm>
              <a:off x="6372975" y="1804025"/>
              <a:ext cx="9725" cy="5525"/>
            </a:xfrm>
            <a:custGeom>
              <a:avLst/>
              <a:gdLst/>
              <a:ahLst/>
              <a:cxnLst/>
              <a:rect l="l" t="t" r="r" b="b"/>
              <a:pathLst>
                <a:path w="389" h="221" extrusionOk="0">
                  <a:moveTo>
                    <a:pt x="167" y="0"/>
                  </a:moveTo>
                  <a:cubicBezTo>
                    <a:pt x="92" y="0"/>
                    <a:pt x="19" y="58"/>
                    <a:pt x="1" y="129"/>
                  </a:cubicBezTo>
                  <a:lnTo>
                    <a:pt x="366" y="220"/>
                  </a:lnTo>
                  <a:cubicBezTo>
                    <a:pt x="389" y="129"/>
                    <a:pt x="320" y="38"/>
                    <a:pt x="229" y="15"/>
                  </a:cubicBezTo>
                  <a:cubicBezTo>
                    <a:pt x="209" y="5"/>
                    <a:pt x="188"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8" name="Google Shape;4358;p24"/>
            <p:cNvSpPr/>
            <p:nvPr/>
          </p:nvSpPr>
          <p:spPr>
            <a:xfrm>
              <a:off x="6238875" y="1744900"/>
              <a:ext cx="7450" cy="6450"/>
            </a:xfrm>
            <a:custGeom>
              <a:avLst/>
              <a:gdLst/>
              <a:ahLst/>
              <a:cxnLst/>
              <a:rect l="l" t="t" r="r" b="b"/>
              <a:pathLst>
                <a:path w="298" h="258" extrusionOk="0">
                  <a:moveTo>
                    <a:pt x="147" y="0"/>
                  </a:moveTo>
                  <a:cubicBezTo>
                    <a:pt x="92" y="0"/>
                    <a:pt x="43" y="41"/>
                    <a:pt x="24" y="97"/>
                  </a:cubicBezTo>
                  <a:cubicBezTo>
                    <a:pt x="1" y="166"/>
                    <a:pt x="47" y="234"/>
                    <a:pt x="115" y="257"/>
                  </a:cubicBezTo>
                  <a:cubicBezTo>
                    <a:pt x="184" y="257"/>
                    <a:pt x="252" y="21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9" name="Google Shape;4359;p24"/>
            <p:cNvSpPr/>
            <p:nvPr/>
          </p:nvSpPr>
          <p:spPr>
            <a:xfrm>
              <a:off x="6459725" y="1579975"/>
              <a:ext cx="8575" cy="8175"/>
            </a:xfrm>
            <a:custGeom>
              <a:avLst/>
              <a:gdLst/>
              <a:ahLst/>
              <a:cxnLst/>
              <a:rect l="l" t="t" r="r" b="b"/>
              <a:pathLst>
                <a:path w="343" h="327" extrusionOk="0">
                  <a:moveTo>
                    <a:pt x="169" y="1"/>
                  </a:moveTo>
                  <a:cubicBezTo>
                    <a:pt x="108" y="1"/>
                    <a:pt x="42" y="45"/>
                    <a:pt x="23" y="121"/>
                  </a:cubicBezTo>
                  <a:cubicBezTo>
                    <a:pt x="0" y="212"/>
                    <a:pt x="46" y="303"/>
                    <a:pt x="137" y="326"/>
                  </a:cubicBezTo>
                  <a:cubicBezTo>
                    <a:pt x="229" y="326"/>
                    <a:pt x="297" y="281"/>
                    <a:pt x="320" y="212"/>
                  </a:cubicBezTo>
                  <a:cubicBezTo>
                    <a:pt x="343" y="121"/>
                    <a:pt x="297" y="29"/>
                    <a:pt x="206" y="7"/>
                  </a:cubicBezTo>
                  <a:cubicBezTo>
                    <a:pt x="194" y="3"/>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0" name="Google Shape;4360;p24"/>
            <p:cNvSpPr/>
            <p:nvPr/>
          </p:nvSpPr>
          <p:spPr>
            <a:xfrm>
              <a:off x="6324475" y="1790000"/>
              <a:ext cx="10875" cy="10525"/>
            </a:xfrm>
            <a:custGeom>
              <a:avLst/>
              <a:gdLst/>
              <a:ahLst/>
              <a:cxnLst/>
              <a:rect l="l" t="t" r="r" b="b"/>
              <a:pathLst>
                <a:path w="435" h="421" extrusionOk="0">
                  <a:moveTo>
                    <a:pt x="231" y="1"/>
                  </a:moveTo>
                  <a:cubicBezTo>
                    <a:pt x="133" y="1"/>
                    <a:pt x="43" y="66"/>
                    <a:pt x="24" y="165"/>
                  </a:cubicBezTo>
                  <a:cubicBezTo>
                    <a:pt x="1" y="279"/>
                    <a:pt x="69" y="371"/>
                    <a:pt x="160" y="416"/>
                  </a:cubicBezTo>
                  <a:cubicBezTo>
                    <a:pt x="175" y="419"/>
                    <a:pt x="190" y="421"/>
                    <a:pt x="205" y="421"/>
                  </a:cubicBezTo>
                  <a:cubicBezTo>
                    <a:pt x="303" y="421"/>
                    <a:pt x="392" y="356"/>
                    <a:pt x="412" y="256"/>
                  </a:cubicBezTo>
                  <a:cubicBezTo>
                    <a:pt x="434" y="165"/>
                    <a:pt x="366" y="51"/>
                    <a:pt x="275" y="5"/>
                  </a:cubicBezTo>
                  <a:cubicBezTo>
                    <a:pt x="260"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1" name="Google Shape;4361;p24"/>
            <p:cNvSpPr/>
            <p:nvPr/>
          </p:nvSpPr>
          <p:spPr>
            <a:xfrm>
              <a:off x="6348450" y="1734650"/>
              <a:ext cx="9725" cy="8850"/>
            </a:xfrm>
            <a:custGeom>
              <a:avLst/>
              <a:gdLst/>
              <a:ahLst/>
              <a:cxnLst/>
              <a:rect l="l" t="t" r="r" b="b"/>
              <a:pathLst>
                <a:path w="389" h="354" extrusionOk="0">
                  <a:moveTo>
                    <a:pt x="215" y="1"/>
                  </a:moveTo>
                  <a:cubicBezTo>
                    <a:pt x="132" y="1"/>
                    <a:pt x="43" y="63"/>
                    <a:pt x="23" y="142"/>
                  </a:cubicBezTo>
                  <a:cubicBezTo>
                    <a:pt x="0" y="234"/>
                    <a:pt x="69" y="325"/>
                    <a:pt x="160" y="348"/>
                  </a:cubicBezTo>
                  <a:cubicBezTo>
                    <a:pt x="176" y="352"/>
                    <a:pt x="191" y="354"/>
                    <a:pt x="207" y="354"/>
                  </a:cubicBezTo>
                  <a:cubicBezTo>
                    <a:pt x="281" y="354"/>
                    <a:pt x="347" y="309"/>
                    <a:pt x="366" y="234"/>
                  </a:cubicBezTo>
                  <a:cubicBezTo>
                    <a:pt x="388" y="119"/>
                    <a:pt x="343" y="28"/>
                    <a:pt x="251" y="5"/>
                  </a:cubicBezTo>
                  <a:cubicBezTo>
                    <a:pt x="239"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2" name="Google Shape;4362;p24"/>
            <p:cNvSpPr/>
            <p:nvPr/>
          </p:nvSpPr>
          <p:spPr>
            <a:xfrm>
              <a:off x="6425475" y="1766625"/>
              <a:ext cx="10300" cy="9375"/>
            </a:xfrm>
            <a:custGeom>
              <a:avLst/>
              <a:gdLst/>
              <a:ahLst/>
              <a:cxnLst/>
              <a:rect l="l" t="t" r="r" b="b"/>
              <a:pathLst>
                <a:path w="412" h="375" extrusionOk="0">
                  <a:moveTo>
                    <a:pt x="216" y="0"/>
                  </a:moveTo>
                  <a:cubicBezTo>
                    <a:pt x="137" y="0"/>
                    <a:pt x="63" y="62"/>
                    <a:pt x="24" y="141"/>
                  </a:cubicBezTo>
                  <a:cubicBezTo>
                    <a:pt x="1" y="233"/>
                    <a:pt x="69" y="347"/>
                    <a:pt x="161" y="370"/>
                  </a:cubicBezTo>
                  <a:cubicBezTo>
                    <a:pt x="173" y="373"/>
                    <a:pt x="185" y="374"/>
                    <a:pt x="198" y="374"/>
                  </a:cubicBezTo>
                  <a:cubicBezTo>
                    <a:pt x="280" y="374"/>
                    <a:pt x="369" y="312"/>
                    <a:pt x="389" y="233"/>
                  </a:cubicBezTo>
                  <a:cubicBezTo>
                    <a:pt x="412" y="141"/>
                    <a:pt x="343" y="50"/>
                    <a:pt x="252" y="5"/>
                  </a:cubicBezTo>
                  <a:cubicBezTo>
                    <a:pt x="240" y="2"/>
                    <a:pt x="228" y="0"/>
                    <a:pt x="21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3" name="Google Shape;4363;p24"/>
            <p:cNvSpPr/>
            <p:nvPr/>
          </p:nvSpPr>
          <p:spPr>
            <a:xfrm>
              <a:off x="6177825" y="1738625"/>
              <a:ext cx="9150" cy="8300"/>
            </a:xfrm>
            <a:custGeom>
              <a:avLst/>
              <a:gdLst/>
              <a:ahLst/>
              <a:cxnLst/>
              <a:rect l="l" t="t" r="r" b="b"/>
              <a:pathLst>
                <a:path w="366" h="332" extrusionOk="0">
                  <a:moveTo>
                    <a:pt x="182" y="0"/>
                  </a:moveTo>
                  <a:cubicBezTo>
                    <a:pt x="108" y="0"/>
                    <a:pt x="42" y="45"/>
                    <a:pt x="23" y="120"/>
                  </a:cubicBezTo>
                  <a:cubicBezTo>
                    <a:pt x="1" y="212"/>
                    <a:pt x="46" y="303"/>
                    <a:pt x="138" y="326"/>
                  </a:cubicBezTo>
                  <a:cubicBezTo>
                    <a:pt x="153" y="330"/>
                    <a:pt x="169" y="331"/>
                    <a:pt x="184" y="331"/>
                  </a:cubicBezTo>
                  <a:cubicBezTo>
                    <a:pt x="258" y="331"/>
                    <a:pt x="324" y="287"/>
                    <a:pt x="343" y="212"/>
                  </a:cubicBezTo>
                  <a:cubicBezTo>
                    <a:pt x="366" y="120"/>
                    <a:pt x="320" y="29"/>
                    <a:pt x="229" y="6"/>
                  </a:cubicBezTo>
                  <a:cubicBezTo>
                    <a:pt x="213" y="2"/>
                    <a:pt x="198"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4" name="Google Shape;4364;p24"/>
            <p:cNvSpPr/>
            <p:nvPr/>
          </p:nvSpPr>
          <p:spPr>
            <a:xfrm>
              <a:off x="6293100" y="1722675"/>
              <a:ext cx="10850" cy="9950"/>
            </a:xfrm>
            <a:custGeom>
              <a:avLst/>
              <a:gdLst/>
              <a:ahLst/>
              <a:cxnLst/>
              <a:rect l="l" t="t" r="r" b="b"/>
              <a:pathLst>
                <a:path w="434" h="398" extrusionOk="0">
                  <a:moveTo>
                    <a:pt x="215" y="1"/>
                  </a:moveTo>
                  <a:cubicBezTo>
                    <a:pt x="132" y="1"/>
                    <a:pt x="43" y="65"/>
                    <a:pt x="23" y="165"/>
                  </a:cubicBezTo>
                  <a:cubicBezTo>
                    <a:pt x="0" y="256"/>
                    <a:pt x="69" y="370"/>
                    <a:pt x="160" y="393"/>
                  </a:cubicBezTo>
                  <a:cubicBezTo>
                    <a:pt x="175" y="396"/>
                    <a:pt x="190" y="397"/>
                    <a:pt x="204" y="397"/>
                  </a:cubicBezTo>
                  <a:cubicBezTo>
                    <a:pt x="297" y="397"/>
                    <a:pt x="372" y="335"/>
                    <a:pt x="411" y="256"/>
                  </a:cubicBezTo>
                  <a:cubicBezTo>
                    <a:pt x="434" y="142"/>
                    <a:pt x="366" y="51"/>
                    <a:pt x="251"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5" name="Google Shape;4365;p24"/>
            <p:cNvSpPr/>
            <p:nvPr/>
          </p:nvSpPr>
          <p:spPr>
            <a:xfrm>
              <a:off x="6088250" y="1740375"/>
              <a:ext cx="8000" cy="5250"/>
            </a:xfrm>
            <a:custGeom>
              <a:avLst/>
              <a:gdLst/>
              <a:ahLst/>
              <a:cxnLst/>
              <a:rect l="l" t="t" r="r" b="b"/>
              <a:pathLst>
                <a:path w="320" h="210" extrusionOk="0">
                  <a:moveTo>
                    <a:pt x="154" y="0"/>
                  </a:moveTo>
                  <a:cubicBezTo>
                    <a:pt x="91" y="0"/>
                    <a:pt x="20" y="59"/>
                    <a:pt x="0" y="119"/>
                  </a:cubicBezTo>
                  <a:lnTo>
                    <a:pt x="297" y="210"/>
                  </a:lnTo>
                  <a:cubicBezTo>
                    <a:pt x="320" y="119"/>
                    <a:pt x="274" y="27"/>
                    <a:pt x="183" y="5"/>
                  </a:cubicBezTo>
                  <a:cubicBezTo>
                    <a:pt x="173" y="1"/>
                    <a:pt x="164" y="0"/>
                    <a:pt x="15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6" name="Google Shape;4366;p24"/>
            <p:cNvSpPr/>
            <p:nvPr/>
          </p:nvSpPr>
          <p:spPr>
            <a:xfrm>
              <a:off x="6464850" y="1732350"/>
              <a:ext cx="8600" cy="7725"/>
            </a:xfrm>
            <a:custGeom>
              <a:avLst/>
              <a:gdLst/>
              <a:ahLst/>
              <a:cxnLst/>
              <a:rect l="l" t="t" r="r" b="b"/>
              <a:pathLst>
                <a:path w="344" h="309" extrusionOk="0">
                  <a:moveTo>
                    <a:pt x="161" y="0"/>
                  </a:moveTo>
                  <a:cubicBezTo>
                    <a:pt x="93" y="0"/>
                    <a:pt x="42" y="44"/>
                    <a:pt x="24" y="120"/>
                  </a:cubicBezTo>
                  <a:cubicBezTo>
                    <a:pt x="1" y="189"/>
                    <a:pt x="46" y="280"/>
                    <a:pt x="138" y="303"/>
                  </a:cubicBezTo>
                  <a:cubicBezTo>
                    <a:pt x="149" y="307"/>
                    <a:pt x="162" y="309"/>
                    <a:pt x="174" y="309"/>
                  </a:cubicBezTo>
                  <a:cubicBezTo>
                    <a:pt x="235" y="309"/>
                    <a:pt x="301" y="264"/>
                    <a:pt x="320" y="189"/>
                  </a:cubicBezTo>
                  <a:cubicBezTo>
                    <a:pt x="343" y="120"/>
                    <a:pt x="297"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7" name="Google Shape;4367;p24"/>
            <p:cNvSpPr/>
            <p:nvPr/>
          </p:nvSpPr>
          <p:spPr>
            <a:xfrm>
              <a:off x="6499675" y="1826075"/>
              <a:ext cx="6850" cy="6450"/>
            </a:xfrm>
            <a:custGeom>
              <a:avLst/>
              <a:gdLst/>
              <a:ahLst/>
              <a:cxnLst/>
              <a:rect l="l" t="t" r="r" b="b"/>
              <a:pathLst>
                <a:path w="274" h="258" extrusionOk="0">
                  <a:moveTo>
                    <a:pt x="183" y="0"/>
                  </a:moveTo>
                  <a:cubicBezTo>
                    <a:pt x="114" y="0"/>
                    <a:pt x="46" y="23"/>
                    <a:pt x="23" y="92"/>
                  </a:cubicBezTo>
                  <a:cubicBezTo>
                    <a:pt x="0" y="160"/>
                    <a:pt x="46" y="229"/>
                    <a:pt x="114" y="251"/>
                  </a:cubicBezTo>
                  <a:cubicBezTo>
                    <a:pt x="126" y="255"/>
                    <a:pt x="138" y="257"/>
                    <a:pt x="150" y="257"/>
                  </a:cubicBezTo>
                  <a:cubicBezTo>
                    <a:pt x="206" y="257"/>
                    <a:pt x="255" y="216"/>
                    <a:pt x="274" y="160"/>
                  </a:cubicBezTo>
                  <a:cubicBezTo>
                    <a:pt x="274" y="92"/>
                    <a:pt x="251"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8" name="Google Shape;4368;p24"/>
            <p:cNvSpPr/>
            <p:nvPr/>
          </p:nvSpPr>
          <p:spPr>
            <a:xfrm>
              <a:off x="6579550" y="1850050"/>
              <a:ext cx="5175" cy="3425"/>
            </a:xfrm>
            <a:custGeom>
              <a:avLst/>
              <a:gdLst/>
              <a:ahLst/>
              <a:cxnLst/>
              <a:rect l="l" t="t" r="r" b="b"/>
              <a:pathLst>
                <a:path w="207" h="137" extrusionOk="0">
                  <a:moveTo>
                    <a:pt x="115" y="0"/>
                  </a:moveTo>
                  <a:cubicBezTo>
                    <a:pt x="69" y="0"/>
                    <a:pt x="1" y="23"/>
                    <a:pt x="1" y="91"/>
                  </a:cubicBezTo>
                  <a:lnTo>
                    <a:pt x="206" y="137"/>
                  </a:lnTo>
                  <a:cubicBezTo>
                    <a:pt x="206" y="68"/>
                    <a:pt x="183" y="23"/>
                    <a:pt x="1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9" name="Google Shape;4369;p24"/>
            <p:cNvSpPr/>
            <p:nvPr/>
          </p:nvSpPr>
          <p:spPr>
            <a:xfrm>
              <a:off x="6827775" y="1494950"/>
              <a:ext cx="8025" cy="7175"/>
            </a:xfrm>
            <a:custGeom>
              <a:avLst/>
              <a:gdLst/>
              <a:ahLst/>
              <a:cxnLst/>
              <a:rect l="l" t="t" r="r" b="b"/>
              <a:pathLst>
                <a:path w="321" h="287" extrusionOk="0">
                  <a:moveTo>
                    <a:pt x="161" y="1"/>
                  </a:moveTo>
                  <a:cubicBezTo>
                    <a:pt x="93" y="1"/>
                    <a:pt x="42" y="45"/>
                    <a:pt x="23" y="121"/>
                  </a:cubicBezTo>
                  <a:cubicBezTo>
                    <a:pt x="1" y="189"/>
                    <a:pt x="46" y="281"/>
                    <a:pt x="115" y="281"/>
                  </a:cubicBezTo>
                  <a:cubicBezTo>
                    <a:pt x="131" y="285"/>
                    <a:pt x="146" y="287"/>
                    <a:pt x="161" y="287"/>
                  </a:cubicBezTo>
                  <a:cubicBezTo>
                    <a:pt x="229" y="287"/>
                    <a:pt x="279" y="246"/>
                    <a:pt x="297" y="189"/>
                  </a:cubicBezTo>
                  <a:cubicBezTo>
                    <a:pt x="320" y="98"/>
                    <a:pt x="275"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0" name="Google Shape;4370;p24"/>
            <p:cNvSpPr/>
            <p:nvPr/>
          </p:nvSpPr>
          <p:spPr>
            <a:xfrm>
              <a:off x="6799250" y="1736375"/>
              <a:ext cx="10300" cy="9375"/>
            </a:xfrm>
            <a:custGeom>
              <a:avLst/>
              <a:gdLst/>
              <a:ahLst/>
              <a:cxnLst/>
              <a:rect l="l" t="t" r="r" b="b"/>
              <a:pathLst>
                <a:path w="412" h="375" extrusionOk="0">
                  <a:moveTo>
                    <a:pt x="215" y="0"/>
                  </a:moveTo>
                  <a:cubicBezTo>
                    <a:pt x="132" y="0"/>
                    <a:pt x="43" y="62"/>
                    <a:pt x="23" y="142"/>
                  </a:cubicBezTo>
                  <a:cubicBezTo>
                    <a:pt x="0" y="233"/>
                    <a:pt x="69" y="347"/>
                    <a:pt x="160" y="370"/>
                  </a:cubicBezTo>
                  <a:cubicBezTo>
                    <a:pt x="172" y="373"/>
                    <a:pt x="185" y="374"/>
                    <a:pt x="197" y="374"/>
                  </a:cubicBezTo>
                  <a:cubicBezTo>
                    <a:pt x="280" y="374"/>
                    <a:pt x="369" y="312"/>
                    <a:pt x="388" y="233"/>
                  </a:cubicBezTo>
                  <a:cubicBezTo>
                    <a:pt x="411" y="142"/>
                    <a:pt x="343" y="28"/>
                    <a:pt x="251" y="5"/>
                  </a:cubicBezTo>
                  <a:cubicBezTo>
                    <a:pt x="239" y="2"/>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1" name="Google Shape;4371;p24"/>
            <p:cNvSpPr/>
            <p:nvPr/>
          </p:nvSpPr>
          <p:spPr>
            <a:xfrm>
              <a:off x="6263425" y="1662725"/>
              <a:ext cx="8000" cy="7175"/>
            </a:xfrm>
            <a:custGeom>
              <a:avLst/>
              <a:gdLst/>
              <a:ahLst/>
              <a:cxnLst/>
              <a:rect l="l" t="t" r="r" b="b"/>
              <a:pathLst>
                <a:path w="320" h="287" extrusionOk="0">
                  <a:moveTo>
                    <a:pt x="169" y="1"/>
                  </a:moveTo>
                  <a:cubicBezTo>
                    <a:pt x="108" y="1"/>
                    <a:pt x="42" y="45"/>
                    <a:pt x="23" y="120"/>
                  </a:cubicBezTo>
                  <a:cubicBezTo>
                    <a:pt x="0" y="189"/>
                    <a:pt x="46" y="280"/>
                    <a:pt x="137" y="280"/>
                  </a:cubicBezTo>
                  <a:cubicBezTo>
                    <a:pt x="149" y="284"/>
                    <a:pt x="162" y="286"/>
                    <a:pt x="173" y="286"/>
                  </a:cubicBezTo>
                  <a:cubicBezTo>
                    <a:pt x="229" y="286"/>
                    <a:pt x="278" y="245"/>
                    <a:pt x="297" y="189"/>
                  </a:cubicBezTo>
                  <a:cubicBezTo>
                    <a:pt x="320" y="120"/>
                    <a:pt x="274"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2" name="Google Shape;4372;p24"/>
            <p:cNvSpPr/>
            <p:nvPr/>
          </p:nvSpPr>
          <p:spPr>
            <a:xfrm>
              <a:off x="6410075" y="1448200"/>
              <a:ext cx="9725" cy="8850"/>
            </a:xfrm>
            <a:custGeom>
              <a:avLst/>
              <a:gdLst/>
              <a:ahLst/>
              <a:cxnLst/>
              <a:rect l="l" t="t" r="r" b="b"/>
              <a:pathLst>
                <a:path w="389" h="354" extrusionOk="0">
                  <a:moveTo>
                    <a:pt x="193" y="1"/>
                  </a:moveTo>
                  <a:cubicBezTo>
                    <a:pt x="115" y="1"/>
                    <a:pt x="43" y="63"/>
                    <a:pt x="23" y="142"/>
                  </a:cubicBezTo>
                  <a:cubicBezTo>
                    <a:pt x="1" y="233"/>
                    <a:pt x="46" y="325"/>
                    <a:pt x="137" y="347"/>
                  </a:cubicBezTo>
                  <a:cubicBezTo>
                    <a:pt x="153" y="351"/>
                    <a:pt x="169" y="353"/>
                    <a:pt x="186" y="353"/>
                  </a:cubicBezTo>
                  <a:cubicBezTo>
                    <a:pt x="265" y="353"/>
                    <a:pt x="347" y="309"/>
                    <a:pt x="366" y="233"/>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3" name="Google Shape;4373;p24"/>
            <p:cNvSpPr/>
            <p:nvPr/>
          </p:nvSpPr>
          <p:spPr>
            <a:xfrm>
              <a:off x="6130475" y="1591750"/>
              <a:ext cx="10850" cy="9650"/>
            </a:xfrm>
            <a:custGeom>
              <a:avLst/>
              <a:gdLst/>
              <a:ahLst/>
              <a:cxnLst/>
              <a:rect l="l" t="t" r="r" b="b"/>
              <a:pathLst>
                <a:path w="434" h="386" extrusionOk="0">
                  <a:moveTo>
                    <a:pt x="191" y="1"/>
                  </a:moveTo>
                  <a:cubicBezTo>
                    <a:pt x="115" y="1"/>
                    <a:pt x="41" y="62"/>
                    <a:pt x="23" y="152"/>
                  </a:cubicBezTo>
                  <a:cubicBezTo>
                    <a:pt x="0" y="243"/>
                    <a:pt x="46" y="357"/>
                    <a:pt x="160" y="380"/>
                  </a:cubicBezTo>
                  <a:cubicBezTo>
                    <a:pt x="179" y="384"/>
                    <a:pt x="197" y="386"/>
                    <a:pt x="215" y="386"/>
                  </a:cubicBezTo>
                  <a:cubicBezTo>
                    <a:pt x="303" y="386"/>
                    <a:pt x="369" y="338"/>
                    <a:pt x="388" y="243"/>
                  </a:cubicBezTo>
                  <a:cubicBezTo>
                    <a:pt x="434" y="129"/>
                    <a:pt x="365" y="38"/>
                    <a:pt x="251" y="15"/>
                  </a:cubicBezTo>
                  <a:cubicBezTo>
                    <a:pt x="232" y="5"/>
                    <a:pt x="211" y="1"/>
                    <a:pt x="19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4" name="Google Shape;4374;p24"/>
            <p:cNvSpPr/>
            <p:nvPr/>
          </p:nvSpPr>
          <p:spPr>
            <a:xfrm>
              <a:off x="6660025" y="1722075"/>
              <a:ext cx="7425" cy="6600"/>
            </a:xfrm>
            <a:custGeom>
              <a:avLst/>
              <a:gdLst/>
              <a:ahLst/>
              <a:cxnLst/>
              <a:rect l="l" t="t" r="r" b="b"/>
              <a:pathLst>
                <a:path w="297" h="264" extrusionOk="0">
                  <a:moveTo>
                    <a:pt x="146" y="0"/>
                  </a:moveTo>
                  <a:cubicBezTo>
                    <a:pt x="91" y="0"/>
                    <a:pt x="42" y="41"/>
                    <a:pt x="23" y="97"/>
                  </a:cubicBezTo>
                  <a:cubicBezTo>
                    <a:pt x="0" y="189"/>
                    <a:pt x="46" y="257"/>
                    <a:pt x="114" y="257"/>
                  </a:cubicBezTo>
                  <a:cubicBezTo>
                    <a:pt x="126" y="261"/>
                    <a:pt x="138" y="263"/>
                    <a:pt x="150" y="263"/>
                  </a:cubicBezTo>
                  <a:cubicBezTo>
                    <a:pt x="205" y="263"/>
                    <a:pt x="255" y="222"/>
                    <a:pt x="274" y="166"/>
                  </a:cubicBezTo>
                  <a:cubicBezTo>
                    <a:pt x="297" y="97"/>
                    <a:pt x="251" y="29"/>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5" name="Google Shape;4375;p24"/>
            <p:cNvSpPr/>
            <p:nvPr/>
          </p:nvSpPr>
          <p:spPr>
            <a:xfrm>
              <a:off x="6325625" y="1467000"/>
              <a:ext cx="7450" cy="6600"/>
            </a:xfrm>
            <a:custGeom>
              <a:avLst/>
              <a:gdLst/>
              <a:ahLst/>
              <a:cxnLst/>
              <a:rect l="l" t="t" r="r" b="b"/>
              <a:pathLst>
                <a:path w="298" h="264" extrusionOk="0">
                  <a:moveTo>
                    <a:pt x="147" y="0"/>
                  </a:moveTo>
                  <a:cubicBezTo>
                    <a:pt x="92" y="0"/>
                    <a:pt x="42" y="41"/>
                    <a:pt x="23" y="98"/>
                  </a:cubicBezTo>
                  <a:cubicBezTo>
                    <a:pt x="0" y="166"/>
                    <a:pt x="46" y="235"/>
                    <a:pt x="114" y="257"/>
                  </a:cubicBezTo>
                  <a:cubicBezTo>
                    <a:pt x="127" y="261"/>
                    <a:pt x="139" y="263"/>
                    <a:pt x="151" y="263"/>
                  </a:cubicBezTo>
                  <a:cubicBezTo>
                    <a:pt x="206" y="263"/>
                    <a:pt x="255" y="222"/>
                    <a:pt x="274" y="166"/>
                  </a:cubicBezTo>
                  <a:cubicBezTo>
                    <a:pt x="297" y="98"/>
                    <a:pt x="251"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6" name="Google Shape;4376;p24"/>
            <p:cNvSpPr/>
            <p:nvPr/>
          </p:nvSpPr>
          <p:spPr>
            <a:xfrm>
              <a:off x="6745600" y="1784300"/>
              <a:ext cx="10300" cy="9375"/>
            </a:xfrm>
            <a:custGeom>
              <a:avLst/>
              <a:gdLst/>
              <a:ahLst/>
              <a:cxnLst/>
              <a:rect l="l" t="t" r="r" b="b"/>
              <a:pathLst>
                <a:path w="412" h="375" extrusionOk="0">
                  <a:moveTo>
                    <a:pt x="215" y="1"/>
                  </a:moveTo>
                  <a:cubicBezTo>
                    <a:pt x="132" y="1"/>
                    <a:pt x="43" y="63"/>
                    <a:pt x="24" y="142"/>
                  </a:cubicBezTo>
                  <a:cubicBezTo>
                    <a:pt x="1" y="233"/>
                    <a:pt x="69" y="347"/>
                    <a:pt x="161" y="370"/>
                  </a:cubicBezTo>
                  <a:cubicBezTo>
                    <a:pt x="173" y="373"/>
                    <a:pt x="185" y="375"/>
                    <a:pt x="198" y="375"/>
                  </a:cubicBezTo>
                  <a:cubicBezTo>
                    <a:pt x="280" y="375"/>
                    <a:pt x="369" y="313"/>
                    <a:pt x="389" y="233"/>
                  </a:cubicBezTo>
                  <a:cubicBezTo>
                    <a:pt x="412" y="142"/>
                    <a:pt x="343" y="51"/>
                    <a:pt x="252"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7" name="Google Shape;4377;p24"/>
            <p:cNvSpPr/>
            <p:nvPr/>
          </p:nvSpPr>
          <p:spPr>
            <a:xfrm>
              <a:off x="6322775" y="959125"/>
              <a:ext cx="7425" cy="6600"/>
            </a:xfrm>
            <a:custGeom>
              <a:avLst/>
              <a:gdLst/>
              <a:ahLst/>
              <a:cxnLst/>
              <a:rect l="l" t="t" r="r" b="b"/>
              <a:pathLst>
                <a:path w="297" h="264" extrusionOk="0">
                  <a:moveTo>
                    <a:pt x="147" y="1"/>
                  </a:moveTo>
                  <a:cubicBezTo>
                    <a:pt x="92" y="1"/>
                    <a:pt x="42" y="42"/>
                    <a:pt x="23" y="98"/>
                  </a:cubicBezTo>
                  <a:cubicBezTo>
                    <a:pt x="0" y="167"/>
                    <a:pt x="46" y="258"/>
                    <a:pt x="114" y="258"/>
                  </a:cubicBezTo>
                  <a:cubicBezTo>
                    <a:pt x="126" y="262"/>
                    <a:pt x="139" y="264"/>
                    <a:pt x="150"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8" name="Google Shape;4378;p24"/>
            <p:cNvSpPr/>
            <p:nvPr/>
          </p:nvSpPr>
          <p:spPr>
            <a:xfrm>
              <a:off x="6056850" y="1658150"/>
              <a:ext cx="6300" cy="5525"/>
            </a:xfrm>
            <a:custGeom>
              <a:avLst/>
              <a:gdLst/>
              <a:ahLst/>
              <a:cxnLst/>
              <a:rect l="l" t="t" r="r" b="b"/>
              <a:pathLst>
                <a:path w="252" h="221" extrusionOk="0">
                  <a:moveTo>
                    <a:pt x="125" y="1"/>
                  </a:moveTo>
                  <a:cubicBezTo>
                    <a:pt x="76" y="1"/>
                    <a:pt x="42" y="38"/>
                    <a:pt x="23" y="75"/>
                  </a:cubicBezTo>
                  <a:cubicBezTo>
                    <a:pt x="1" y="144"/>
                    <a:pt x="46" y="212"/>
                    <a:pt x="92" y="212"/>
                  </a:cubicBezTo>
                  <a:cubicBezTo>
                    <a:pt x="109" y="218"/>
                    <a:pt x="126" y="221"/>
                    <a:pt x="143" y="221"/>
                  </a:cubicBezTo>
                  <a:cubicBezTo>
                    <a:pt x="192" y="221"/>
                    <a:pt x="235" y="195"/>
                    <a:pt x="252" y="144"/>
                  </a:cubicBezTo>
                  <a:cubicBezTo>
                    <a:pt x="252" y="75"/>
                    <a:pt x="229" y="7"/>
                    <a:pt x="160" y="7"/>
                  </a:cubicBezTo>
                  <a:cubicBezTo>
                    <a:pt x="148" y="3"/>
                    <a:pt x="136" y="1"/>
                    <a:pt x="12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9" name="Google Shape;4379;p24"/>
            <p:cNvSpPr/>
            <p:nvPr/>
          </p:nvSpPr>
          <p:spPr>
            <a:xfrm>
              <a:off x="5737300" y="1340875"/>
              <a:ext cx="6300" cy="5525"/>
            </a:xfrm>
            <a:custGeom>
              <a:avLst/>
              <a:gdLst/>
              <a:ahLst/>
              <a:cxnLst/>
              <a:rect l="l" t="t" r="r" b="b"/>
              <a:pathLst>
                <a:path w="252" h="221" extrusionOk="0">
                  <a:moveTo>
                    <a:pt x="123" y="1"/>
                  </a:moveTo>
                  <a:cubicBezTo>
                    <a:pt x="69" y="1"/>
                    <a:pt x="23" y="38"/>
                    <a:pt x="23" y="75"/>
                  </a:cubicBezTo>
                  <a:cubicBezTo>
                    <a:pt x="0" y="144"/>
                    <a:pt x="46" y="212"/>
                    <a:pt x="92" y="212"/>
                  </a:cubicBezTo>
                  <a:cubicBezTo>
                    <a:pt x="109" y="218"/>
                    <a:pt x="126" y="221"/>
                    <a:pt x="142" y="221"/>
                  </a:cubicBezTo>
                  <a:cubicBezTo>
                    <a:pt x="190" y="221"/>
                    <a:pt x="229" y="195"/>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0" name="Google Shape;4380;p24"/>
            <p:cNvSpPr/>
            <p:nvPr/>
          </p:nvSpPr>
          <p:spPr>
            <a:xfrm>
              <a:off x="5794375" y="1638200"/>
              <a:ext cx="8000" cy="7150"/>
            </a:xfrm>
            <a:custGeom>
              <a:avLst/>
              <a:gdLst/>
              <a:ahLst/>
              <a:cxnLst/>
              <a:rect l="l" t="t" r="r" b="b"/>
              <a:pathLst>
                <a:path w="320" h="286" extrusionOk="0">
                  <a:moveTo>
                    <a:pt x="146" y="0"/>
                  </a:moveTo>
                  <a:cubicBezTo>
                    <a:pt x="85" y="0"/>
                    <a:pt x="23" y="44"/>
                    <a:pt x="23" y="120"/>
                  </a:cubicBezTo>
                  <a:cubicBezTo>
                    <a:pt x="0" y="188"/>
                    <a:pt x="46" y="257"/>
                    <a:pt x="114" y="280"/>
                  </a:cubicBezTo>
                  <a:cubicBezTo>
                    <a:pt x="126" y="284"/>
                    <a:pt x="139" y="286"/>
                    <a:pt x="152" y="286"/>
                  </a:cubicBezTo>
                  <a:cubicBezTo>
                    <a:pt x="213" y="286"/>
                    <a:pt x="278" y="245"/>
                    <a:pt x="297" y="188"/>
                  </a:cubicBezTo>
                  <a:cubicBezTo>
                    <a:pt x="320" y="97"/>
                    <a:pt x="274" y="29"/>
                    <a:pt x="183" y="6"/>
                  </a:cubicBezTo>
                  <a:cubicBezTo>
                    <a:pt x="171"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1" name="Google Shape;4381;p24"/>
            <p:cNvSpPr/>
            <p:nvPr/>
          </p:nvSpPr>
          <p:spPr>
            <a:xfrm>
              <a:off x="5722475" y="1634200"/>
              <a:ext cx="6850" cy="6025"/>
            </a:xfrm>
            <a:custGeom>
              <a:avLst/>
              <a:gdLst/>
              <a:ahLst/>
              <a:cxnLst/>
              <a:rect l="l" t="t" r="r" b="b"/>
              <a:pathLst>
                <a:path w="274" h="241" extrusionOk="0">
                  <a:moveTo>
                    <a:pt x="126" y="0"/>
                  </a:moveTo>
                  <a:cubicBezTo>
                    <a:pt x="76" y="0"/>
                    <a:pt x="42" y="41"/>
                    <a:pt x="23" y="97"/>
                  </a:cubicBezTo>
                  <a:cubicBezTo>
                    <a:pt x="0" y="143"/>
                    <a:pt x="46" y="211"/>
                    <a:pt x="114" y="234"/>
                  </a:cubicBezTo>
                  <a:cubicBezTo>
                    <a:pt x="122" y="238"/>
                    <a:pt x="131" y="240"/>
                    <a:pt x="140" y="240"/>
                  </a:cubicBezTo>
                  <a:cubicBezTo>
                    <a:pt x="183" y="240"/>
                    <a:pt x="232" y="199"/>
                    <a:pt x="251" y="143"/>
                  </a:cubicBezTo>
                  <a:cubicBezTo>
                    <a:pt x="274" y="75"/>
                    <a:pt x="228" y="29"/>
                    <a:pt x="160" y="6"/>
                  </a:cubicBezTo>
                  <a:cubicBezTo>
                    <a:pt x="148" y="2"/>
                    <a:pt x="136" y="0"/>
                    <a:pt x="12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2" name="Google Shape;4382;p24"/>
            <p:cNvSpPr/>
            <p:nvPr/>
          </p:nvSpPr>
          <p:spPr>
            <a:xfrm>
              <a:off x="5786375" y="1570850"/>
              <a:ext cx="9150" cy="8300"/>
            </a:xfrm>
            <a:custGeom>
              <a:avLst/>
              <a:gdLst/>
              <a:ahLst/>
              <a:cxnLst/>
              <a:rect l="l" t="t" r="r" b="b"/>
              <a:pathLst>
                <a:path w="366" h="332"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3" name="Google Shape;4383;p24"/>
            <p:cNvSpPr/>
            <p:nvPr/>
          </p:nvSpPr>
          <p:spPr>
            <a:xfrm>
              <a:off x="5453125" y="1403075"/>
              <a:ext cx="6875" cy="6050"/>
            </a:xfrm>
            <a:custGeom>
              <a:avLst/>
              <a:gdLst/>
              <a:ahLst/>
              <a:cxnLst/>
              <a:rect l="l" t="t" r="r" b="b"/>
              <a:pathLst>
                <a:path w="275" h="242" extrusionOk="0">
                  <a:moveTo>
                    <a:pt x="124" y="1"/>
                  </a:moveTo>
                  <a:cubicBezTo>
                    <a:pt x="70" y="1"/>
                    <a:pt x="23" y="42"/>
                    <a:pt x="23" y="98"/>
                  </a:cubicBezTo>
                  <a:cubicBezTo>
                    <a:pt x="0" y="167"/>
                    <a:pt x="46" y="235"/>
                    <a:pt x="92" y="235"/>
                  </a:cubicBezTo>
                  <a:cubicBezTo>
                    <a:pt x="104" y="239"/>
                    <a:pt x="116" y="241"/>
                    <a:pt x="128" y="241"/>
                  </a:cubicBezTo>
                  <a:cubicBezTo>
                    <a:pt x="183" y="241"/>
                    <a:pt x="233" y="200"/>
                    <a:pt x="252" y="144"/>
                  </a:cubicBezTo>
                  <a:cubicBezTo>
                    <a:pt x="274" y="98"/>
                    <a:pt x="229" y="30"/>
                    <a:pt x="160" y="7"/>
                  </a:cubicBezTo>
                  <a:cubicBezTo>
                    <a:pt x="148" y="3"/>
                    <a:pt x="136" y="1"/>
                    <a:pt x="12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4" name="Google Shape;4384;p24"/>
            <p:cNvSpPr/>
            <p:nvPr/>
          </p:nvSpPr>
          <p:spPr>
            <a:xfrm>
              <a:off x="5689925" y="1594850"/>
              <a:ext cx="10300" cy="9075"/>
            </a:xfrm>
            <a:custGeom>
              <a:avLst/>
              <a:gdLst/>
              <a:ahLst/>
              <a:cxnLst/>
              <a:rect l="l" t="t" r="r" b="b"/>
              <a:pathLst>
                <a:path w="412" h="363" extrusionOk="0">
                  <a:moveTo>
                    <a:pt x="216" y="1"/>
                  </a:moveTo>
                  <a:cubicBezTo>
                    <a:pt x="138" y="1"/>
                    <a:pt x="66" y="63"/>
                    <a:pt x="47" y="142"/>
                  </a:cubicBezTo>
                  <a:cubicBezTo>
                    <a:pt x="1" y="233"/>
                    <a:pt x="69" y="325"/>
                    <a:pt x="161" y="347"/>
                  </a:cubicBezTo>
                  <a:cubicBezTo>
                    <a:pt x="181" y="358"/>
                    <a:pt x="202" y="362"/>
                    <a:pt x="223" y="362"/>
                  </a:cubicBezTo>
                  <a:cubicBezTo>
                    <a:pt x="298" y="362"/>
                    <a:pt x="371" y="305"/>
                    <a:pt x="389" y="233"/>
                  </a:cubicBezTo>
                  <a:cubicBezTo>
                    <a:pt x="412" y="142"/>
                    <a:pt x="343" y="28"/>
                    <a:pt x="252" y="5"/>
                  </a:cubicBezTo>
                  <a:cubicBezTo>
                    <a:pt x="240" y="2"/>
                    <a:pt x="228" y="1"/>
                    <a:pt x="21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5" name="Google Shape;4385;p24"/>
            <p:cNvSpPr/>
            <p:nvPr/>
          </p:nvSpPr>
          <p:spPr>
            <a:xfrm>
              <a:off x="5938150" y="1702675"/>
              <a:ext cx="8600" cy="4725"/>
            </a:xfrm>
            <a:custGeom>
              <a:avLst/>
              <a:gdLst/>
              <a:ahLst/>
              <a:cxnLst/>
              <a:rect l="l" t="t" r="r" b="b"/>
              <a:pathLst>
                <a:path w="344" h="189" extrusionOk="0">
                  <a:moveTo>
                    <a:pt x="160" y="0"/>
                  </a:moveTo>
                  <a:cubicBezTo>
                    <a:pt x="86" y="0"/>
                    <a:pt x="20" y="45"/>
                    <a:pt x="1" y="120"/>
                  </a:cubicBezTo>
                  <a:lnTo>
                    <a:pt x="321" y="189"/>
                  </a:lnTo>
                  <a:cubicBezTo>
                    <a:pt x="343" y="120"/>
                    <a:pt x="275"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6" name="Google Shape;4386;p24"/>
            <p:cNvSpPr/>
            <p:nvPr/>
          </p:nvSpPr>
          <p:spPr>
            <a:xfrm>
              <a:off x="5751575" y="1442450"/>
              <a:ext cx="6850" cy="5900"/>
            </a:xfrm>
            <a:custGeom>
              <a:avLst/>
              <a:gdLst/>
              <a:ahLst/>
              <a:cxnLst/>
              <a:rect l="l" t="t" r="r" b="b"/>
              <a:pathLst>
                <a:path w="274" h="236" extrusionOk="0">
                  <a:moveTo>
                    <a:pt x="134" y="1"/>
                  </a:moveTo>
                  <a:cubicBezTo>
                    <a:pt x="91" y="1"/>
                    <a:pt x="42" y="42"/>
                    <a:pt x="23" y="98"/>
                  </a:cubicBezTo>
                  <a:cubicBezTo>
                    <a:pt x="0" y="144"/>
                    <a:pt x="46" y="212"/>
                    <a:pt x="114" y="235"/>
                  </a:cubicBezTo>
                  <a:cubicBezTo>
                    <a:pt x="183" y="235"/>
                    <a:pt x="228" y="212"/>
                    <a:pt x="251" y="144"/>
                  </a:cubicBezTo>
                  <a:cubicBezTo>
                    <a:pt x="274" y="75"/>
                    <a:pt x="228" y="30"/>
                    <a:pt x="160"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7" name="Google Shape;4387;p24"/>
            <p:cNvSpPr/>
            <p:nvPr/>
          </p:nvSpPr>
          <p:spPr>
            <a:xfrm>
              <a:off x="5511900" y="1395100"/>
              <a:ext cx="8025" cy="7175"/>
            </a:xfrm>
            <a:custGeom>
              <a:avLst/>
              <a:gdLst/>
              <a:ahLst/>
              <a:cxnLst/>
              <a:rect l="l" t="t" r="r" b="b"/>
              <a:pathLst>
                <a:path w="321" h="287" extrusionOk="0">
                  <a:moveTo>
                    <a:pt x="161" y="0"/>
                  </a:moveTo>
                  <a:cubicBezTo>
                    <a:pt x="92" y="0"/>
                    <a:pt x="42" y="45"/>
                    <a:pt x="23" y="120"/>
                  </a:cubicBezTo>
                  <a:cubicBezTo>
                    <a:pt x="0" y="189"/>
                    <a:pt x="46" y="280"/>
                    <a:pt x="115" y="280"/>
                  </a:cubicBezTo>
                  <a:cubicBezTo>
                    <a:pt x="131" y="284"/>
                    <a:pt x="146" y="286"/>
                    <a:pt x="161" y="286"/>
                  </a:cubicBezTo>
                  <a:cubicBezTo>
                    <a:pt x="229" y="286"/>
                    <a:pt x="278" y="245"/>
                    <a:pt x="297" y="189"/>
                  </a:cubicBezTo>
                  <a:cubicBezTo>
                    <a:pt x="320" y="98"/>
                    <a:pt x="274" y="29"/>
                    <a:pt x="206" y="6"/>
                  </a:cubicBezTo>
                  <a:cubicBezTo>
                    <a:pt x="190" y="2"/>
                    <a:pt x="175"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8" name="Google Shape;4388;p24"/>
            <p:cNvSpPr/>
            <p:nvPr/>
          </p:nvSpPr>
          <p:spPr>
            <a:xfrm>
              <a:off x="5617475" y="1447175"/>
              <a:ext cx="6875" cy="6450"/>
            </a:xfrm>
            <a:custGeom>
              <a:avLst/>
              <a:gdLst/>
              <a:ahLst/>
              <a:cxnLst/>
              <a:rect l="l" t="t" r="r" b="b"/>
              <a:pathLst>
                <a:path w="275" h="258" extrusionOk="0">
                  <a:moveTo>
                    <a:pt x="160" y="0"/>
                  </a:moveTo>
                  <a:cubicBezTo>
                    <a:pt x="91" y="0"/>
                    <a:pt x="23" y="23"/>
                    <a:pt x="23" y="92"/>
                  </a:cubicBezTo>
                  <a:cubicBezTo>
                    <a:pt x="0" y="160"/>
                    <a:pt x="46" y="229"/>
                    <a:pt x="91" y="251"/>
                  </a:cubicBezTo>
                  <a:cubicBezTo>
                    <a:pt x="104" y="255"/>
                    <a:pt x="116" y="257"/>
                    <a:pt x="128" y="257"/>
                  </a:cubicBezTo>
                  <a:cubicBezTo>
                    <a:pt x="183" y="257"/>
                    <a:pt x="232"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9" name="Google Shape;4389;p24"/>
            <p:cNvSpPr/>
            <p:nvPr/>
          </p:nvSpPr>
          <p:spPr>
            <a:xfrm>
              <a:off x="5462825" y="1391825"/>
              <a:ext cx="7450" cy="7025"/>
            </a:xfrm>
            <a:custGeom>
              <a:avLst/>
              <a:gdLst/>
              <a:ahLst/>
              <a:cxnLst/>
              <a:rect l="l" t="t" r="r" b="b"/>
              <a:pathLst>
                <a:path w="298" h="281" extrusionOk="0">
                  <a:moveTo>
                    <a:pt x="183" y="0"/>
                  </a:moveTo>
                  <a:cubicBezTo>
                    <a:pt x="115" y="0"/>
                    <a:pt x="46" y="46"/>
                    <a:pt x="23" y="114"/>
                  </a:cubicBezTo>
                  <a:cubicBezTo>
                    <a:pt x="1" y="183"/>
                    <a:pt x="46" y="251"/>
                    <a:pt x="115" y="274"/>
                  </a:cubicBezTo>
                  <a:cubicBezTo>
                    <a:pt x="131" y="278"/>
                    <a:pt x="146" y="280"/>
                    <a:pt x="161" y="280"/>
                  </a:cubicBezTo>
                  <a:cubicBezTo>
                    <a:pt x="229" y="280"/>
                    <a:pt x="278" y="239"/>
                    <a:pt x="297"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0" name="Google Shape;4390;p24"/>
            <p:cNvSpPr/>
            <p:nvPr/>
          </p:nvSpPr>
          <p:spPr>
            <a:xfrm>
              <a:off x="6588125" y="1407075"/>
              <a:ext cx="8575" cy="7750"/>
            </a:xfrm>
            <a:custGeom>
              <a:avLst/>
              <a:gdLst/>
              <a:ahLst/>
              <a:cxnLst/>
              <a:rect l="l" t="t" r="r" b="b"/>
              <a:pathLst>
                <a:path w="343" h="310" extrusionOk="0">
                  <a:moveTo>
                    <a:pt x="161" y="1"/>
                  </a:moveTo>
                  <a:cubicBezTo>
                    <a:pt x="92" y="1"/>
                    <a:pt x="42" y="45"/>
                    <a:pt x="23" y="121"/>
                  </a:cubicBezTo>
                  <a:cubicBezTo>
                    <a:pt x="0" y="189"/>
                    <a:pt x="46" y="281"/>
                    <a:pt x="137" y="303"/>
                  </a:cubicBezTo>
                  <a:cubicBezTo>
                    <a:pt x="149" y="307"/>
                    <a:pt x="161" y="309"/>
                    <a:pt x="174" y="309"/>
                  </a:cubicBezTo>
                  <a:cubicBezTo>
                    <a:pt x="235" y="309"/>
                    <a:pt x="301" y="265"/>
                    <a:pt x="320" y="189"/>
                  </a:cubicBezTo>
                  <a:cubicBezTo>
                    <a:pt x="342" y="121"/>
                    <a:pt x="297" y="29"/>
                    <a:pt x="205"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1" name="Google Shape;4391;p24"/>
            <p:cNvSpPr/>
            <p:nvPr/>
          </p:nvSpPr>
          <p:spPr>
            <a:xfrm>
              <a:off x="6284525" y="990675"/>
              <a:ext cx="6325" cy="5875"/>
            </a:xfrm>
            <a:custGeom>
              <a:avLst/>
              <a:gdLst/>
              <a:ahLst/>
              <a:cxnLst/>
              <a:rect l="l" t="t" r="r" b="b"/>
              <a:pathLst>
                <a:path w="253" h="235" extrusionOk="0">
                  <a:moveTo>
                    <a:pt x="161" y="0"/>
                  </a:moveTo>
                  <a:cubicBezTo>
                    <a:pt x="92" y="0"/>
                    <a:pt x="24" y="23"/>
                    <a:pt x="24" y="91"/>
                  </a:cubicBezTo>
                  <a:cubicBezTo>
                    <a:pt x="1" y="160"/>
                    <a:pt x="47" y="228"/>
                    <a:pt x="92" y="228"/>
                  </a:cubicBezTo>
                  <a:cubicBezTo>
                    <a:pt x="105" y="233"/>
                    <a:pt x="117" y="234"/>
                    <a:pt x="130" y="234"/>
                  </a:cubicBezTo>
                  <a:cubicBezTo>
                    <a:pt x="184" y="234"/>
                    <a:pt x="233" y="197"/>
                    <a:pt x="252" y="160"/>
                  </a:cubicBezTo>
                  <a:cubicBezTo>
                    <a:pt x="252" y="91"/>
                    <a:pt x="229" y="23"/>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2" name="Google Shape;4392;p24"/>
            <p:cNvSpPr/>
            <p:nvPr/>
          </p:nvSpPr>
          <p:spPr>
            <a:xfrm>
              <a:off x="5481650" y="1536750"/>
              <a:ext cx="7450" cy="6450"/>
            </a:xfrm>
            <a:custGeom>
              <a:avLst/>
              <a:gdLst/>
              <a:ahLst/>
              <a:cxnLst/>
              <a:rect l="l" t="t" r="r" b="b"/>
              <a:pathLst>
                <a:path w="298" h="258" extrusionOk="0">
                  <a:moveTo>
                    <a:pt x="183" y="1"/>
                  </a:moveTo>
                  <a:cubicBezTo>
                    <a:pt x="115" y="1"/>
                    <a:pt x="46" y="24"/>
                    <a:pt x="24" y="92"/>
                  </a:cubicBezTo>
                  <a:cubicBezTo>
                    <a:pt x="1" y="161"/>
                    <a:pt x="46" y="229"/>
                    <a:pt x="115" y="252"/>
                  </a:cubicBezTo>
                  <a:cubicBezTo>
                    <a:pt x="127" y="256"/>
                    <a:pt x="139" y="258"/>
                    <a:pt x="151" y="258"/>
                  </a:cubicBezTo>
                  <a:cubicBezTo>
                    <a:pt x="206" y="258"/>
                    <a:pt x="256" y="217"/>
                    <a:pt x="275" y="161"/>
                  </a:cubicBezTo>
                  <a:cubicBezTo>
                    <a:pt x="297" y="92"/>
                    <a:pt x="252"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3" name="Google Shape;4393;p24"/>
            <p:cNvSpPr/>
            <p:nvPr/>
          </p:nvSpPr>
          <p:spPr>
            <a:xfrm>
              <a:off x="6421500" y="1175975"/>
              <a:ext cx="7425" cy="6600"/>
            </a:xfrm>
            <a:custGeom>
              <a:avLst/>
              <a:gdLst/>
              <a:ahLst/>
              <a:cxnLst/>
              <a:rect l="l" t="t" r="r" b="b"/>
              <a:pathLst>
                <a:path w="297" h="264" extrusionOk="0">
                  <a:moveTo>
                    <a:pt x="146" y="0"/>
                  </a:moveTo>
                  <a:cubicBezTo>
                    <a:pt x="91" y="0"/>
                    <a:pt x="42" y="41"/>
                    <a:pt x="23" y="98"/>
                  </a:cubicBezTo>
                  <a:cubicBezTo>
                    <a:pt x="0" y="166"/>
                    <a:pt x="46" y="235"/>
                    <a:pt x="114" y="257"/>
                  </a:cubicBezTo>
                  <a:cubicBezTo>
                    <a:pt x="126" y="261"/>
                    <a:pt x="139" y="263"/>
                    <a:pt x="152" y="263"/>
                  </a:cubicBezTo>
                  <a:cubicBezTo>
                    <a:pt x="212" y="263"/>
                    <a:pt x="274" y="222"/>
                    <a:pt x="274" y="166"/>
                  </a:cubicBezTo>
                  <a:cubicBezTo>
                    <a:pt x="297" y="75"/>
                    <a:pt x="251" y="6"/>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4" name="Google Shape;4394;p24"/>
            <p:cNvSpPr/>
            <p:nvPr/>
          </p:nvSpPr>
          <p:spPr>
            <a:xfrm>
              <a:off x="6331325" y="1109825"/>
              <a:ext cx="10875" cy="9950"/>
            </a:xfrm>
            <a:custGeom>
              <a:avLst/>
              <a:gdLst/>
              <a:ahLst/>
              <a:cxnLst/>
              <a:rect l="l" t="t" r="r" b="b"/>
              <a:pathLst>
                <a:path w="435" h="398" extrusionOk="0">
                  <a:moveTo>
                    <a:pt x="231" y="0"/>
                  </a:moveTo>
                  <a:cubicBezTo>
                    <a:pt x="138" y="0"/>
                    <a:pt x="66" y="62"/>
                    <a:pt x="46" y="142"/>
                  </a:cubicBezTo>
                  <a:cubicBezTo>
                    <a:pt x="1" y="256"/>
                    <a:pt x="69" y="347"/>
                    <a:pt x="183" y="393"/>
                  </a:cubicBezTo>
                  <a:cubicBezTo>
                    <a:pt x="195" y="396"/>
                    <a:pt x="207" y="397"/>
                    <a:pt x="219" y="397"/>
                  </a:cubicBezTo>
                  <a:cubicBezTo>
                    <a:pt x="302" y="397"/>
                    <a:pt x="392" y="332"/>
                    <a:pt x="411" y="233"/>
                  </a:cubicBezTo>
                  <a:cubicBezTo>
                    <a:pt x="434" y="142"/>
                    <a:pt x="366" y="27"/>
                    <a:pt x="275" y="5"/>
                  </a:cubicBezTo>
                  <a:cubicBezTo>
                    <a:pt x="260"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5" name="Google Shape;4395;p24"/>
            <p:cNvSpPr/>
            <p:nvPr/>
          </p:nvSpPr>
          <p:spPr>
            <a:xfrm>
              <a:off x="6348450" y="1087450"/>
              <a:ext cx="6300" cy="5525"/>
            </a:xfrm>
            <a:custGeom>
              <a:avLst/>
              <a:gdLst/>
              <a:ahLst/>
              <a:cxnLst/>
              <a:rect l="l" t="t" r="r" b="b"/>
              <a:pathLst>
                <a:path w="252" h="221" extrusionOk="0">
                  <a:moveTo>
                    <a:pt x="110" y="1"/>
                  </a:moveTo>
                  <a:cubicBezTo>
                    <a:pt x="62" y="1"/>
                    <a:pt x="23" y="27"/>
                    <a:pt x="23" y="78"/>
                  </a:cubicBezTo>
                  <a:cubicBezTo>
                    <a:pt x="0" y="146"/>
                    <a:pt x="46" y="215"/>
                    <a:pt x="92" y="215"/>
                  </a:cubicBezTo>
                  <a:cubicBezTo>
                    <a:pt x="104" y="219"/>
                    <a:pt x="117" y="221"/>
                    <a:pt x="129" y="221"/>
                  </a:cubicBezTo>
                  <a:cubicBezTo>
                    <a:pt x="183" y="221"/>
                    <a:pt x="229" y="184"/>
                    <a:pt x="229" y="146"/>
                  </a:cubicBezTo>
                  <a:cubicBezTo>
                    <a:pt x="251" y="78"/>
                    <a:pt x="206" y="9"/>
                    <a:pt x="160" y="9"/>
                  </a:cubicBezTo>
                  <a:cubicBezTo>
                    <a:pt x="143" y="4"/>
                    <a:pt x="126"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6" name="Google Shape;4396;p24"/>
            <p:cNvSpPr/>
            <p:nvPr/>
          </p:nvSpPr>
          <p:spPr>
            <a:xfrm>
              <a:off x="6868875" y="1463050"/>
              <a:ext cx="11425" cy="9975"/>
            </a:xfrm>
            <a:custGeom>
              <a:avLst/>
              <a:gdLst/>
              <a:ahLst/>
              <a:cxnLst/>
              <a:rect l="l" t="t" r="r" b="b"/>
              <a:pathLst>
                <a:path w="457" h="399" extrusionOk="0">
                  <a:moveTo>
                    <a:pt x="231" y="0"/>
                  </a:moveTo>
                  <a:cubicBezTo>
                    <a:pt x="137" y="0"/>
                    <a:pt x="66" y="65"/>
                    <a:pt x="46" y="164"/>
                  </a:cubicBezTo>
                  <a:cubicBezTo>
                    <a:pt x="0" y="256"/>
                    <a:pt x="69" y="370"/>
                    <a:pt x="183" y="393"/>
                  </a:cubicBezTo>
                  <a:cubicBezTo>
                    <a:pt x="198" y="396"/>
                    <a:pt x="214" y="398"/>
                    <a:pt x="230" y="398"/>
                  </a:cubicBezTo>
                  <a:cubicBezTo>
                    <a:pt x="309" y="398"/>
                    <a:pt x="392" y="351"/>
                    <a:pt x="411" y="256"/>
                  </a:cubicBezTo>
                  <a:cubicBezTo>
                    <a:pt x="457" y="141"/>
                    <a:pt x="388" y="50"/>
                    <a:pt x="274" y="4"/>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7" name="Google Shape;4397;p24"/>
            <p:cNvSpPr/>
            <p:nvPr/>
          </p:nvSpPr>
          <p:spPr>
            <a:xfrm>
              <a:off x="6204650" y="1726675"/>
              <a:ext cx="10875" cy="9375"/>
            </a:xfrm>
            <a:custGeom>
              <a:avLst/>
              <a:gdLst/>
              <a:ahLst/>
              <a:cxnLst/>
              <a:rect l="l" t="t" r="r" b="b"/>
              <a:pathLst>
                <a:path w="435" h="375" extrusionOk="0">
                  <a:moveTo>
                    <a:pt x="231" y="0"/>
                  </a:moveTo>
                  <a:cubicBezTo>
                    <a:pt x="137" y="0"/>
                    <a:pt x="66" y="62"/>
                    <a:pt x="46" y="142"/>
                  </a:cubicBezTo>
                  <a:cubicBezTo>
                    <a:pt x="0" y="233"/>
                    <a:pt x="69" y="347"/>
                    <a:pt x="160" y="370"/>
                  </a:cubicBezTo>
                  <a:cubicBezTo>
                    <a:pt x="175" y="373"/>
                    <a:pt x="190" y="374"/>
                    <a:pt x="204" y="374"/>
                  </a:cubicBezTo>
                  <a:cubicBezTo>
                    <a:pt x="297" y="374"/>
                    <a:pt x="369" y="312"/>
                    <a:pt x="388" y="233"/>
                  </a:cubicBezTo>
                  <a:cubicBezTo>
                    <a:pt x="434" y="142"/>
                    <a:pt x="366" y="28"/>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8" name="Google Shape;4398;p24"/>
            <p:cNvSpPr/>
            <p:nvPr/>
          </p:nvSpPr>
          <p:spPr>
            <a:xfrm>
              <a:off x="6218350" y="1478975"/>
              <a:ext cx="6300" cy="5475"/>
            </a:xfrm>
            <a:custGeom>
              <a:avLst/>
              <a:gdLst/>
              <a:ahLst/>
              <a:cxnLst/>
              <a:rect l="l" t="t" r="r" b="b"/>
              <a:pathLst>
                <a:path w="252" h="219" extrusionOk="0">
                  <a:moveTo>
                    <a:pt x="123" y="1"/>
                  </a:moveTo>
                  <a:cubicBezTo>
                    <a:pt x="69" y="1"/>
                    <a:pt x="23" y="38"/>
                    <a:pt x="23" y="75"/>
                  </a:cubicBezTo>
                  <a:cubicBezTo>
                    <a:pt x="0" y="144"/>
                    <a:pt x="46" y="212"/>
                    <a:pt x="92" y="212"/>
                  </a:cubicBezTo>
                  <a:cubicBezTo>
                    <a:pt x="104" y="216"/>
                    <a:pt x="117" y="218"/>
                    <a:pt x="129" y="218"/>
                  </a:cubicBezTo>
                  <a:cubicBezTo>
                    <a:pt x="183" y="218"/>
                    <a:pt x="228" y="181"/>
                    <a:pt x="228" y="144"/>
                  </a:cubicBezTo>
                  <a:cubicBezTo>
                    <a:pt x="251" y="75"/>
                    <a:pt x="228" y="7"/>
                    <a:pt x="160" y="7"/>
                  </a:cubicBezTo>
                  <a:cubicBezTo>
                    <a:pt x="147" y="2"/>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9" name="Google Shape;4399;p24"/>
            <p:cNvSpPr/>
            <p:nvPr/>
          </p:nvSpPr>
          <p:spPr>
            <a:xfrm>
              <a:off x="5850850" y="1546925"/>
              <a:ext cx="9725" cy="8825"/>
            </a:xfrm>
            <a:custGeom>
              <a:avLst/>
              <a:gdLst/>
              <a:ahLst/>
              <a:cxnLst/>
              <a:rect l="l" t="t" r="r" b="b"/>
              <a:pathLst>
                <a:path w="389" h="353" extrusionOk="0">
                  <a:moveTo>
                    <a:pt x="193" y="0"/>
                  </a:moveTo>
                  <a:cubicBezTo>
                    <a:pt x="115" y="0"/>
                    <a:pt x="43" y="62"/>
                    <a:pt x="24" y="142"/>
                  </a:cubicBezTo>
                  <a:cubicBezTo>
                    <a:pt x="1" y="233"/>
                    <a:pt x="69" y="324"/>
                    <a:pt x="160" y="347"/>
                  </a:cubicBezTo>
                  <a:cubicBezTo>
                    <a:pt x="176" y="351"/>
                    <a:pt x="191" y="353"/>
                    <a:pt x="206" y="353"/>
                  </a:cubicBezTo>
                  <a:cubicBezTo>
                    <a:pt x="280" y="353"/>
                    <a:pt x="347" y="305"/>
                    <a:pt x="366" y="210"/>
                  </a:cubicBezTo>
                  <a:cubicBezTo>
                    <a:pt x="389" y="119"/>
                    <a:pt x="343"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0" name="Google Shape;4400;p24"/>
            <p:cNvSpPr/>
            <p:nvPr/>
          </p:nvSpPr>
          <p:spPr>
            <a:xfrm>
              <a:off x="5838300" y="1502375"/>
              <a:ext cx="6300" cy="5300"/>
            </a:xfrm>
            <a:custGeom>
              <a:avLst/>
              <a:gdLst/>
              <a:ahLst/>
              <a:cxnLst/>
              <a:rect l="l" t="t" r="r" b="b"/>
              <a:pathLst>
                <a:path w="252" h="212" extrusionOk="0">
                  <a:moveTo>
                    <a:pt x="125" y="0"/>
                  </a:moveTo>
                  <a:cubicBezTo>
                    <a:pt x="76" y="0"/>
                    <a:pt x="42" y="38"/>
                    <a:pt x="23" y="75"/>
                  </a:cubicBezTo>
                  <a:cubicBezTo>
                    <a:pt x="1" y="143"/>
                    <a:pt x="46" y="189"/>
                    <a:pt x="92" y="212"/>
                  </a:cubicBezTo>
                  <a:cubicBezTo>
                    <a:pt x="160" y="212"/>
                    <a:pt x="206" y="189"/>
                    <a:pt x="229" y="121"/>
                  </a:cubicBezTo>
                  <a:cubicBezTo>
                    <a:pt x="252" y="75"/>
                    <a:pt x="206" y="6"/>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1" name="Google Shape;4401;p24"/>
            <p:cNvSpPr/>
            <p:nvPr/>
          </p:nvSpPr>
          <p:spPr>
            <a:xfrm>
              <a:off x="6180675" y="744000"/>
              <a:ext cx="7450" cy="7025"/>
            </a:xfrm>
            <a:custGeom>
              <a:avLst/>
              <a:gdLst/>
              <a:ahLst/>
              <a:cxnLst/>
              <a:rect l="l" t="t" r="r" b="b"/>
              <a:pathLst>
                <a:path w="298" h="281" extrusionOk="0">
                  <a:moveTo>
                    <a:pt x="147" y="1"/>
                  </a:moveTo>
                  <a:cubicBezTo>
                    <a:pt x="92" y="1"/>
                    <a:pt x="42" y="42"/>
                    <a:pt x="24" y="98"/>
                  </a:cubicBezTo>
                  <a:cubicBezTo>
                    <a:pt x="1" y="166"/>
                    <a:pt x="46" y="258"/>
                    <a:pt x="115" y="281"/>
                  </a:cubicBezTo>
                  <a:cubicBezTo>
                    <a:pt x="183" y="281"/>
                    <a:pt x="275" y="235"/>
                    <a:pt x="297" y="166"/>
                  </a:cubicBezTo>
                  <a:cubicBezTo>
                    <a:pt x="297" y="98"/>
                    <a:pt x="275"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2" name="Google Shape;4402;p24"/>
            <p:cNvSpPr/>
            <p:nvPr/>
          </p:nvSpPr>
          <p:spPr>
            <a:xfrm>
              <a:off x="6165275" y="635000"/>
              <a:ext cx="6300" cy="5900"/>
            </a:xfrm>
            <a:custGeom>
              <a:avLst/>
              <a:gdLst/>
              <a:ahLst/>
              <a:cxnLst/>
              <a:rect l="l" t="t" r="r" b="b"/>
              <a:pathLst>
                <a:path w="252" h="236" extrusionOk="0">
                  <a:moveTo>
                    <a:pt x="123" y="1"/>
                  </a:moveTo>
                  <a:cubicBezTo>
                    <a:pt x="69" y="1"/>
                    <a:pt x="23" y="38"/>
                    <a:pt x="23" y="76"/>
                  </a:cubicBezTo>
                  <a:cubicBezTo>
                    <a:pt x="0" y="144"/>
                    <a:pt x="46" y="212"/>
                    <a:pt x="92" y="235"/>
                  </a:cubicBezTo>
                  <a:cubicBezTo>
                    <a:pt x="160" y="235"/>
                    <a:pt x="229" y="212"/>
                    <a:pt x="252" y="144"/>
                  </a:cubicBezTo>
                  <a:cubicBezTo>
                    <a:pt x="252" y="76"/>
                    <a:pt x="229" y="30"/>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3" name="Google Shape;4403;p24"/>
            <p:cNvSpPr/>
            <p:nvPr/>
          </p:nvSpPr>
          <p:spPr>
            <a:xfrm>
              <a:off x="6252575" y="1253050"/>
              <a:ext cx="9725" cy="8800"/>
            </a:xfrm>
            <a:custGeom>
              <a:avLst/>
              <a:gdLst/>
              <a:ahLst/>
              <a:cxnLst/>
              <a:rect l="l" t="t" r="r" b="b"/>
              <a:pathLst>
                <a:path w="389" h="352" extrusionOk="0">
                  <a:moveTo>
                    <a:pt x="193" y="0"/>
                  </a:moveTo>
                  <a:cubicBezTo>
                    <a:pt x="115" y="0"/>
                    <a:pt x="43" y="62"/>
                    <a:pt x="24" y="142"/>
                  </a:cubicBezTo>
                  <a:cubicBezTo>
                    <a:pt x="1" y="233"/>
                    <a:pt x="69" y="324"/>
                    <a:pt x="161" y="347"/>
                  </a:cubicBezTo>
                  <a:cubicBezTo>
                    <a:pt x="170" y="350"/>
                    <a:pt x="179" y="352"/>
                    <a:pt x="190" y="352"/>
                  </a:cubicBezTo>
                  <a:cubicBezTo>
                    <a:pt x="257" y="352"/>
                    <a:pt x="346" y="290"/>
                    <a:pt x="366" y="210"/>
                  </a:cubicBezTo>
                  <a:cubicBezTo>
                    <a:pt x="389" y="119"/>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4" name="Google Shape;4404;p24"/>
            <p:cNvSpPr/>
            <p:nvPr/>
          </p:nvSpPr>
          <p:spPr>
            <a:xfrm>
              <a:off x="6334750" y="1376825"/>
              <a:ext cx="6875" cy="6450"/>
            </a:xfrm>
            <a:custGeom>
              <a:avLst/>
              <a:gdLst/>
              <a:ahLst/>
              <a:cxnLst/>
              <a:rect l="l" t="t" r="r" b="b"/>
              <a:pathLst>
                <a:path w="275" h="258" extrusionOk="0">
                  <a:moveTo>
                    <a:pt x="147" y="1"/>
                  </a:moveTo>
                  <a:cubicBezTo>
                    <a:pt x="92" y="1"/>
                    <a:pt x="42" y="42"/>
                    <a:pt x="23" y="98"/>
                  </a:cubicBezTo>
                  <a:cubicBezTo>
                    <a:pt x="1" y="167"/>
                    <a:pt x="46" y="235"/>
                    <a:pt x="115" y="258"/>
                  </a:cubicBezTo>
                  <a:cubicBezTo>
                    <a:pt x="183" y="258"/>
                    <a:pt x="252" y="235"/>
                    <a:pt x="252" y="167"/>
                  </a:cubicBezTo>
                  <a:cubicBezTo>
                    <a:pt x="274" y="98"/>
                    <a:pt x="229"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5" name="Google Shape;4405;p24"/>
            <p:cNvSpPr/>
            <p:nvPr/>
          </p:nvSpPr>
          <p:spPr>
            <a:xfrm>
              <a:off x="6214925" y="1197075"/>
              <a:ext cx="7425" cy="6600"/>
            </a:xfrm>
            <a:custGeom>
              <a:avLst/>
              <a:gdLst/>
              <a:ahLst/>
              <a:cxnLst/>
              <a:rect l="l" t="t" r="r" b="b"/>
              <a:pathLst>
                <a:path w="297" h="264" extrusionOk="0">
                  <a:moveTo>
                    <a:pt x="147" y="1"/>
                  </a:moveTo>
                  <a:cubicBezTo>
                    <a:pt x="92" y="1"/>
                    <a:pt x="42" y="42"/>
                    <a:pt x="23" y="98"/>
                  </a:cubicBezTo>
                  <a:cubicBezTo>
                    <a:pt x="0" y="167"/>
                    <a:pt x="46" y="235"/>
                    <a:pt x="114" y="258"/>
                  </a:cubicBezTo>
                  <a:cubicBezTo>
                    <a:pt x="127" y="262"/>
                    <a:pt x="139" y="264"/>
                    <a:pt x="151"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6" name="Google Shape;4406;p24"/>
            <p:cNvSpPr/>
            <p:nvPr/>
          </p:nvSpPr>
          <p:spPr>
            <a:xfrm>
              <a:off x="6338175" y="1347200"/>
              <a:ext cx="10875" cy="9950"/>
            </a:xfrm>
            <a:custGeom>
              <a:avLst/>
              <a:gdLst/>
              <a:ahLst/>
              <a:cxnLst/>
              <a:rect l="l" t="t" r="r" b="b"/>
              <a:pathLst>
                <a:path w="435" h="398" extrusionOk="0">
                  <a:moveTo>
                    <a:pt x="215" y="1"/>
                  </a:moveTo>
                  <a:cubicBezTo>
                    <a:pt x="132" y="1"/>
                    <a:pt x="43" y="65"/>
                    <a:pt x="23" y="165"/>
                  </a:cubicBezTo>
                  <a:cubicBezTo>
                    <a:pt x="1" y="256"/>
                    <a:pt x="69" y="370"/>
                    <a:pt x="160" y="393"/>
                  </a:cubicBezTo>
                  <a:cubicBezTo>
                    <a:pt x="175" y="396"/>
                    <a:pt x="190" y="397"/>
                    <a:pt x="204" y="397"/>
                  </a:cubicBezTo>
                  <a:cubicBezTo>
                    <a:pt x="298" y="397"/>
                    <a:pt x="372" y="335"/>
                    <a:pt x="411" y="256"/>
                  </a:cubicBezTo>
                  <a:cubicBezTo>
                    <a:pt x="434" y="142"/>
                    <a:pt x="366" y="51"/>
                    <a:pt x="252" y="5"/>
                  </a:cubicBezTo>
                  <a:cubicBezTo>
                    <a:pt x="240" y="2"/>
                    <a:pt x="228"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7" name="Google Shape;4407;p24"/>
            <p:cNvSpPr/>
            <p:nvPr/>
          </p:nvSpPr>
          <p:spPr>
            <a:xfrm>
              <a:off x="6325050" y="1316925"/>
              <a:ext cx="7450" cy="7025"/>
            </a:xfrm>
            <a:custGeom>
              <a:avLst/>
              <a:gdLst/>
              <a:ahLst/>
              <a:cxnLst/>
              <a:rect l="l" t="t" r="r" b="b"/>
              <a:pathLst>
                <a:path w="298" h="281" extrusionOk="0">
                  <a:moveTo>
                    <a:pt x="147" y="0"/>
                  </a:moveTo>
                  <a:cubicBezTo>
                    <a:pt x="92" y="0"/>
                    <a:pt x="42" y="41"/>
                    <a:pt x="23" y="98"/>
                  </a:cubicBezTo>
                  <a:cubicBezTo>
                    <a:pt x="1" y="189"/>
                    <a:pt x="46" y="257"/>
                    <a:pt x="115" y="280"/>
                  </a:cubicBezTo>
                  <a:cubicBezTo>
                    <a:pt x="206" y="280"/>
                    <a:pt x="274" y="234"/>
                    <a:pt x="297" y="166"/>
                  </a:cubicBezTo>
                  <a:cubicBezTo>
                    <a:pt x="297" y="98"/>
                    <a:pt x="252"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8" name="Google Shape;4408;p24"/>
            <p:cNvSpPr/>
            <p:nvPr/>
          </p:nvSpPr>
          <p:spPr>
            <a:xfrm>
              <a:off x="6260575" y="1249625"/>
              <a:ext cx="8575" cy="7700"/>
            </a:xfrm>
            <a:custGeom>
              <a:avLst/>
              <a:gdLst/>
              <a:ahLst/>
              <a:cxnLst/>
              <a:rect l="l" t="t" r="r" b="b"/>
              <a:pathLst>
                <a:path w="343" h="308" extrusionOk="0">
                  <a:moveTo>
                    <a:pt x="177" y="0"/>
                  </a:moveTo>
                  <a:cubicBezTo>
                    <a:pt x="114" y="0"/>
                    <a:pt x="43" y="60"/>
                    <a:pt x="23" y="119"/>
                  </a:cubicBezTo>
                  <a:cubicBezTo>
                    <a:pt x="0" y="210"/>
                    <a:pt x="46" y="302"/>
                    <a:pt x="137" y="302"/>
                  </a:cubicBezTo>
                  <a:cubicBezTo>
                    <a:pt x="153" y="306"/>
                    <a:pt x="169" y="307"/>
                    <a:pt x="183" y="307"/>
                  </a:cubicBezTo>
                  <a:cubicBezTo>
                    <a:pt x="251" y="307"/>
                    <a:pt x="301" y="267"/>
                    <a:pt x="320" y="210"/>
                  </a:cubicBezTo>
                  <a:cubicBezTo>
                    <a:pt x="343" y="119"/>
                    <a:pt x="297" y="28"/>
                    <a:pt x="206" y="5"/>
                  </a:cubicBezTo>
                  <a:cubicBezTo>
                    <a:pt x="197" y="2"/>
                    <a:pt x="187" y="0"/>
                    <a:pt x="17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9" name="Google Shape;4409;p24"/>
            <p:cNvSpPr/>
            <p:nvPr/>
          </p:nvSpPr>
          <p:spPr>
            <a:xfrm>
              <a:off x="5614625" y="837725"/>
              <a:ext cx="8000" cy="7575"/>
            </a:xfrm>
            <a:custGeom>
              <a:avLst/>
              <a:gdLst/>
              <a:ahLst/>
              <a:cxnLst/>
              <a:rect l="l" t="t" r="r" b="b"/>
              <a:pathLst>
                <a:path w="320" h="303" extrusionOk="0">
                  <a:moveTo>
                    <a:pt x="183" y="1"/>
                  </a:moveTo>
                  <a:cubicBezTo>
                    <a:pt x="114" y="1"/>
                    <a:pt x="46" y="47"/>
                    <a:pt x="23" y="115"/>
                  </a:cubicBezTo>
                  <a:cubicBezTo>
                    <a:pt x="0" y="184"/>
                    <a:pt x="46" y="275"/>
                    <a:pt x="114" y="298"/>
                  </a:cubicBezTo>
                  <a:cubicBezTo>
                    <a:pt x="126" y="301"/>
                    <a:pt x="138" y="302"/>
                    <a:pt x="150" y="302"/>
                  </a:cubicBezTo>
                  <a:cubicBezTo>
                    <a:pt x="223" y="302"/>
                    <a:pt x="277" y="243"/>
                    <a:pt x="297" y="184"/>
                  </a:cubicBezTo>
                  <a:cubicBezTo>
                    <a:pt x="320" y="115"/>
                    <a:pt x="274"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0" name="Google Shape;4410;p24"/>
            <p:cNvSpPr/>
            <p:nvPr/>
          </p:nvSpPr>
          <p:spPr>
            <a:xfrm>
              <a:off x="5655700" y="1408000"/>
              <a:ext cx="11425" cy="10200"/>
            </a:xfrm>
            <a:custGeom>
              <a:avLst/>
              <a:gdLst/>
              <a:ahLst/>
              <a:cxnLst/>
              <a:rect l="l" t="t" r="r" b="b"/>
              <a:pathLst>
                <a:path w="457" h="408" extrusionOk="0">
                  <a:moveTo>
                    <a:pt x="202" y="1"/>
                  </a:moveTo>
                  <a:cubicBezTo>
                    <a:pt x="116" y="1"/>
                    <a:pt x="41" y="62"/>
                    <a:pt x="23" y="152"/>
                  </a:cubicBezTo>
                  <a:cubicBezTo>
                    <a:pt x="0" y="266"/>
                    <a:pt x="69" y="380"/>
                    <a:pt x="183" y="403"/>
                  </a:cubicBezTo>
                  <a:cubicBezTo>
                    <a:pt x="195" y="406"/>
                    <a:pt x="207" y="408"/>
                    <a:pt x="220" y="408"/>
                  </a:cubicBezTo>
                  <a:cubicBezTo>
                    <a:pt x="303" y="408"/>
                    <a:pt x="391" y="346"/>
                    <a:pt x="411" y="266"/>
                  </a:cubicBezTo>
                  <a:cubicBezTo>
                    <a:pt x="457" y="152"/>
                    <a:pt x="388" y="38"/>
                    <a:pt x="274" y="15"/>
                  </a:cubicBezTo>
                  <a:cubicBezTo>
                    <a:pt x="250" y="5"/>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1" name="Google Shape;4411;p24"/>
            <p:cNvSpPr/>
            <p:nvPr/>
          </p:nvSpPr>
          <p:spPr>
            <a:xfrm>
              <a:off x="5660825" y="1394525"/>
              <a:ext cx="9175" cy="8300"/>
            </a:xfrm>
            <a:custGeom>
              <a:avLst/>
              <a:gdLst/>
              <a:ahLst/>
              <a:cxnLst/>
              <a:rect l="l" t="t" r="r" b="b"/>
              <a:pathLst>
                <a:path w="367" h="332" extrusionOk="0">
                  <a:moveTo>
                    <a:pt x="182" y="1"/>
                  </a:moveTo>
                  <a:cubicBezTo>
                    <a:pt x="109" y="1"/>
                    <a:pt x="43" y="45"/>
                    <a:pt x="24" y="121"/>
                  </a:cubicBezTo>
                  <a:cubicBezTo>
                    <a:pt x="1" y="212"/>
                    <a:pt x="47" y="303"/>
                    <a:pt x="138" y="326"/>
                  </a:cubicBezTo>
                  <a:cubicBezTo>
                    <a:pt x="154" y="330"/>
                    <a:pt x="169" y="332"/>
                    <a:pt x="184" y="332"/>
                  </a:cubicBezTo>
                  <a:cubicBezTo>
                    <a:pt x="258" y="332"/>
                    <a:pt x="324" y="288"/>
                    <a:pt x="343" y="212"/>
                  </a:cubicBezTo>
                  <a:cubicBezTo>
                    <a:pt x="366" y="121"/>
                    <a:pt x="320" y="29"/>
                    <a:pt x="229" y="6"/>
                  </a:cubicBezTo>
                  <a:cubicBezTo>
                    <a:pt x="213" y="3"/>
                    <a:pt x="198"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2" name="Google Shape;4412;p24"/>
            <p:cNvSpPr/>
            <p:nvPr/>
          </p:nvSpPr>
          <p:spPr>
            <a:xfrm>
              <a:off x="5673950" y="1387825"/>
              <a:ext cx="7450" cy="7025"/>
            </a:xfrm>
            <a:custGeom>
              <a:avLst/>
              <a:gdLst/>
              <a:ahLst/>
              <a:cxnLst/>
              <a:rect l="l" t="t" r="r" b="b"/>
              <a:pathLst>
                <a:path w="298" h="281" extrusionOk="0">
                  <a:moveTo>
                    <a:pt x="183" y="1"/>
                  </a:moveTo>
                  <a:cubicBezTo>
                    <a:pt x="115" y="1"/>
                    <a:pt x="24" y="46"/>
                    <a:pt x="1" y="115"/>
                  </a:cubicBezTo>
                  <a:cubicBezTo>
                    <a:pt x="1" y="183"/>
                    <a:pt x="47" y="274"/>
                    <a:pt x="115" y="274"/>
                  </a:cubicBezTo>
                  <a:cubicBezTo>
                    <a:pt x="127" y="278"/>
                    <a:pt x="140" y="280"/>
                    <a:pt x="153" y="280"/>
                  </a:cubicBezTo>
                  <a:cubicBezTo>
                    <a:pt x="213" y="280"/>
                    <a:pt x="275" y="239"/>
                    <a:pt x="275" y="183"/>
                  </a:cubicBezTo>
                  <a:cubicBezTo>
                    <a:pt x="298" y="115"/>
                    <a:pt x="252" y="23"/>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3" name="Google Shape;4413;p24"/>
            <p:cNvSpPr/>
            <p:nvPr/>
          </p:nvSpPr>
          <p:spPr>
            <a:xfrm>
              <a:off x="5683650" y="1376425"/>
              <a:ext cx="8025" cy="7425"/>
            </a:xfrm>
            <a:custGeom>
              <a:avLst/>
              <a:gdLst/>
              <a:ahLst/>
              <a:cxnLst/>
              <a:rect l="l" t="t" r="r" b="b"/>
              <a:pathLst>
                <a:path w="321" h="297" extrusionOk="0">
                  <a:moveTo>
                    <a:pt x="184" y="0"/>
                  </a:moveTo>
                  <a:cubicBezTo>
                    <a:pt x="115" y="0"/>
                    <a:pt x="24" y="46"/>
                    <a:pt x="24" y="114"/>
                  </a:cubicBezTo>
                  <a:cubicBezTo>
                    <a:pt x="1" y="183"/>
                    <a:pt x="47" y="274"/>
                    <a:pt x="115" y="297"/>
                  </a:cubicBezTo>
                  <a:cubicBezTo>
                    <a:pt x="184" y="297"/>
                    <a:pt x="275" y="251"/>
                    <a:pt x="298" y="183"/>
                  </a:cubicBezTo>
                  <a:cubicBezTo>
                    <a:pt x="320" y="114"/>
                    <a:pt x="275" y="23"/>
                    <a:pt x="18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4" name="Google Shape;4414;p24"/>
            <p:cNvSpPr/>
            <p:nvPr/>
          </p:nvSpPr>
          <p:spPr>
            <a:xfrm>
              <a:off x="5882250" y="1540025"/>
              <a:ext cx="5725" cy="5475"/>
            </a:xfrm>
            <a:custGeom>
              <a:avLst/>
              <a:gdLst/>
              <a:ahLst/>
              <a:cxnLst/>
              <a:rect l="l" t="t" r="r" b="b"/>
              <a:pathLst>
                <a:path w="229" h="219" extrusionOk="0">
                  <a:moveTo>
                    <a:pt x="110" y="1"/>
                  </a:moveTo>
                  <a:cubicBezTo>
                    <a:pt x="69" y="1"/>
                    <a:pt x="23" y="38"/>
                    <a:pt x="23" y="75"/>
                  </a:cubicBezTo>
                  <a:cubicBezTo>
                    <a:pt x="0" y="144"/>
                    <a:pt x="46" y="189"/>
                    <a:pt x="91" y="212"/>
                  </a:cubicBezTo>
                  <a:cubicBezTo>
                    <a:pt x="100" y="217"/>
                    <a:pt x="109" y="218"/>
                    <a:pt x="118" y="218"/>
                  </a:cubicBezTo>
                  <a:cubicBezTo>
                    <a:pt x="160" y="218"/>
                    <a:pt x="206" y="181"/>
                    <a:pt x="206" y="144"/>
                  </a:cubicBezTo>
                  <a:cubicBezTo>
                    <a:pt x="228" y="75"/>
                    <a:pt x="206" y="30"/>
                    <a:pt x="137" y="7"/>
                  </a:cubicBezTo>
                  <a:cubicBezTo>
                    <a:pt x="129" y="3"/>
                    <a:pt x="120"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5" name="Google Shape;4415;p24"/>
            <p:cNvSpPr/>
            <p:nvPr/>
          </p:nvSpPr>
          <p:spPr>
            <a:xfrm>
              <a:off x="6095650" y="988850"/>
              <a:ext cx="8600" cy="7700"/>
            </a:xfrm>
            <a:custGeom>
              <a:avLst/>
              <a:gdLst/>
              <a:ahLst/>
              <a:cxnLst/>
              <a:rect l="l" t="t" r="r" b="b"/>
              <a:pathLst>
                <a:path w="344" h="308" extrusionOk="0">
                  <a:moveTo>
                    <a:pt x="178" y="0"/>
                  </a:moveTo>
                  <a:cubicBezTo>
                    <a:pt x="114" y="0"/>
                    <a:pt x="43" y="60"/>
                    <a:pt x="24" y="119"/>
                  </a:cubicBezTo>
                  <a:cubicBezTo>
                    <a:pt x="1" y="210"/>
                    <a:pt x="46" y="301"/>
                    <a:pt x="138" y="301"/>
                  </a:cubicBezTo>
                  <a:cubicBezTo>
                    <a:pt x="154" y="305"/>
                    <a:pt x="169" y="307"/>
                    <a:pt x="184" y="307"/>
                  </a:cubicBezTo>
                  <a:cubicBezTo>
                    <a:pt x="252" y="307"/>
                    <a:pt x="302" y="266"/>
                    <a:pt x="320" y="210"/>
                  </a:cubicBezTo>
                  <a:cubicBezTo>
                    <a:pt x="343" y="119"/>
                    <a:pt x="297" y="28"/>
                    <a:pt x="206" y="5"/>
                  </a:cubicBezTo>
                  <a:cubicBezTo>
                    <a:pt x="197" y="2"/>
                    <a:pt x="187"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6" name="Google Shape;4416;p24"/>
            <p:cNvSpPr/>
            <p:nvPr/>
          </p:nvSpPr>
          <p:spPr>
            <a:xfrm>
              <a:off x="6099075" y="1000800"/>
              <a:ext cx="6875" cy="6025"/>
            </a:xfrm>
            <a:custGeom>
              <a:avLst/>
              <a:gdLst/>
              <a:ahLst/>
              <a:cxnLst/>
              <a:rect l="l" t="t" r="r" b="b"/>
              <a:pathLst>
                <a:path w="275" h="241" extrusionOk="0">
                  <a:moveTo>
                    <a:pt x="147" y="0"/>
                  </a:moveTo>
                  <a:cubicBezTo>
                    <a:pt x="92" y="0"/>
                    <a:pt x="42" y="41"/>
                    <a:pt x="24" y="97"/>
                  </a:cubicBezTo>
                  <a:cubicBezTo>
                    <a:pt x="1" y="166"/>
                    <a:pt x="46" y="234"/>
                    <a:pt x="115" y="234"/>
                  </a:cubicBezTo>
                  <a:cubicBezTo>
                    <a:pt x="127" y="238"/>
                    <a:pt x="139" y="240"/>
                    <a:pt x="151" y="240"/>
                  </a:cubicBezTo>
                  <a:cubicBezTo>
                    <a:pt x="205" y="240"/>
                    <a:pt x="252" y="199"/>
                    <a:pt x="252" y="143"/>
                  </a:cubicBezTo>
                  <a:cubicBezTo>
                    <a:pt x="275" y="97"/>
                    <a:pt x="229"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7" name="Google Shape;4417;p24"/>
            <p:cNvSpPr/>
            <p:nvPr/>
          </p:nvSpPr>
          <p:spPr>
            <a:xfrm>
              <a:off x="6043725" y="1023400"/>
              <a:ext cx="11450" cy="10200"/>
            </a:xfrm>
            <a:custGeom>
              <a:avLst/>
              <a:gdLst/>
              <a:ahLst/>
              <a:cxnLst/>
              <a:rect l="l" t="t" r="r" b="b"/>
              <a:pathLst>
                <a:path w="458" h="408" extrusionOk="0">
                  <a:moveTo>
                    <a:pt x="214" y="1"/>
                  </a:moveTo>
                  <a:cubicBezTo>
                    <a:pt x="138" y="1"/>
                    <a:pt x="59" y="62"/>
                    <a:pt x="23" y="152"/>
                  </a:cubicBezTo>
                  <a:cubicBezTo>
                    <a:pt x="1" y="266"/>
                    <a:pt x="69" y="380"/>
                    <a:pt x="183" y="403"/>
                  </a:cubicBezTo>
                  <a:cubicBezTo>
                    <a:pt x="198" y="406"/>
                    <a:pt x="213" y="407"/>
                    <a:pt x="228" y="407"/>
                  </a:cubicBezTo>
                  <a:cubicBezTo>
                    <a:pt x="326" y="407"/>
                    <a:pt x="415" y="345"/>
                    <a:pt x="434" y="266"/>
                  </a:cubicBezTo>
                  <a:cubicBezTo>
                    <a:pt x="457" y="152"/>
                    <a:pt x="389" y="38"/>
                    <a:pt x="275" y="15"/>
                  </a:cubicBezTo>
                  <a:cubicBezTo>
                    <a:pt x="255" y="5"/>
                    <a:pt x="235" y="1"/>
                    <a:pt x="21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8" name="Google Shape;4418;p24"/>
            <p:cNvSpPr/>
            <p:nvPr/>
          </p:nvSpPr>
          <p:spPr>
            <a:xfrm>
              <a:off x="6072825" y="1003800"/>
              <a:ext cx="5725" cy="5725"/>
            </a:xfrm>
            <a:custGeom>
              <a:avLst/>
              <a:gdLst/>
              <a:ahLst/>
              <a:cxnLst/>
              <a:rect l="l" t="t" r="r" b="b"/>
              <a:pathLst>
                <a:path w="229" h="229" extrusionOk="0">
                  <a:moveTo>
                    <a:pt x="138" y="0"/>
                  </a:moveTo>
                  <a:cubicBezTo>
                    <a:pt x="69" y="0"/>
                    <a:pt x="24" y="23"/>
                    <a:pt x="1" y="91"/>
                  </a:cubicBezTo>
                  <a:cubicBezTo>
                    <a:pt x="1" y="137"/>
                    <a:pt x="24" y="206"/>
                    <a:pt x="92" y="228"/>
                  </a:cubicBezTo>
                  <a:cubicBezTo>
                    <a:pt x="138" y="228"/>
                    <a:pt x="206" y="206"/>
                    <a:pt x="206" y="137"/>
                  </a:cubicBezTo>
                  <a:cubicBezTo>
                    <a:pt x="229" y="91"/>
                    <a:pt x="206" y="23"/>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9" name="Google Shape;4419;p24"/>
            <p:cNvSpPr/>
            <p:nvPr/>
          </p:nvSpPr>
          <p:spPr>
            <a:xfrm>
              <a:off x="6714225" y="1160000"/>
              <a:ext cx="7450" cy="6600"/>
            </a:xfrm>
            <a:custGeom>
              <a:avLst/>
              <a:gdLst/>
              <a:ahLst/>
              <a:cxnLst/>
              <a:rect l="l" t="t" r="r" b="b"/>
              <a:pathLst>
                <a:path w="298" h="264" extrusionOk="0">
                  <a:moveTo>
                    <a:pt x="145" y="0"/>
                  </a:moveTo>
                  <a:cubicBezTo>
                    <a:pt x="85" y="0"/>
                    <a:pt x="23" y="41"/>
                    <a:pt x="23" y="98"/>
                  </a:cubicBezTo>
                  <a:cubicBezTo>
                    <a:pt x="0" y="166"/>
                    <a:pt x="46" y="257"/>
                    <a:pt x="115" y="257"/>
                  </a:cubicBezTo>
                  <a:cubicBezTo>
                    <a:pt x="127" y="261"/>
                    <a:pt x="140" y="263"/>
                    <a:pt x="152" y="263"/>
                  </a:cubicBezTo>
                  <a:cubicBezTo>
                    <a:pt x="212" y="263"/>
                    <a:pt x="274" y="222"/>
                    <a:pt x="274" y="166"/>
                  </a:cubicBezTo>
                  <a:cubicBezTo>
                    <a:pt x="297" y="98"/>
                    <a:pt x="251" y="6"/>
                    <a:pt x="183" y="6"/>
                  </a:cubicBezTo>
                  <a:cubicBezTo>
                    <a:pt x="171" y="2"/>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0" name="Google Shape;4420;p24"/>
            <p:cNvSpPr/>
            <p:nvPr/>
          </p:nvSpPr>
          <p:spPr>
            <a:xfrm>
              <a:off x="6736475" y="1128025"/>
              <a:ext cx="6300" cy="5900"/>
            </a:xfrm>
            <a:custGeom>
              <a:avLst/>
              <a:gdLst/>
              <a:ahLst/>
              <a:cxnLst/>
              <a:rect l="l" t="t" r="r" b="b"/>
              <a:pathLst>
                <a:path w="252" h="236" extrusionOk="0">
                  <a:moveTo>
                    <a:pt x="123" y="1"/>
                  </a:moveTo>
                  <a:cubicBezTo>
                    <a:pt x="69" y="1"/>
                    <a:pt x="23" y="38"/>
                    <a:pt x="23" y="76"/>
                  </a:cubicBezTo>
                  <a:cubicBezTo>
                    <a:pt x="1" y="144"/>
                    <a:pt x="46" y="212"/>
                    <a:pt x="92" y="235"/>
                  </a:cubicBezTo>
                  <a:cubicBezTo>
                    <a:pt x="160" y="235"/>
                    <a:pt x="229" y="212"/>
                    <a:pt x="252" y="144"/>
                  </a:cubicBezTo>
                  <a:cubicBezTo>
                    <a:pt x="252" y="76"/>
                    <a:pt x="229"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1" name="Google Shape;4421;p24"/>
            <p:cNvSpPr/>
            <p:nvPr/>
          </p:nvSpPr>
          <p:spPr>
            <a:xfrm>
              <a:off x="5535875" y="1837025"/>
              <a:ext cx="8000" cy="6975"/>
            </a:xfrm>
            <a:custGeom>
              <a:avLst/>
              <a:gdLst/>
              <a:ahLst/>
              <a:cxnLst/>
              <a:rect l="l" t="t" r="r" b="b"/>
              <a:pathLst>
                <a:path w="320" h="279" extrusionOk="0">
                  <a:moveTo>
                    <a:pt x="149" y="0"/>
                  </a:moveTo>
                  <a:cubicBezTo>
                    <a:pt x="101" y="0"/>
                    <a:pt x="56" y="38"/>
                    <a:pt x="23" y="87"/>
                  </a:cubicBezTo>
                  <a:cubicBezTo>
                    <a:pt x="0" y="156"/>
                    <a:pt x="23" y="224"/>
                    <a:pt x="91" y="270"/>
                  </a:cubicBezTo>
                  <a:cubicBezTo>
                    <a:pt x="109" y="276"/>
                    <a:pt x="127" y="278"/>
                    <a:pt x="146" y="278"/>
                  </a:cubicBezTo>
                  <a:cubicBezTo>
                    <a:pt x="201" y="278"/>
                    <a:pt x="257" y="253"/>
                    <a:pt x="274" y="201"/>
                  </a:cubicBezTo>
                  <a:cubicBezTo>
                    <a:pt x="320" y="133"/>
                    <a:pt x="274" y="42"/>
                    <a:pt x="206" y="19"/>
                  </a:cubicBezTo>
                  <a:cubicBezTo>
                    <a:pt x="186" y="6"/>
                    <a:pt x="167" y="0"/>
                    <a:pt x="14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2" name="Google Shape;4422;p24"/>
            <p:cNvSpPr/>
            <p:nvPr/>
          </p:nvSpPr>
          <p:spPr>
            <a:xfrm>
              <a:off x="5753275" y="1807575"/>
              <a:ext cx="12000" cy="10400"/>
            </a:xfrm>
            <a:custGeom>
              <a:avLst/>
              <a:gdLst/>
              <a:ahLst/>
              <a:cxnLst/>
              <a:rect l="l" t="t" r="r" b="b"/>
              <a:pathLst>
                <a:path w="480" h="416" extrusionOk="0">
                  <a:moveTo>
                    <a:pt x="228" y="1"/>
                  </a:moveTo>
                  <a:cubicBezTo>
                    <a:pt x="160" y="1"/>
                    <a:pt x="93" y="47"/>
                    <a:pt x="46" y="124"/>
                  </a:cubicBezTo>
                  <a:cubicBezTo>
                    <a:pt x="1" y="215"/>
                    <a:pt x="46" y="352"/>
                    <a:pt x="160" y="398"/>
                  </a:cubicBezTo>
                  <a:cubicBezTo>
                    <a:pt x="185" y="410"/>
                    <a:pt x="211" y="416"/>
                    <a:pt x="237" y="416"/>
                  </a:cubicBezTo>
                  <a:cubicBezTo>
                    <a:pt x="310" y="416"/>
                    <a:pt x="384" y="374"/>
                    <a:pt x="434" y="307"/>
                  </a:cubicBezTo>
                  <a:cubicBezTo>
                    <a:pt x="480" y="193"/>
                    <a:pt x="434" y="78"/>
                    <a:pt x="320" y="33"/>
                  </a:cubicBezTo>
                  <a:cubicBezTo>
                    <a:pt x="291" y="11"/>
                    <a:pt x="259" y="1"/>
                    <a:pt x="2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3" name="Google Shape;4423;p24"/>
            <p:cNvSpPr/>
            <p:nvPr/>
          </p:nvSpPr>
          <p:spPr>
            <a:xfrm>
              <a:off x="5846850" y="1960850"/>
              <a:ext cx="9725" cy="8675"/>
            </a:xfrm>
            <a:custGeom>
              <a:avLst/>
              <a:gdLst/>
              <a:ahLst/>
              <a:cxnLst/>
              <a:rect l="l" t="t" r="r" b="b"/>
              <a:pathLst>
                <a:path w="389" h="347" extrusionOk="0">
                  <a:moveTo>
                    <a:pt x="195" y="1"/>
                  </a:moveTo>
                  <a:cubicBezTo>
                    <a:pt x="125" y="1"/>
                    <a:pt x="57" y="38"/>
                    <a:pt x="24" y="87"/>
                  </a:cubicBezTo>
                  <a:cubicBezTo>
                    <a:pt x="1" y="179"/>
                    <a:pt x="24" y="293"/>
                    <a:pt x="115" y="338"/>
                  </a:cubicBezTo>
                  <a:cubicBezTo>
                    <a:pt x="137" y="344"/>
                    <a:pt x="158" y="347"/>
                    <a:pt x="179" y="347"/>
                  </a:cubicBezTo>
                  <a:cubicBezTo>
                    <a:pt x="247" y="347"/>
                    <a:pt x="308" y="317"/>
                    <a:pt x="343" y="247"/>
                  </a:cubicBezTo>
                  <a:cubicBezTo>
                    <a:pt x="389" y="156"/>
                    <a:pt x="343" y="65"/>
                    <a:pt x="275" y="19"/>
                  </a:cubicBezTo>
                  <a:cubicBezTo>
                    <a:pt x="249" y="6"/>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4" name="Google Shape;4424;p24"/>
            <p:cNvSpPr/>
            <p:nvPr/>
          </p:nvSpPr>
          <p:spPr>
            <a:xfrm>
              <a:off x="5853150" y="1946600"/>
              <a:ext cx="10850" cy="9475"/>
            </a:xfrm>
            <a:custGeom>
              <a:avLst/>
              <a:gdLst/>
              <a:ahLst/>
              <a:cxnLst/>
              <a:rect l="l" t="t" r="r" b="b"/>
              <a:pathLst>
                <a:path w="434" h="379" extrusionOk="0">
                  <a:moveTo>
                    <a:pt x="220" y="0"/>
                  </a:moveTo>
                  <a:cubicBezTo>
                    <a:pt x="149" y="0"/>
                    <a:pt x="79" y="43"/>
                    <a:pt x="46" y="110"/>
                  </a:cubicBezTo>
                  <a:cubicBezTo>
                    <a:pt x="0" y="201"/>
                    <a:pt x="23" y="315"/>
                    <a:pt x="137" y="361"/>
                  </a:cubicBezTo>
                  <a:cubicBezTo>
                    <a:pt x="161" y="373"/>
                    <a:pt x="188" y="379"/>
                    <a:pt x="214" y="379"/>
                  </a:cubicBezTo>
                  <a:cubicBezTo>
                    <a:pt x="285" y="379"/>
                    <a:pt x="355" y="336"/>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5" name="Google Shape;4425;p24"/>
            <p:cNvSpPr/>
            <p:nvPr/>
          </p:nvSpPr>
          <p:spPr>
            <a:xfrm>
              <a:off x="5867400" y="1956850"/>
              <a:ext cx="9150" cy="7900"/>
            </a:xfrm>
            <a:custGeom>
              <a:avLst/>
              <a:gdLst/>
              <a:ahLst/>
              <a:cxnLst/>
              <a:rect l="l" t="t" r="r" b="b"/>
              <a:pathLst>
                <a:path w="366" h="316" extrusionOk="0">
                  <a:moveTo>
                    <a:pt x="176" y="1"/>
                  </a:moveTo>
                  <a:cubicBezTo>
                    <a:pt x="113" y="1"/>
                    <a:pt x="56" y="38"/>
                    <a:pt x="23" y="88"/>
                  </a:cubicBezTo>
                  <a:cubicBezTo>
                    <a:pt x="1" y="179"/>
                    <a:pt x="23" y="270"/>
                    <a:pt x="115" y="293"/>
                  </a:cubicBezTo>
                  <a:cubicBezTo>
                    <a:pt x="138" y="308"/>
                    <a:pt x="163" y="316"/>
                    <a:pt x="188" y="316"/>
                  </a:cubicBezTo>
                  <a:cubicBezTo>
                    <a:pt x="239" y="316"/>
                    <a:pt x="290" y="285"/>
                    <a:pt x="320" y="225"/>
                  </a:cubicBezTo>
                  <a:cubicBezTo>
                    <a:pt x="366" y="156"/>
                    <a:pt x="320" y="65"/>
                    <a:pt x="252" y="19"/>
                  </a:cubicBezTo>
                  <a:cubicBezTo>
                    <a:pt x="226" y="6"/>
                    <a:pt x="201" y="1"/>
                    <a:pt x="17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6" name="Google Shape;4426;p24"/>
            <p:cNvSpPr/>
            <p:nvPr/>
          </p:nvSpPr>
          <p:spPr>
            <a:xfrm>
              <a:off x="6384975" y="1916925"/>
              <a:ext cx="9725" cy="8675"/>
            </a:xfrm>
            <a:custGeom>
              <a:avLst/>
              <a:gdLst/>
              <a:ahLst/>
              <a:cxnLst/>
              <a:rect l="l" t="t" r="r" b="b"/>
              <a:pathLst>
                <a:path w="389" h="347" extrusionOk="0">
                  <a:moveTo>
                    <a:pt x="199" y="0"/>
                  </a:moveTo>
                  <a:cubicBezTo>
                    <a:pt x="135" y="0"/>
                    <a:pt x="79" y="38"/>
                    <a:pt x="46" y="87"/>
                  </a:cubicBezTo>
                  <a:cubicBezTo>
                    <a:pt x="0" y="178"/>
                    <a:pt x="46" y="292"/>
                    <a:pt x="114" y="338"/>
                  </a:cubicBezTo>
                  <a:cubicBezTo>
                    <a:pt x="136" y="343"/>
                    <a:pt x="159" y="346"/>
                    <a:pt x="181" y="346"/>
                  </a:cubicBezTo>
                  <a:cubicBezTo>
                    <a:pt x="254" y="346"/>
                    <a:pt x="325" y="316"/>
                    <a:pt x="343" y="247"/>
                  </a:cubicBezTo>
                  <a:cubicBezTo>
                    <a:pt x="388" y="155"/>
                    <a:pt x="365" y="64"/>
                    <a:pt x="274" y="18"/>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4427;p24"/>
            <p:cNvSpPr/>
            <p:nvPr/>
          </p:nvSpPr>
          <p:spPr>
            <a:xfrm>
              <a:off x="5665975" y="1677500"/>
              <a:ext cx="7450" cy="6150"/>
            </a:xfrm>
            <a:custGeom>
              <a:avLst/>
              <a:gdLst/>
              <a:ahLst/>
              <a:cxnLst/>
              <a:rect l="l" t="t" r="r" b="b"/>
              <a:pathLst>
                <a:path w="298" h="246" extrusionOk="0">
                  <a:moveTo>
                    <a:pt x="155" y="0"/>
                  </a:moveTo>
                  <a:cubicBezTo>
                    <a:pt x="106" y="0"/>
                    <a:pt x="63" y="26"/>
                    <a:pt x="46" y="77"/>
                  </a:cubicBezTo>
                  <a:cubicBezTo>
                    <a:pt x="0" y="123"/>
                    <a:pt x="23" y="191"/>
                    <a:pt x="92" y="237"/>
                  </a:cubicBezTo>
                  <a:cubicBezTo>
                    <a:pt x="109" y="243"/>
                    <a:pt x="126" y="246"/>
                    <a:pt x="142" y="246"/>
                  </a:cubicBezTo>
                  <a:cubicBezTo>
                    <a:pt x="191" y="246"/>
                    <a:pt x="234" y="220"/>
                    <a:pt x="251" y="169"/>
                  </a:cubicBezTo>
                  <a:cubicBezTo>
                    <a:pt x="297" y="123"/>
                    <a:pt x="251" y="32"/>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8" name="Google Shape;4428;p24"/>
            <p:cNvSpPr/>
            <p:nvPr/>
          </p:nvSpPr>
          <p:spPr>
            <a:xfrm>
              <a:off x="5416600" y="1791950"/>
              <a:ext cx="8025" cy="6975"/>
            </a:xfrm>
            <a:custGeom>
              <a:avLst/>
              <a:gdLst/>
              <a:ahLst/>
              <a:cxnLst/>
              <a:rect l="l" t="t" r="r" b="b"/>
              <a:pathLst>
                <a:path w="321" h="279" extrusionOk="0">
                  <a:moveTo>
                    <a:pt x="168" y="0"/>
                  </a:moveTo>
                  <a:cubicBezTo>
                    <a:pt x="115" y="0"/>
                    <a:pt x="63" y="38"/>
                    <a:pt x="46" y="87"/>
                  </a:cubicBezTo>
                  <a:cubicBezTo>
                    <a:pt x="1" y="156"/>
                    <a:pt x="23" y="224"/>
                    <a:pt x="92" y="270"/>
                  </a:cubicBezTo>
                  <a:cubicBezTo>
                    <a:pt x="109" y="275"/>
                    <a:pt x="128" y="278"/>
                    <a:pt x="146" y="278"/>
                  </a:cubicBezTo>
                  <a:cubicBezTo>
                    <a:pt x="202" y="278"/>
                    <a:pt x="257" y="253"/>
                    <a:pt x="275" y="201"/>
                  </a:cubicBezTo>
                  <a:cubicBezTo>
                    <a:pt x="320" y="133"/>
                    <a:pt x="297" y="41"/>
                    <a:pt x="229" y="19"/>
                  </a:cubicBezTo>
                  <a:cubicBezTo>
                    <a:pt x="210" y="6"/>
                    <a:pt x="189" y="0"/>
                    <a:pt x="16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9" name="Google Shape;4429;p24"/>
            <p:cNvSpPr/>
            <p:nvPr/>
          </p:nvSpPr>
          <p:spPr>
            <a:xfrm>
              <a:off x="5527300" y="1623050"/>
              <a:ext cx="11450" cy="10050"/>
            </a:xfrm>
            <a:custGeom>
              <a:avLst/>
              <a:gdLst/>
              <a:ahLst/>
              <a:cxnLst/>
              <a:rect l="l" t="t" r="r" b="b"/>
              <a:pathLst>
                <a:path w="458" h="402" extrusionOk="0">
                  <a:moveTo>
                    <a:pt x="240" y="0"/>
                  </a:moveTo>
                  <a:cubicBezTo>
                    <a:pt x="162" y="0"/>
                    <a:pt x="80" y="43"/>
                    <a:pt x="46" y="110"/>
                  </a:cubicBezTo>
                  <a:cubicBezTo>
                    <a:pt x="1" y="201"/>
                    <a:pt x="46" y="338"/>
                    <a:pt x="138" y="384"/>
                  </a:cubicBezTo>
                  <a:cubicBezTo>
                    <a:pt x="168" y="396"/>
                    <a:pt x="199" y="401"/>
                    <a:pt x="228" y="401"/>
                  </a:cubicBezTo>
                  <a:cubicBezTo>
                    <a:pt x="308" y="401"/>
                    <a:pt x="378" y="359"/>
                    <a:pt x="412" y="292"/>
                  </a:cubicBezTo>
                  <a:cubicBezTo>
                    <a:pt x="457" y="178"/>
                    <a:pt x="412" y="64"/>
                    <a:pt x="320" y="18"/>
                  </a:cubicBezTo>
                  <a:cubicBezTo>
                    <a:pt x="296" y="6"/>
                    <a:pt x="268" y="0"/>
                    <a:pt x="24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4430;p24"/>
            <p:cNvSpPr/>
            <p:nvPr/>
          </p:nvSpPr>
          <p:spPr>
            <a:xfrm>
              <a:off x="5461675" y="1860425"/>
              <a:ext cx="10300" cy="8925"/>
            </a:xfrm>
            <a:custGeom>
              <a:avLst/>
              <a:gdLst/>
              <a:ahLst/>
              <a:cxnLst/>
              <a:rect l="l" t="t" r="r" b="b"/>
              <a:pathLst>
                <a:path w="412" h="357" extrusionOk="0">
                  <a:moveTo>
                    <a:pt x="221" y="1"/>
                  </a:moveTo>
                  <a:cubicBezTo>
                    <a:pt x="150" y="1"/>
                    <a:pt x="80" y="43"/>
                    <a:pt x="47" y="110"/>
                  </a:cubicBezTo>
                  <a:cubicBezTo>
                    <a:pt x="1" y="178"/>
                    <a:pt x="47" y="293"/>
                    <a:pt x="138" y="338"/>
                  </a:cubicBezTo>
                  <a:cubicBezTo>
                    <a:pt x="162" y="350"/>
                    <a:pt x="188" y="356"/>
                    <a:pt x="214" y="356"/>
                  </a:cubicBezTo>
                  <a:cubicBezTo>
                    <a:pt x="284" y="356"/>
                    <a:pt x="349" y="314"/>
                    <a:pt x="366" y="247"/>
                  </a:cubicBezTo>
                  <a:cubicBezTo>
                    <a:pt x="412"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1" name="Google Shape;4431;p24"/>
            <p:cNvSpPr/>
            <p:nvPr/>
          </p:nvSpPr>
          <p:spPr>
            <a:xfrm>
              <a:off x="5465675" y="1813075"/>
              <a:ext cx="11450" cy="10050"/>
            </a:xfrm>
            <a:custGeom>
              <a:avLst/>
              <a:gdLst/>
              <a:ahLst/>
              <a:cxnLst/>
              <a:rect l="l" t="t" r="r" b="b"/>
              <a:pathLst>
                <a:path w="458" h="402" extrusionOk="0">
                  <a:moveTo>
                    <a:pt x="230" y="0"/>
                  </a:moveTo>
                  <a:cubicBezTo>
                    <a:pt x="150" y="0"/>
                    <a:pt x="80" y="43"/>
                    <a:pt x="46" y="109"/>
                  </a:cubicBezTo>
                  <a:cubicBezTo>
                    <a:pt x="1" y="201"/>
                    <a:pt x="46" y="338"/>
                    <a:pt x="138" y="383"/>
                  </a:cubicBezTo>
                  <a:cubicBezTo>
                    <a:pt x="162" y="396"/>
                    <a:pt x="190" y="401"/>
                    <a:pt x="218" y="401"/>
                  </a:cubicBezTo>
                  <a:cubicBezTo>
                    <a:pt x="296" y="401"/>
                    <a:pt x="378" y="359"/>
                    <a:pt x="411" y="292"/>
                  </a:cubicBezTo>
                  <a:cubicBezTo>
                    <a:pt x="457" y="178"/>
                    <a:pt x="411" y="64"/>
                    <a:pt x="320" y="18"/>
                  </a:cubicBezTo>
                  <a:cubicBezTo>
                    <a:pt x="290" y="6"/>
                    <a:pt x="259"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4432;p24"/>
            <p:cNvSpPr/>
            <p:nvPr/>
          </p:nvSpPr>
          <p:spPr>
            <a:xfrm>
              <a:off x="5555275" y="1755875"/>
              <a:ext cx="9725" cy="8600"/>
            </a:xfrm>
            <a:custGeom>
              <a:avLst/>
              <a:gdLst/>
              <a:ahLst/>
              <a:cxnLst/>
              <a:rect l="l" t="t" r="r" b="b"/>
              <a:pathLst>
                <a:path w="389" h="344" extrusionOk="0">
                  <a:moveTo>
                    <a:pt x="172" y="1"/>
                  </a:moveTo>
                  <a:cubicBezTo>
                    <a:pt x="114" y="1"/>
                    <a:pt x="53" y="31"/>
                    <a:pt x="23" y="92"/>
                  </a:cubicBezTo>
                  <a:cubicBezTo>
                    <a:pt x="0" y="183"/>
                    <a:pt x="23" y="298"/>
                    <a:pt x="114" y="320"/>
                  </a:cubicBezTo>
                  <a:cubicBezTo>
                    <a:pt x="145" y="336"/>
                    <a:pt x="175" y="343"/>
                    <a:pt x="204" y="343"/>
                  </a:cubicBezTo>
                  <a:cubicBezTo>
                    <a:pt x="261" y="343"/>
                    <a:pt x="312" y="313"/>
                    <a:pt x="343" y="252"/>
                  </a:cubicBezTo>
                  <a:cubicBezTo>
                    <a:pt x="388" y="161"/>
                    <a:pt x="343" y="69"/>
                    <a:pt x="251" y="24"/>
                  </a:cubicBezTo>
                  <a:cubicBezTo>
                    <a:pt x="228"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24"/>
            <p:cNvSpPr/>
            <p:nvPr/>
          </p:nvSpPr>
          <p:spPr>
            <a:xfrm>
              <a:off x="5503900" y="1639575"/>
              <a:ext cx="9725" cy="8475"/>
            </a:xfrm>
            <a:custGeom>
              <a:avLst/>
              <a:gdLst/>
              <a:ahLst/>
              <a:cxnLst/>
              <a:rect l="l" t="t" r="r" b="b"/>
              <a:pathLst>
                <a:path w="389" h="339" extrusionOk="0">
                  <a:moveTo>
                    <a:pt x="186" y="1"/>
                  </a:moveTo>
                  <a:cubicBezTo>
                    <a:pt x="125" y="1"/>
                    <a:pt x="57" y="38"/>
                    <a:pt x="24" y="88"/>
                  </a:cubicBezTo>
                  <a:cubicBezTo>
                    <a:pt x="1" y="179"/>
                    <a:pt x="24" y="293"/>
                    <a:pt x="115" y="316"/>
                  </a:cubicBezTo>
                  <a:cubicBezTo>
                    <a:pt x="138" y="331"/>
                    <a:pt x="166" y="339"/>
                    <a:pt x="195" y="339"/>
                  </a:cubicBezTo>
                  <a:cubicBezTo>
                    <a:pt x="252" y="339"/>
                    <a:pt x="313" y="308"/>
                    <a:pt x="343" y="248"/>
                  </a:cubicBezTo>
                  <a:cubicBezTo>
                    <a:pt x="389" y="156"/>
                    <a:pt x="343" y="65"/>
                    <a:pt x="252" y="19"/>
                  </a:cubicBezTo>
                  <a:cubicBezTo>
                    <a:pt x="233" y="7"/>
                    <a:pt x="210" y="1"/>
                    <a:pt x="18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4" name="Google Shape;4434;p24"/>
            <p:cNvSpPr/>
            <p:nvPr/>
          </p:nvSpPr>
          <p:spPr>
            <a:xfrm>
              <a:off x="5700775" y="1631850"/>
              <a:ext cx="7450" cy="6525"/>
            </a:xfrm>
            <a:custGeom>
              <a:avLst/>
              <a:gdLst/>
              <a:ahLst/>
              <a:cxnLst/>
              <a:rect l="l" t="t" r="r" b="b"/>
              <a:pathLst>
                <a:path w="298" h="261" extrusionOk="0">
                  <a:moveTo>
                    <a:pt x="155" y="0"/>
                  </a:moveTo>
                  <a:cubicBezTo>
                    <a:pt x="105" y="0"/>
                    <a:pt x="58" y="26"/>
                    <a:pt x="23" y="77"/>
                  </a:cubicBezTo>
                  <a:cubicBezTo>
                    <a:pt x="1" y="146"/>
                    <a:pt x="23" y="214"/>
                    <a:pt x="92" y="237"/>
                  </a:cubicBezTo>
                  <a:cubicBezTo>
                    <a:pt x="116" y="253"/>
                    <a:pt x="140" y="261"/>
                    <a:pt x="163" y="261"/>
                  </a:cubicBezTo>
                  <a:cubicBezTo>
                    <a:pt x="203" y="261"/>
                    <a:pt x="237" y="236"/>
                    <a:pt x="252" y="191"/>
                  </a:cubicBezTo>
                  <a:cubicBezTo>
                    <a:pt x="297" y="123"/>
                    <a:pt x="275" y="54"/>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5" name="Google Shape;4435;p24"/>
            <p:cNvSpPr/>
            <p:nvPr/>
          </p:nvSpPr>
          <p:spPr>
            <a:xfrm>
              <a:off x="5455400" y="1698275"/>
              <a:ext cx="10875" cy="9575"/>
            </a:xfrm>
            <a:custGeom>
              <a:avLst/>
              <a:gdLst/>
              <a:ahLst/>
              <a:cxnLst/>
              <a:rect l="l" t="t" r="r" b="b"/>
              <a:pathLst>
                <a:path w="435" h="383" extrusionOk="0">
                  <a:moveTo>
                    <a:pt x="207" y="0"/>
                  </a:moveTo>
                  <a:cubicBezTo>
                    <a:pt x="141" y="0"/>
                    <a:pt x="78" y="36"/>
                    <a:pt x="46" y="114"/>
                  </a:cubicBezTo>
                  <a:cubicBezTo>
                    <a:pt x="1" y="205"/>
                    <a:pt x="46" y="319"/>
                    <a:pt x="138" y="365"/>
                  </a:cubicBezTo>
                  <a:cubicBezTo>
                    <a:pt x="162" y="377"/>
                    <a:pt x="188" y="383"/>
                    <a:pt x="214" y="383"/>
                  </a:cubicBezTo>
                  <a:cubicBezTo>
                    <a:pt x="285" y="383"/>
                    <a:pt x="355" y="340"/>
                    <a:pt x="389" y="273"/>
                  </a:cubicBezTo>
                  <a:cubicBezTo>
                    <a:pt x="434" y="182"/>
                    <a:pt x="412" y="68"/>
                    <a:pt x="298" y="22"/>
                  </a:cubicBezTo>
                  <a:cubicBezTo>
                    <a:pt x="269" y="8"/>
                    <a:pt x="237"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6" name="Google Shape;4436;p24"/>
            <p:cNvSpPr/>
            <p:nvPr/>
          </p:nvSpPr>
          <p:spPr>
            <a:xfrm>
              <a:off x="5660275" y="1668550"/>
              <a:ext cx="8000" cy="7125"/>
            </a:xfrm>
            <a:custGeom>
              <a:avLst/>
              <a:gdLst/>
              <a:ahLst/>
              <a:cxnLst/>
              <a:rect l="l" t="t" r="r" b="b"/>
              <a:pathLst>
                <a:path w="320" h="285" extrusionOk="0">
                  <a:moveTo>
                    <a:pt x="150" y="1"/>
                  </a:moveTo>
                  <a:cubicBezTo>
                    <a:pt x="101" y="1"/>
                    <a:pt x="52" y="26"/>
                    <a:pt x="23" y="70"/>
                  </a:cubicBezTo>
                  <a:cubicBezTo>
                    <a:pt x="0" y="161"/>
                    <a:pt x="23" y="230"/>
                    <a:pt x="91" y="275"/>
                  </a:cubicBezTo>
                  <a:cubicBezTo>
                    <a:pt x="108" y="281"/>
                    <a:pt x="127" y="284"/>
                    <a:pt x="146" y="284"/>
                  </a:cubicBezTo>
                  <a:cubicBezTo>
                    <a:pt x="203" y="284"/>
                    <a:pt x="263" y="258"/>
                    <a:pt x="297" y="207"/>
                  </a:cubicBezTo>
                  <a:cubicBezTo>
                    <a:pt x="320" y="139"/>
                    <a:pt x="297" y="47"/>
                    <a:pt x="228" y="24"/>
                  </a:cubicBezTo>
                  <a:cubicBezTo>
                    <a:pt x="204" y="8"/>
                    <a:pt x="177" y="1"/>
                    <a:pt x="15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7" name="Google Shape;4437;p24"/>
            <p:cNvSpPr/>
            <p:nvPr/>
          </p:nvSpPr>
          <p:spPr>
            <a:xfrm>
              <a:off x="6747325" y="1892825"/>
              <a:ext cx="10850" cy="9175"/>
            </a:xfrm>
            <a:custGeom>
              <a:avLst/>
              <a:gdLst/>
              <a:ahLst/>
              <a:cxnLst/>
              <a:rect l="l" t="t" r="r" b="b"/>
              <a:pathLst>
                <a:path w="434" h="367" extrusionOk="0">
                  <a:moveTo>
                    <a:pt x="201" y="1"/>
                  </a:moveTo>
                  <a:cubicBezTo>
                    <a:pt x="137" y="1"/>
                    <a:pt x="76" y="31"/>
                    <a:pt x="46" y="92"/>
                  </a:cubicBezTo>
                  <a:cubicBezTo>
                    <a:pt x="0" y="184"/>
                    <a:pt x="23" y="298"/>
                    <a:pt x="137" y="343"/>
                  </a:cubicBezTo>
                  <a:cubicBezTo>
                    <a:pt x="168" y="358"/>
                    <a:pt x="201" y="366"/>
                    <a:pt x="233" y="366"/>
                  </a:cubicBezTo>
                  <a:cubicBezTo>
                    <a:pt x="297" y="366"/>
                    <a:pt x="358" y="336"/>
                    <a:pt x="388" y="275"/>
                  </a:cubicBezTo>
                  <a:cubicBezTo>
                    <a:pt x="434" y="161"/>
                    <a:pt x="388" y="69"/>
                    <a:pt x="297" y="24"/>
                  </a:cubicBezTo>
                  <a:cubicBezTo>
                    <a:pt x="267" y="9"/>
                    <a:pt x="234" y="1"/>
                    <a:pt x="2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8" name="Google Shape;4438;p24"/>
            <p:cNvSpPr/>
            <p:nvPr/>
          </p:nvSpPr>
          <p:spPr>
            <a:xfrm>
              <a:off x="5404050" y="1840450"/>
              <a:ext cx="12000" cy="10175"/>
            </a:xfrm>
            <a:custGeom>
              <a:avLst/>
              <a:gdLst/>
              <a:ahLst/>
              <a:cxnLst/>
              <a:rect l="l" t="t" r="r" b="b"/>
              <a:pathLst>
                <a:path w="480" h="407" extrusionOk="0">
                  <a:moveTo>
                    <a:pt x="252" y="1"/>
                  </a:moveTo>
                  <a:cubicBezTo>
                    <a:pt x="171" y="1"/>
                    <a:pt x="96" y="43"/>
                    <a:pt x="46" y="110"/>
                  </a:cubicBezTo>
                  <a:cubicBezTo>
                    <a:pt x="0" y="224"/>
                    <a:pt x="46" y="338"/>
                    <a:pt x="160" y="384"/>
                  </a:cubicBezTo>
                  <a:cubicBezTo>
                    <a:pt x="189" y="398"/>
                    <a:pt x="223" y="406"/>
                    <a:pt x="256" y="406"/>
                  </a:cubicBezTo>
                  <a:cubicBezTo>
                    <a:pt x="329" y="406"/>
                    <a:pt x="403" y="371"/>
                    <a:pt x="434" y="293"/>
                  </a:cubicBezTo>
                  <a:cubicBezTo>
                    <a:pt x="480" y="201"/>
                    <a:pt x="434" y="64"/>
                    <a:pt x="343" y="19"/>
                  </a:cubicBezTo>
                  <a:cubicBezTo>
                    <a:pt x="312" y="7"/>
                    <a:pt x="282" y="1"/>
                    <a:pt x="2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9" name="Google Shape;4439;p24"/>
            <p:cNvSpPr/>
            <p:nvPr/>
          </p:nvSpPr>
          <p:spPr>
            <a:xfrm>
              <a:off x="5437725" y="1862025"/>
              <a:ext cx="8000" cy="5725"/>
            </a:xfrm>
            <a:custGeom>
              <a:avLst/>
              <a:gdLst/>
              <a:ahLst/>
              <a:cxnLst/>
              <a:rect l="l" t="t" r="r" b="b"/>
              <a:pathLst>
                <a:path w="320" h="229" extrusionOk="0">
                  <a:moveTo>
                    <a:pt x="127" y="0"/>
                  </a:moveTo>
                  <a:cubicBezTo>
                    <a:pt x="71" y="0"/>
                    <a:pt x="15" y="31"/>
                    <a:pt x="0" y="92"/>
                  </a:cubicBezTo>
                  <a:lnTo>
                    <a:pt x="297" y="229"/>
                  </a:lnTo>
                  <a:cubicBezTo>
                    <a:pt x="320" y="160"/>
                    <a:pt x="297" y="46"/>
                    <a:pt x="206" y="23"/>
                  </a:cubicBezTo>
                  <a:cubicBezTo>
                    <a:pt x="183" y="8"/>
                    <a:pt x="155" y="0"/>
                    <a:pt x="12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0" name="Google Shape;4440;p24"/>
            <p:cNvSpPr/>
            <p:nvPr/>
          </p:nvSpPr>
          <p:spPr>
            <a:xfrm>
              <a:off x="5393200" y="1309200"/>
              <a:ext cx="10300" cy="9250"/>
            </a:xfrm>
            <a:custGeom>
              <a:avLst/>
              <a:gdLst/>
              <a:ahLst/>
              <a:cxnLst/>
              <a:rect l="l" t="t" r="r" b="b"/>
              <a:pathLst>
                <a:path w="412" h="370" extrusionOk="0">
                  <a:moveTo>
                    <a:pt x="221" y="1"/>
                  </a:moveTo>
                  <a:cubicBezTo>
                    <a:pt x="150" y="1"/>
                    <a:pt x="80" y="43"/>
                    <a:pt x="46" y="110"/>
                  </a:cubicBezTo>
                  <a:cubicBezTo>
                    <a:pt x="1" y="201"/>
                    <a:pt x="46" y="315"/>
                    <a:pt x="138" y="361"/>
                  </a:cubicBezTo>
                  <a:cubicBezTo>
                    <a:pt x="159" y="366"/>
                    <a:pt x="181" y="369"/>
                    <a:pt x="202" y="369"/>
                  </a:cubicBezTo>
                  <a:cubicBezTo>
                    <a:pt x="270" y="369"/>
                    <a:pt x="331" y="339"/>
                    <a:pt x="366" y="270"/>
                  </a:cubicBezTo>
                  <a:cubicBezTo>
                    <a:pt x="412" y="178"/>
                    <a:pt x="389" y="64"/>
                    <a:pt x="298" y="18"/>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1" name="Google Shape;4441;p24"/>
            <p:cNvSpPr/>
            <p:nvPr/>
          </p:nvSpPr>
          <p:spPr>
            <a:xfrm>
              <a:off x="5412600" y="1296075"/>
              <a:ext cx="10875" cy="9250"/>
            </a:xfrm>
            <a:custGeom>
              <a:avLst/>
              <a:gdLst/>
              <a:ahLst/>
              <a:cxnLst/>
              <a:rect l="l" t="t" r="r" b="b"/>
              <a:pathLst>
                <a:path w="435" h="370" extrusionOk="0">
                  <a:moveTo>
                    <a:pt x="221" y="1"/>
                  </a:moveTo>
                  <a:cubicBezTo>
                    <a:pt x="150" y="1"/>
                    <a:pt x="80" y="43"/>
                    <a:pt x="47" y="110"/>
                  </a:cubicBezTo>
                  <a:cubicBezTo>
                    <a:pt x="1" y="201"/>
                    <a:pt x="47" y="315"/>
                    <a:pt x="138" y="361"/>
                  </a:cubicBezTo>
                  <a:cubicBezTo>
                    <a:pt x="159" y="366"/>
                    <a:pt x="182" y="369"/>
                    <a:pt x="205" y="369"/>
                  </a:cubicBezTo>
                  <a:cubicBezTo>
                    <a:pt x="279" y="369"/>
                    <a:pt x="354" y="339"/>
                    <a:pt x="389" y="270"/>
                  </a:cubicBezTo>
                  <a:cubicBezTo>
                    <a:pt x="435"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2" name="Google Shape;4442;p24"/>
            <p:cNvSpPr/>
            <p:nvPr/>
          </p:nvSpPr>
          <p:spPr>
            <a:xfrm>
              <a:off x="5279075" y="1423000"/>
              <a:ext cx="8600" cy="7650"/>
            </a:xfrm>
            <a:custGeom>
              <a:avLst/>
              <a:gdLst/>
              <a:ahLst/>
              <a:cxnLst/>
              <a:rect l="l" t="t" r="r" b="b"/>
              <a:pathLst>
                <a:path w="344" h="306" extrusionOk="0">
                  <a:moveTo>
                    <a:pt x="174" y="0"/>
                  </a:moveTo>
                  <a:cubicBezTo>
                    <a:pt x="118" y="0"/>
                    <a:pt x="58" y="26"/>
                    <a:pt x="24" y="77"/>
                  </a:cubicBezTo>
                  <a:cubicBezTo>
                    <a:pt x="1" y="168"/>
                    <a:pt x="24" y="260"/>
                    <a:pt x="92" y="283"/>
                  </a:cubicBezTo>
                  <a:cubicBezTo>
                    <a:pt x="122" y="298"/>
                    <a:pt x="153" y="305"/>
                    <a:pt x="181" y="305"/>
                  </a:cubicBezTo>
                  <a:cubicBezTo>
                    <a:pt x="237" y="305"/>
                    <a:pt x="282" y="275"/>
                    <a:pt x="297" y="214"/>
                  </a:cubicBezTo>
                  <a:cubicBezTo>
                    <a:pt x="343" y="146"/>
                    <a:pt x="297" y="54"/>
                    <a:pt x="229" y="9"/>
                  </a:cubicBezTo>
                  <a:cubicBezTo>
                    <a:pt x="212"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3" name="Google Shape;4443;p24"/>
            <p:cNvSpPr/>
            <p:nvPr/>
          </p:nvSpPr>
          <p:spPr>
            <a:xfrm>
              <a:off x="5434300" y="1240400"/>
              <a:ext cx="9150" cy="7850"/>
            </a:xfrm>
            <a:custGeom>
              <a:avLst/>
              <a:gdLst/>
              <a:ahLst/>
              <a:cxnLst/>
              <a:rect l="l" t="t" r="r" b="b"/>
              <a:pathLst>
                <a:path w="366" h="314" extrusionOk="0">
                  <a:moveTo>
                    <a:pt x="197" y="0"/>
                  </a:moveTo>
                  <a:cubicBezTo>
                    <a:pt x="140" y="0"/>
                    <a:pt x="80" y="26"/>
                    <a:pt x="46" y="77"/>
                  </a:cubicBezTo>
                  <a:cubicBezTo>
                    <a:pt x="0" y="168"/>
                    <a:pt x="46" y="260"/>
                    <a:pt x="114" y="305"/>
                  </a:cubicBezTo>
                  <a:cubicBezTo>
                    <a:pt x="131" y="311"/>
                    <a:pt x="149" y="314"/>
                    <a:pt x="169" y="314"/>
                  </a:cubicBezTo>
                  <a:cubicBezTo>
                    <a:pt x="232" y="314"/>
                    <a:pt x="302" y="284"/>
                    <a:pt x="320" y="214"/>
                  </a:cubicBezTo>
                  <a:cubicBezTo>
                    <a:pt x="365" y="146"/>
                    <a:pt x="320" y="54"/>
                    <a:pt x="251" y="9"/>
                  </a:cubicBezTo>
                  <a:cubicBezTo>
                    <a:pt x="234"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4" name="Google Shape;4444;p24"/>
            <p:cNvSpPr/>
            <p:nvPr/>
          </p:nvSpPr>
          <p:spPr>
            <a:xfrm>
              <a:off x="5283075" y="1674400"/>
              <a:ext cx="11450" cy="10150"/>
            </a:xfrm>
            <a:custGeom>
              <a:avLst/>
              <a:gdLst/>
              <a:ahLst/>
              <a:cxnLst/>
              <a:rect l="l" t="t" r="r" b="b"/>
              <a:pathLst>
                <a:path w="458" h="406" extrusionOk="0">
                  <a:moveTo>
                    <a:pt x="239" y="1"/>
                  </a:moveTo>
                  <a:cubicBezTo>
                    <a:pt x="162" y="1"/>
                    <a:pt x="80" y="43"/>
                    <a:pt x="46" y="110"/>
                  </a:cubicBezTo>
                  <a:cubicBezTo>
                    <a:pt x="1" y="224"/>
                    <a:pt x="46" y="338"/>
                    <a:pt x="137" y="384"/>
                  </a:cubicBezTo>
                  <a:cubicBezTo>
                    <a:pt x="174" y="398"/>
                    <a:pt x="210" y="406"/>
                    <a:pt x="244" y="406"/>
                  </a:cubicBezTo>
                  <a:cubicBezTo>
                    <a:pt x="317" y="406"/>
                    <a:pt x="380" y="371"/>
                    <a:pt x="411" y="293"/>
                  </a:cubicBezTo>
                  <a:cubicBezTo>
                    <a:pt x="457" y="201"/>
                    <a:pt x="411" y="64"/>
                    <a:pt x="320" y="19"/>
                  </a:cubicBezTo>
                  <a:cubicBezTo>
                    <a:pt x="296" y="6"/>
                    <a:pt x="268" y="1"/>
                    <a:pt x="23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5" name="Google Shape;4445;p24"/>
            <p:cNvSpPr/>
            <p:nvPr/>
          </p:nvSpPr>
          <p:spPr>
            <a:xfrm>
              <a:off x="5496500" y="1491800"/>
              <a:ext cx="10300" cy="8925"/>
            </a:xfrm>
            <a:custGeom>
              <a:avLst/>
              <a:gdLst/>
              <a:ahLst/>
              <a:cxnLst/>
              <a:rect l="l" t="t" r="r" b="b"/>
              <a:pathLst>
                <a:path w="412" h="357" extrusionOk="0">
                  <a:moveTo>
                    <a:pt x="202" y="1"/>
                  </a:moveTo>
                  <a:cubicBezTo>
                    <a:pt x="137" y="1"/>
                    <a:pt x="79" y="43"/>
                    <a:pt x="46" y="110"/>
                  </a:cubicBezTo>
                  <a:cubicBezTo>
                    <a:pt x="0" y="178"/>
                    <a:pt x="46" y="292"/>
                    <a:pt x="114" y="338"/>
                  </a:cubicBezTo>
                  <a:cubicBezTo>
                    <a:pt x="139" y="350"/>
                    <a:pt x="165" y="356"/>
                    <a:pt x="191" y="356"/>
                  </a:cubicBezTo>
                  <a:cubicBezTo>
                    <a:pt x="262" y="356"/>
                    <a:pt x="332" y="314"/>
                    <a:pt x="365" y="247"/>
                  </a:cubicBezTo>
                  <a:cubicBezTo>
                    <a:pt x="411" y="156"/>
                    <a:pt x="365" y="64"/>
                    <a:pt x="274" y="19"/>
                  </a:cubicBezTo>
                  <a:cubicBezTo>
                    <a:pt x="250" y="6"/>
                    <a:pt x="225"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6" name="Google Shape;4446;p24"/>
            <p:cNvSpPr/>
            <p:nvPr/>
          </p:nvSpPr>
          <p:spPr>
            <a:xfrm>
              <a:off x="5640875" y="1408500"/>
              <a:ext cx="10850" cy="9575"/>
            </a:xfrm>
            <a:custGeom>
              <a:avLst/>
              <a:gdLst/>
              <a:ahLst/>
              <a:cxnLst/>
              <a:rect l="l" t="t" r="r" b="b"/>
              <a:pathLst>
                <a:path w="434" h="383" extrusionOk="0">
                  <a:moveTo>
                    <a:pt x="220" y="0"/>
                  </a:moveTo>
                  <a:cubicBezTo>
                    <a:pt x="149" y="0"/>
                    <a:pt x="79" y="43"/>
                    <a:pt x="46" y="109"/>
                  </a:cubicBezTo>
                  <a:cubicBezTo>
                    <a:pt x="0" y="201"/>
                    <a:pt x="46" y="315"/>
                    <a:pt x="137" y="360"/>
                  </a:cubicBezTo>
                  <a:cubicBezTo>
                    <a:pt x="166" y="375"/>
                    <a:pt x="197" y="383"/>
                    <a:pt x="228" y="383"/>
                  </a:cubicBezTo>
                  <a:cubicBezTo>
                    <a:pt x="294" y="383"/>
                    <a:pt x="357" y="347"/>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7" name="Google Shape;4447;p24"/>
            <p:cNvSpPr/>
            <p:nvPr/>
          </p:nvSpPr>
          <p:spPr>
            <a:xfrm>
              <a:off x="5762400" y="1344825"/>
              <a:ext cx="9150" cy="8100"/>
            </a:xfrm>
            <a:custGeom>
              <a:avLst/>
              <a:gdLst/>
              <a:ahLst/>
              <a:cxnLst/>
              <a:rect l="l" t="t" r="r" b="b"/>
              <a:pathLst>
                <a:path w="366" h="324" extrusionOk="0">
                  <a:moveTo>
                    <a:pt x="198" y="0"/>
                  </a:moveTo>
                  <a:cubicBezTo>
                    <a:pt x="135" y="0"/>
                    <a:pt x="64" y="30"/>
                    <a:pt x="46" y="100"/>
                  </a:cubicBezTo>
                  <a:cubicBezTo>
                    <a:pt x="1" y="168"/>
                    <a:pt x="24" y="283"/>
                    <a:pt x="115" y="305"/>
                  </a:cubicBezTo>
                  <a:cubicBezTo>
                    <a:pt x="140" y="318"/>
                    <a:pt x="166" y="324"/>
                    <a:pt x="190" y="324"/>
                  </a:cubicBezTo>
                  <a:cubicBezTo>
                    <a:pt x="254" y="324"/>
                    <a:pt x="310" y="286"/>
                    <a:pt x="343" y="237"/>
                  </a:cubicBezTo>
                  <a:cubicBezTo>
                    <a:pt x="366" y="146"/>
                    <a:pt x="343" y="54"/>
                    <a:pt x="252" y="9"/>
                  </a:cubicBezTo>
                  <a:cubicBezTo>
                    <a:pt x="236" y="3"/>
                    <a:pt x="217" y="0"/>
                    <a:pt x="19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8" name="Google Shape;4448;p24"/>
            <p:cNvSpPr/>
            <p:nvPr/>
          </p:nvSpPr>
          <p:spPr>
            <a:xfrm>
              <a:off x="5733875" y="1357700"/>
              <a:ext cx="11450" cy="10150"/>
            </a:xfrm>
            <a:custGeom>
              <a:avLst/>
              <a:gdLst/>
              <a:ahLst/>
              <a:cxnLst/>
              <a:rect l="l" t="t" r="r" b="b"/>
              <a:pathLst>
                <a:path w="458" h="406" extrusionOk="0">
                  <a:moveTo>
                    <a:pt x="230" y="1"/>
                  </a:moveTo>
                  <a:cubicBezTo>
                    <a:pt x="150" y="1"/>
                    <a:pt x="80" y="43"/>
                    <a:pt x="46" y="110"/>
                  </a:cubicBezTo>
                  <a:cubicBezTo>
                    <a:pt x="1" y="224"/>
                    <a:pt x="46" y="338"/>
                    <a:pt x="137" y="384"/>
                  </a:cubicBezTo>
                  <a:cubicBezTo>
                    <a:pt x="166" y="398"/>
                    <a:pt x="200" y="406"/>
                    <a:pt x="234" y="406"/>
                  </a:cubicBezTo>
                  <a:cubicBezTo>
                    <a:pt x="306" y="406"/>
                    <a:pt x="380" y="371"/>
                    <a:pt x="411" y="293"/>
                  </a:cubicBezTo>
                  <a:cubicBezTo>
                    <a:pt x="457" y="201"/>
                    <a:pt x="411" y="64"/>
                    <a:pt x="320" y="19"/>
                  </a:cubicBezTo>
                  <a:cubicBezTo>
                    <a:pt x="289"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9" name="Google Shape;4449;p24"/>
            <p:cNvSpPr/>
            <p:nvPr/>
          </p:nvSpPr>
          <p:spPr>
            <a:xfrm>
              <a:off x="5775525" y="1357000"/>
              <a:ext cx="6875" cy="5950"/>
            </a:xfrm>
            <a:custGeom>
              <a:avLst/>
              <a:gdLst/>
              <a:ahLst/>
              <a:cxnLst/>
              <a:rect l="l" t="t" r="r" b="b"/>
              <a:pathLst>
                <a:path w="275" h="238" extrusionOk="0">
                  <a:moveTo>
                    <a:pt x="129" y="0"/>
                  </a:moveTo>
                  <a:cubicBezTo>
                    <a:pt x="95" y="0"/>
                    <a:pt x="61" y="25"/>
                    <a:pt x="46" y="69"/>
                  </a:cubicBezTo>
                  <a:cubicBezTo>
                    <a:pt x="1" y="115"/>
                    <a:pt x="24" y="184"/>
                    <a:pt x="92" y="229"/>
                  </a:cubicBezTo>
                  <a:cubicBezTo>
                    <a:pt x="103" y="235"/>
                    <a:pt x="116" y="238"/>
                    <a:pt x="130" y="238"/>
                  </a:cubicBezTo>
                  <a:cubicBezTo>
                    <a:pt x="171" y="238"/>
                    <a:pt x="218" y="212"/>
                    <a:pt x="252" y="161"/>
                  </a:cubicBezTo>
                  <a:cubicBezTo>
                    <a:pt x="275" y="115"/>
                    <a:pt x="252" y="47"/>
                    <a:pt x="183" y="24"/>
                  </a:cubicBezTo>
                  <a:cubicBezTo>
                    <a:pt x="167" y="8"/>
                    <a:pt x="148"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0" name="Google Shape;4450;p24"/>
            <p:cNvSpPr/>
            <p:nvPr/>
          </p:nvSpPr>
          <p:spPr>
            <a:xfrm>
              <a:off x="5747000" y="1368775"/>
              <a:ext cx="8025" cy="6975"/>
            </a:xfrm>
            <a:custGeom>
              <a:avLst/>
              <a:gdLst/>
              <a:ahLst/>
              <a:cxnLst/>
              <a:rect l="l" t="t" r="r" b="b"/>
              <a:pathLst>
                <a:path w="321" h="279" extrusionOk="0">
                  <a:moveTo>
                    <a:pt x="175" y="1"/>
                  </a:moveTo>
                  <a:cubicBezTo>
                    <a:pt x="119" y="1"/>
                    <a:pt x="63" y="26"/>
                    <a:pt x="46" y="78"/>
                  </a:cubicBezTo>
                  <a:cubicBezTo>
                    <a:pt x="1" y="146"/>
                    <a:pt x="46" y="238"/>
                    <a:pt x="115" y="260"/>
                  </a:cubicBezTo>
                  <a:cubicBezTo>
                    <a:pt x="134" y="273"/>
                    <a:pt x="153" y="279"/>
                    <a:pt x="172" y="279"/>
                  </a:cubicBezTo>
                  <a:cubicBezTo>
                    <a:pt x="220" y="279"/>
                    <a:pt x="264" y="241"/>
                    <a:pt x="297" y="192"/>
                  </a:cubicBezTo>
                  <a:cubicBezTo>
                    <a:pt x="320" y="123"/>
                    <a:pt x="297" y="55"/>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1" name="Google Shape;4451;p24"/>
            <p:cNvSpPr/>
            <p:nvPr/>
          </p:nvSpPr>
          <p:spPr>
            <a:xfrm>
              <a:off x="5304750" y="1697675"/>
              <a:ext cx="10300" cy="9025"/>
            </a:xfrm>
            <a:custGeom>
              <a:avLst/>
              <a:gdLst/>
              <a:ahLst/>
              <a:cxnLst/>
              <a:rect l="l" t="t" r="r" b="b"/>
              <a:pathLst>
                <a:path w="412" h="361" extrusionOk="0">
                  <a:moveTo>
                    <a:pt x="180" y="1"/>
                  </a:moveTo>
                  <a:cubicBezTo>
                    <a:pt x="118" y="1"/>
                    <a:pt x="62" y="31"/>
                    <a:pt x="47" y="92"/>
                  </a:cubicBezTo>
                  <a:cubicBezTo>
                    <a:pt x="1" y="183"/>
                    <a:pt x="24" y="297"/>
                    <a:pt x="115" y="343"/>
                  </a:cubicBezTo>
                  <a:cubicBezTo>
                    <a:pt x="139" y="355"/>
                    <a:pt x="166" y="361"/>
                    <a:pt x="192" y="361"/>
                  </a:cubicBezTo>
                  <a:cubicBezTo>
                    <a:pt x="263" y="361"/>
                    <a:pt x="333" y="319"/>
                    <a:pt x="366" y="252"/>
                  </a:cubicBezTo>
                  <a:cubicBezTo>
                    <a:pt x="412" y="160"/>
                    <a:pt x="366" y="69"/>
                    <a:pt x="275" y="23"/>
                  </a:cubicBezTo>
                  <a:cubicBezTo>
                    <a:pt x="244" y="8"/>
                    <a:pt x="211" y="1"/>
                    <a:pt x="18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2" name="Google Shape;4452;p24"/>
            <p:cNvSpPr/>
            <p:nvPr/>
          </p:nvSpPr>
          <p:spPr>
            <a:xfrm>
              <a:off x="5763550" y="1498550"/>
              <a:ext cx="11425" cy="9950"/>
            </a:xfrm>
            <a:custGeom>
              <a:avLst/>
              <a:gdLst/>
              <a:ahLst/>
              <a:cxnLst/>
              <a:rect l="l" t="t" r="r" b="b"/>
              <a:pathLst>
                <a:path w="457" h="398" extrusionOk="0">
                  <a:moveTo>
                    <a:pt x="214" y="0"/>
                  </a:moveTo>
                  <a:cubicBezTo>
                    <a:pt x="140" y="0"/>
                    <a:pt x="77" y="36"/>
                    <a:pt x="46" y="114"/>
                  </a:cubicBezTo>
                  <a:cubicBezTo>
                    <a:pt x="0" y="205"/>
                    <a:pt x="46" y="319"/>
                    <a:pt x="137" y="365"/>
                  </a:cubicBezTo>
                  <a:cubicBezTo>
                    <a:pt x="167" y="387"/>
                    <a:pt x="201" y="397"/>
                    <a:pt x="235" y="397"/>
                  </a:cubicBezTo>
                  <a:cubicBezTo>
                    <a:pt x="307" y="397"/>
                    <a:pt x="380" y="351"/>
                    <a:pt x="411" y="274"/>
                  </a:cubicBezTo>
                  <a:cubicBezTo>
                    <a:pt x="457" y="182"/>
                    <a:pt x="411" y="68"/>
                    <a:pt x="320" y="22"/>
                  </a:cubicBezTo>
                  <a:cubicBezTo>
                    <a:pt x="284" y="8"/>
                    <a:pt x="248"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3" name="Google Shape;4453;p24"/>
            <p:cNvSpPr/>
            <p:nvPr/>
          </p:nvSpPr>
          <p:spPr>
            <a:xfrm>
              <a:off x="5637450" y="1448650"/>
              <a:ext cx="5725" cy="5050"/>
            </a:xfrm>
            <a:custGeom>
              <a:avLst/>
              <a:gdLst/>
              <a:ahLst/>
              <a:cxnLst/>
              <a:rect l="l" t="t" r="r" b="b"/>
              <a:pathLst>
                <a:path w="229" h="202" extrusionOk="0">
                  <a:moveTo>
                    <a:pt x="120" y="1"/>
                  </a:moveTo>
                  <a:cubicBezTo>
                    <a:pt x="81" y="1"/>
                    <a:pt x="40" y="22"/>
                    <a:pt x="23" y="55"/>
                  </a:cubicBezTo>
                  <a:cubicBezTo>
                    <a:pt x="0" y="101"/>
                    <a:pt x="23" y="170"/>
                    <a:pt x="69" y="192"/>
                  </a:cubicBezTo>
                  <a:cubicBezTo>
                    <a:pt x="81" y="199"/>
                    <a:pt x="95" y="201"/>
                    <a:pt x="109" y="201"/>
                  </a:cubicBezTo>
                  <a:cubicBezTo>
                    <a:pt x="148" y="201"/>
                    <a:pt x="189" y="180"/>
                    <a:pt x="205" y="147"/>
                  </a:cubicBezTo>
                  <a:cubicBezTo>
                    <a:pt x="228" y="101"/>
                    <a:pt x="205" y="33"/>
                    <a:pt x="160" y="10"/>
                  </a:cubicBezTo>
                  <a:cubicBezTo>
                    <a:pt x="148" y="4"/>
                    <a:pt x="134" y="1"/>
                    <a:pt x="1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4" name="Google Shape;4454;p24"/>
            <p:cNvSpPr/>
            <p:nvPr/>
          </p:nvSpPr>
          <p:spPr>
            <a:xfrm>
              <a:off x="5318450" y="1533125"/>
              <a:ext cx="8600" cy="7850"/>
            </a:xfrm>
            <a:custGeom>
              <a:avLst/>
              <a:gdLst/>
              <a:ahLst/>
              <a:cxnLst/>
              <a:rect l="l" t="t" r="r" b="b"/>
              <a:pathLst>
                <a:path w="344" h="314" extrusionOk="0">
                  <a:moveTo>
                    <a:pt x="188" y="1"/>
                  </a:moveTo>
                  <a:cubicBezTo>
                    <a:pt x="120" y="1"/>
                    <a:pt x="58" y="31"/>
                    <a:pt x="24" y="100"/>
                  </a:cubicBezTo>
                  <a:cubicBezTo>
                    <a:pt x="1" y="169"/>
                    <a:pt x="24" y="260"/>
                    <a:pt x="115" y="306"/>
                  </a:cubicBezTo>
                  <a:cubicBezTo>
                    <a:pt x="131" y="311"/>
                    <a:pt x="148" y="314"/>
                    <a:pt x="166" y="314"/>
                  </a:cubicBezTo>
                  <a:cubicBezTo>
                    <a:pt x="224" y="314"/>
                    <a:pt x="285" y="284"/>
                    <a:pt x="320" y="214"/>
                  </a:cubicBezTo>
                  <a:cubicBezTo>
                    <a:pt x="343" y="146"/>
                    <a:pt x="320" y="55"/>
                    <a:pt x="252" y="9"/>
                  </a:cubicBezTo>
                  <a:cubicBezTo>
                    <a:pt x="230" y="4"/>
                    <a:pt x="209" y="1"/>
                    <a:pt x="18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5" name="Google Shape;4455;p24"/>
            <p:cNvSpPr/>
            <p:nvPr/>
          </p:nvSpPr>
          <p:spPr>
            <a:xfrm>
              <a:off x="5992950" y="1251800"/>
              <a:ext cx="8575" cy="7550"/>
            </a:xfrm>
            <a:custGeom>
              <a:avLst/>
              <a:gdLst/>
              <a:ahLst/>
              <a:cxnLst/>
              <a:rect l="l" t="t" r="r" b="b"/>
              <a:pathLst>
                <a:path w="343" h="302" extrusionOk="0">
                  <a:moveTo>
                    <a:pt x="174" y="1"/>
                  </a:moveTo>
                  <a:cubicBezTo>
                    <a:pt x="119" y="1"/>
                    <a:pt x="63" y="26"/>
                    <a:pt x="46" y="78"/>
                  </a:cubicBezTo>
                  <a:cubicBezTo>
                    <a:pt x="0" y="146"/>
                    <a:pt x="46" y="237"/>
                    <a:pt x="114" y="283"/>
                  </a:cubicBezTo>
                  <a:cubicBezTo>
                    <a:pt x="133" y="296"/>
                    <a:pt x="154" y="301"/>
                    <a:pt x="176" y="301"/>
                  </a:cubicBezTo>
                  <a:cubicBezTo>
                    <a:pt x="230" y="301"/>
                    <a:pt x="287" y="264"/>
                    <a:pt x="320" y="215"/>
                  </a:cubicBezTo>
                  <a:cubicBezTo>
                    <a:pt x="343" y="146"/>
                    <a:pt x="320"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6" name="Google Shape;4456;p24"/>
            <p:cNvSpPr/>
            <p:nvPr/>
          </p:nvSpPr>
          <p:spPr>
            <a:xfrm>
              <a:off x="5697350" y="1384525"/>
              <a:ext cx="10300" cy="8900"/>
            </a:xfrm>
            <a:custGeom>
              <a:avLst/>
              <a:gdLst/>
              <a:ahLst/>
              <a:cxnLst/>
              <a:rect l="l" t="t" r="r" b="b"/>
              <a:pathLst>
                <a:path w="412" h="356" extrusionOk="0">
                  <a:moveTo>
                    <a:pt x="202" y="1"/>
                  </a:moveTo>
                  <a:cubicBezTo>
                    <a:pt x="138" y="1"/>
                    <a:pt x="80" y="43"/>
                    <a:pt x="46" y="110"/>
                  </a:cubicBezTo>
                  <a:cubicBezTo>
                    <a:pt x="1" y="178"/>
                    <a:pt x="46" y="292"/>
                    <a:pt x="115" y="338"/>
                  </a:cubicBezTo>
                  <a:cubicBezTo>
                    <a:pt x="139" y="350"/>
                    <a:pt x="165" y="356"/>
                    <a:pt x="191" y="356"/>
                  </a:cubicBezTo>
                  <a:cubicBezTo>
                    <a:pt x="262" y="356"/>
                    <a:pt x="332" y="314"/>
                    <a:pt x="366" y="247"/>
                  </a:cubicBezTo>
                  <a:cubicBezTo>
                    <a:pt x="412" y="178"/>
                    <a:pt x="366" y="64"/>
                    <a:pt x="275" y="18"/>
                  </a:cubicBezTo>
                  <a:cubicBezTo>
                    <a:pt x="250" y="6"/>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7" name="Google Shape;4457;p24"/>
            <p:cNvSpPr/>
            <p:nvPr/>
          </p:nvSpPr>
          <p:spPr>
            <a:xfrm>
              <a:off x="5722475" y="1373550"/>
              <a:ext cx="8575" cy="7450"/>
            </a:xfrm>
            <a:custGeom>
              <a:avLst/>
              <a:gdLst/>
              <a:ahLst/>
              <a:cxnLst/>
              <a:rect l="l" t="t" r="r" b="b"/>
              <a:pathLst>
                <a:path w="343" h="298" extrusionOk="0">
                  <a:moveTo>
                    <a:pt x="178" y="1"/>
                  </a:moveTo>
                  <a:cubicBezTo>
                    <a:pt x="127" y="1"/>
                    <a:pt x="76" y="31"/>
                    <a:pt x="46" y="92"/>
                  </a:cubicBezTo>
                  <a:cubicBezTo>
                    <a:pt x="0" y="161"/>
                    <a:pt x="46" y="252"/>
                    <a:pt x="114" y="275"/>
                  </a:cubicBezTo>
                  <a:cubicBezTo>
                    <a:pt x="137" y="290"/>
                    <a:pt x="162" y="298"/>
                    <a:pt x="188" y="298"/>
                  </a:cubicBezTo>
                  <a:cubicBezTo>
                    <a:pt x="238" y="298"/>
                    <a:pt x="289" y="267"/>
                    <a:pt x="320" y="206"/>
                  </a:cubicBezTo>
                  <a:cubicBezTo>
                    <a:pt x="342" y="138"/>
                    <a:pt x="320" y="47"/>
                    <a:pt x="251" y="24"/>
                  </a:cubicBezTo>
                  <a:cubicBezTo>
                    <a:pt x="228" y="9"/>
                    <a:pt x="203"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8" name="Google Shape;4458;p24"/>
            <p:cNvSpPr/>
            <p:nvPr/>
          </p:nvSpPr>
          <p:spPr>
            <a:xfrm>
              <a:off x="5906200" y="1296625"/>
              <a:ext cx="9725" cy="8375"/>
            </a:xfrm>
            <a:custGeom>
              <a:avLst/>
              <a:gdLst/>
              <a:ahLst/>
              <a:cxnLst/>
              <a:rect l="l" t="t" r="r" b="b"/>
              <a:pathLst>
                <a:path w="389" h="335" extrusionOk="0">
                  <a:moveTo>
                    <a:pt x="199" y="1"/>
                  </a:moveTo>
                  <a:cubicBezTo>
                    <a:pt x="136" y="1"/>
                    <a:pt x="79" y="38"/>
                    <a:pt x="46" y="88"/>
                  </a:cubicBezTo>
                  <a:cubicBezTo>
                    <a:pt x="1" y="179"/>
                    <a:pt x="46" y="270"/>
                    <a:pt x="115" y="316"/>
                  </a:cubicBezTo>
                  <a:cubicBezTo>
                    <a:pt x="140" y="329"/>
                    <a:pt x="166" y="334"/>
                    <a:pt x="190" y="334"/>
                  </a:cubicBezTo>
                  <a:cubicBezTo>
                    <a:pt x="254" y="334"/>
                    <a:pt x="310" y="297"/>
                    <a:pt x="343" y="248"/>
                  </a:cubicBezTo>
                  <a:cubicBezTo>
                    <a:pt x="389" y="156"/>
                    <a:pt x="343" y="65"/>
                    <a:pt x="275" y="19"/>
                  </a:cubicBezTo>
                  <a:cubicBezTo>
                    <a:pt x="249" y="7"/>
                    <a:pt x="224"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9" name="Google Shape;4459;p24"/>
            <p:cNvSpPr/>
            <p:nvPr/>
          </p:nvSpPr>
          <p:spPr>
            <a:xfrm>
              <a:off x="5542150" y="1355875"/>
              <a:ext cx="10300" cy="9050"/>
            </a:xfrm>
            <a:custGeom>
              <a:avLst/>
              <a:gdLst/>
              <a:ahLst/>
              <a:cxnLst/>
              <a:rect l="l" t="t" r="r" b="b"/>
              <a:pathLst>
                <a:path w="412" h="362" extrusionOk="0">
                  <a:moveTo>
                    <a:pt x="179" y="0"/>
                  </a:moveTo>
                  <a:cubicBezTo>
                    <a:pt x="117" y="0"/>
                    <a:pt x="61" y="31"/>
                    <a:pt x="46" y="92"/>
                  </a:cubicBezTo>
                  <a:cubicBezTo>
                    <a:pt x="0" y="183"/>
                    <a:pt x="23" y="297"/>
                    <a:pt x="114" y="343"/>
                  </a:cubicBezTo>
                  <a:cubicBezTo>
                    <a:pt x="140" y="355"/>
                    <a:pt x="167" y="361"/>
                    <a:pt x="194" y="361"/>
                  </a:cubicBezTo>
                  <a:cubicBezTo>
                    <a:pt x="264" y="361"/>
                    <a:pt x="333" y="324"/>
                    <a:pt x="365" y="274"/>
                  </a:cubicBezTo>
                  <a:cubicBezTo>
                    <a:pt x="411" y="183"/>
                    <a:pt x="365" y="69"/>
                    <a:pt x="274" y="23"/>
                  </a:cubicBezTo>
                  <a:cubicBezTo>
                    <a:pt x="244" y="8"/>
                    <a:pt x="211" y="0"/>
                    <a:pt x="17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0" name="Google Shape;4460;p24"/>
            <p:cNvSpPr/>
            <p:nvPr/>
          </p:nvSpPr>
          <p:spPr>
            <a:xfrm>
              <a:off x="6186950" y="1940200"/>
              <a:ext cx="9175" cy="7900"/>
            </a:xfrm>
            <a:custGeom>
              <a:avLst/>
              <a:gdLst/>
              <a:ahLst/>
              <a:cxnLst/>
              <a:rect l="l" t="t" r="r" b="b"/>
              <a:pathLst>
                <a:path w="367" h="316" extrusionOk="0">
                  <a:moveTo>
                    <a:pt x="178" y="0"/>
                  </a:moveTo>
                  <a:cubicBezTo>
                    <a:pt x="128" y="0"/>
                    <a:pt x="77" y="31"/>
                    <a:pt x="46" y="92"/>
                  </a:cubicBezTo>
                  <a:cubicBezTo>
                    <a:pt x="1" y="160"/>
                    <a:pt x="46" y="251"/>
                    <a:pt x="115" y="297"/>
                  </a:cubicBezTo>
                  <a:cubicBezTo>
                    <a:pt x="140" y="310"/>
                    <a:pt x="166" y="316"/>
                    <a:pt x="190" y="316"/>
                  </a:cubicBezTo>
                  <a:cubicBezTo>
                    <a:pt x="252" y="316"/>
                    <a:pt x="304" y="278"/>
                    <a:pt x="320" y="229"/>
                  </a:cubicBezTo>
                  <a:cubicBezTo>
                    <a:pt x="366" y="137"/>
                    <a:pt x="343" y="46"/>
                    <a:pt x="252" y="23"/>
                  </a:cubicBezTo>
                  <a:cubicBezTo>
                    <a:pt x="229" y="8"/>
                    <a:pt x="204"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1" name="Google Shape;4461;p24"/>
            <p:cNvSpPr/>
            <p:nvPr/>
          </p:nvSpPr>
          <p:spPr>
            <a:xfrm>
              <a:off x="6139600" y="1815900"/>
              <a:ext cx="10300" cy="8925"/>
            </a:xfrm>
            <a:custGeom>
              <a:avLst/>
              <a:gdLst/>
              <a:ahLst/>
              <a:cxnLst/>
              <a:rect l="l" t="t" r="r" b="b"/>
              <a:pathLst>
                <a:path w="412" h="357" extrusionOk="0">
                  <a:moveTo>
                    <a:pt x="217" y="1"/>
                  </a:moveTo>
                  <a:cubicBezTo>
                    <a:pt x="147" y="1"/>
                    <a:pt x="79" y="38"/>
                    <a:pt x="46" y="88"/>
                  </a:cubicBezTo>
                  <a:cubicBezTo>
                    <a:pt x="0" y="179"/>
                    <a:pt x="46" y="293"/>
                    <a:pt x="137" y="339"/>
                  </a:cubicBezTo>
                  <a:cubicBezTo>
                    <a:pt x="162" y="351"/>
                    <a:pt x="188" y="357"/>
                    <a:pt x="213" y="357"/>
                  </a:cubicBezTo>
                  <a:cubicBezTo>
                    <a:pt x="283" y="357"/>
                    <a:pt x="349" y="314"/>
                    <a:pt x="366" y="248"/>
                  </a:cubicBezTo>
                  <a:cubicBezTo>
                    <a:pt x="411" y="156"/>
                    <a:pt x="388" y="65"/>
                    <a:pt x="297" y="19"/>
                  </a:cubicBezTo>
                  <a:cubicBezTo>
                    <a:pt x="272" y="7"/>
                    <a:pt x="244" y="1"/>
                    <a:pt x="2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2" name="Google Shape;4462;p24"/>
            <p:cNvSpPr/>
            <p:nvPr/>
          </p:nvSpPr>
          <p:spPr>
            <a:xfrm>
              <a:off x="5478225" y="1580475"/>
              <a:ext cx="6875" cy="5600"/>
            </a:xfrm>
            <a:custGeom>
              <a:avLst/>
              <a:gdLst/>
              <a:ahLst/>
              <a:cxnLst/>
              <a:rect l="l" t="t" r="r" b="b"/>
              <a:pathLst>
                <a:path w="275" h="224" extrusionOk="0">
                  <a:moveTo>
                    <a:pt x="129" y="1"/>
                  </a:moveTo>
                  <a:cubicBezTo>
                    <a:pt x="81" y="1"/>
                    <a:pt x="40" y="22"/>
                    <a:pt x="24" y="55"/>
                  </a:cubicBezTo>
                  <a:cubicBezTo>
                    <a:pt x="1" y="124"/>
                    <a:pt x="24" y="192"/>
                    <a:pt x="69" y="215"/>
                  </a:cubicBezTo>
                  <a:cubicBezTo>
                    <a:pt x="88" y="221"/>
                    <a:pt x="106" y="224"/>
                    <a:pt x="123" y="224"/>
                  </a:cubicBezTo>
                  <a:cubicBezTo>
                    <a:pt x="171" y="224"/>
                    <a:pt x="212" y="203"/>
                    <a:pt x="229" y="169"/>
                  </a:cubicBezTo>
                  <a:cubicBezTo>
                    <a:pt x="275" y="101"/>
                    <a:pt x="252" y="32"/>
                    <a:pt x="183" y="9"/>
                  </a:cubicBezTo>
                  <a:cubicBezTo>
                    <a:pt x="165"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3" name="Google Shape;4463;p24"/>
            <p:cNvSpPr/>
            <p:nvPr/>
          </p:nvSpPr>
          <p:spPr>
            <a:xfrm>
              <a:off x="5567825" y="1510500"/>
              <a:ext cx="9725" cy="8600"/>
            </a:xfrm>
            <a:custGeom>
              <a:avLst/>
              <a:gdLst/>
              <a:ahLst/>
              <a:cxnLst/>
              <a:rect l="l" t="t" r="r" b="b"/>
              <a:pathLst>
                <a:path w="389" h="344" extrusionOk="0">
                  <a:moveTo>
                    <a:pt x="179" y="1"/>
                  </a:moveTo>
                  <a:cubicBezTo>
                    <a:pt x="114" y="1"/>
                    <a:pt x="54" y="31"/>
                    <a:pt x="23" y="92"/>
                  </a:cubicBezTo>
                  <a:cubicBezTo>
                    <a:pt x="0" y="184"/>
                    <a:pt x="23" y="298"/>
                    <a:pt x="114" y="321"/>
                  </a:cubicBezTo>
                  <a:cubicBezTo>
                    <a:pt x="145" y="336"/>
                    <a:pt x="175" y="343"/>
                    <a:pt x="204" y="343"/>
                  </a:cubicBezTo>
                  <a:cubicBezTo>
                    <a:pt x="262" y="343"/>
                    <a:pt x="312" y="313"/>
                    <a:pt x="343" y="252"/>
                  </a:cubicBezTo>
                  <a:cubicBezTo>
                    <a:pt x="388" y="161"/>
                    <a:pt x="343" y="69"/>
                    <a:pt x="274" y="24"/>
                  </a:cubicBezTo>
                  <a:cubicBezTo>
                    <a:pt x="244" y="9"/>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4" name="Google Shape;4464;p24"/>
            <p:cNvSpPr/>
            <p:nvPr/>
          </p:nvSpPr>
          <p:spPr>
            <a:xfrm>
              <a:off x="5613475" y="1620175"/>
              <a:ext cx="8000" cy="7225"/>
            </a:xfrm>
            <a:custGeom>
              <a:avLst/>
              <a:gdLst/>
              <a:ahLst/>
              <a:cxnLst/>
              <a:rect l="l" t="t" r="r" b="b"/>
              <a:pathLst>
                <a:path w="320" h="289" extrusionOk="0">
                  <a:moveTo>
                    <a:pt x="167" y="1"/>
                  </a:moveTo>
                  <a:cubicBezTo>
                    <a:pt x="113" y="1"/>
                    <a:pt x="56" y="38"/>
                    <a:pt x="23" y="88"/>
                  </a:cubicBezTo>
                  <a:cubicBezTo>
                    <a:pt x="0" y="156"/>
                    <a:pt x="23" y="248"/>
                    <a:pt x="92" y="270"/>
                  </a:cubicBezTo>
                  <a:cubicBezTo>
                    <a:pt x="111" y="283"/>
                    <a:pt x="132" y="289"/>
                    <a:pt x="153" y="289"/>
                  </a:cubicBezTo>
                  <a:cubicBezTo>
                    <a:pt x="208" y="289"/>
                    <a:pt x="264" y="251"/>
                    <a:pt x="297" y="202"/>
                  </a:cubicBezTo>
                  <a:cubicBezTo>
                    <a:pt x="320" y="133"/>
                    <a:pt x="297" y="65"/>
                    <a:pt x="229" y="19"/>
                  </a:cubicBezTo>
                  <a:cubicBezTo>
                    <a:pt x="210" y="7"/>
                    <a:pt x="189" y="1"/>
                    <a:pt x="16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5" name="Google Shape;4465;p24"/>
            <p:cNvSpPr/>
            <p:nvPr/>
          </p:nvSpPr>
          <p:spPr>
            <a:xfrm>
              <a:off x="6384975" y="2316600"/>
              <a:ext cx="6875" cy="5375"/>
            </a:xfrm>
            <a:custGeom>
              <a:avLst/>
              <a:gdLst/>
              <a:ahLst/>
              <a:cxnLst/>
              <a:rect l="l" t="t" r="r" b="b"/>
              <a:pathLst>
                <a:path w="275" h="215" extrusionOk="0">
                  <a:moveTo>
                    <a:pt x="129" y="1"/>
                  </a:moveTo>
                  <a:cubicBezTo>
                    <a:pt x="73" y="1"/>
                    <a:pt x="17" y="26"/>
                    <a:pt x="0" y="78"/>
                  </a:cubicBezTo>
                  <a:lnTo>
                    <a:pt x="251" y="214"/>
                  </a:lnTo>
                  <a:cubicBezTo>
                    <a:pt x="274" y="146"/>
                    <a:pt x="251" y="55"/>
                    <a:pt x="183" y="9"/>
                  </a:cubicBezTo>
                  <a:cubicBezTo>
                    <a:pt x="166"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6" name="Google Shape;4466;p24"/>
            <p:cNvSpPr/>
            <p:nvPr/>
          </p:nvSpPr>
          <p:spPr>
            <a:xfrm>
              <a:off x="5201475" y="1509350"/>
              <a:ext cx="8025" cy="7100"/>
            </a:xfrm>
            <a:custGeom>
              <a:avLst/>
              <a:gdLst/>
              <a:ahLst/>
              <a:cxnLst/>
              <a:rect l="l" t="t" r="r" b="b"/>
              <a:pathLst>
                <a:path w="321" h="284" extrusionOk="0">
                  <a:moveTo>
                    <a:pt x="150" y="0"/>
                  </a:moveTo>
                  <a:cubicBezTo>
                    <a:pt x="101" y="0"/>
                    <a:pt x="53" y="26"/>
                    <a:pt x="23" y="70"/>
                  </a:cubicBezTo>
                  <a:cubicBezTo>
                    <a:pt x="1" y="138"/>
                    <a:pt x="23" y="230"/>
                    <a:pt x="92" y="275"/>
                  </a:cubicBezTo>
                  <a:cubicBezTo>
                    <a:pt x="109" y="281"/>
                    <a:pt x="127" y="284"/>
                    <a:pt x="146" y="284"/>
                  </a:cubicBezTo>
                  <a:cubicBezTo>
                    <a:pt x="202" y="284"/>
                    <a:pt x="257" y="258"/>
                    <a:pt x="274" y="207"/>
                  </a:cubicBezTo>
                  <a:cubicBezTo>
                    <a:pt x="320" y="138"/>
                    <a:pt x="297" y="47"/>
                    <a:pt x="229" y="24"/>
                  </a:cubicBezTo>
                  <a:cubicBezTo>
                    <a:pt x="205" y="8"/>
                    <a:pt x="177" y="0"/>
                    <a:pt x="15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7" name="Google Shape;4467;p24"/>
            <p:cNvSpPr/>
            <p:nvPr/>
          </p:nvSpPr>
          <p:spPr>
            <a:xfrm>
              <a:off x="5187775" y="1534250"/>
              <a:ext cx="6300" cy="5600"/>
            </a:xfrm>
            <a:custGeom>
              <a:avLst/>
              <a:gdLst/>
              <a:ahLst/>
              <a:cxnLst/>
              <a:rect l="l" t="t" r="r" b="b"/>
              <a:pathLst>
                <a:path w="252" h="224" extrusionOk="0">
                  <a:moveTo>
                    <a:pt x="129" y="1"/>
                  </a:moveTo>
                  <a:cubicBezTo>
                    <a:pt x="81" y="1"/>
                    <a:pt x="40" y="22"/>
                    <a:pt x="24" y="55"/>
                  </a:cubicBezTo>
                  <a:cubicBezTo>
                    <a:pt x="1" y="124"/>
                    <a:pt x="24" y="192"/>
                    <a:pt x="69" y="215"/>
                  </a:cubicBezTo>
                  <a:cubicBezTo>
                    <a:pt x="86" y="221"/>
                    <a:pt x="103" y="224"/>
                    <a:pt x="120" y="224"/>
                  </a:cubicBezTo>
                  <a:cubicBezTo>
                    <a:pt x="169" y="224"/>
                    <a:pt x="212" y="198"/>
                    <a:pt x="229" y="147"/>
                  </a:cubicBezTo>
                  <a:cubicBezTo>
                    <a:pt x="252" y="101"/>
                    <a:pt x="229" y="32"/>
                    <a:pt x="183" y="10"/>
                  </a:cubicBezTo>
                  <a:cubicBezTo>
                    <a:pt x="165" y="4"/>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8" name="Google Shape;4468;p24"/>
            <p:cNvSpPr/>
            <p:nvPr/>
          </p:nvSpPr>
          <p:spPr>
            <a:xfrm>
              <a:off x="5635725" y="1965325"/>
              <a:ext cx="9725" cy="6850"/>
            </a:xfrm>
            <a:custGeom>
              <a:avLst/>
              <a:gdLst/>
              <a:ahLst/>
              <a:cxnLst/>
              <a:rect l="l" t="t" r="r" b="b"/>
              <a:pathLst>
                <a:path w="389" h="274" extrusionOk="0">
                  <a:moveTo>
                    <a:pt x="161" y="0"/>
                  </a:moveTo>
                  <a:cubicBezTo>
                    <a:pt x="95" y="0"/>
                    <a:pt x="32" y="36"/>
                    <a:pt x="1" y="114"/>
                  </a:cubicBezTo>
                  <a:lnTo>
                    <a:pt x="343" y="274"/>
                  </a:lnTo>
                  <a:cubicBezTo>
                    <a:pt x="389" y="182"/>
                    <a:pt x="366" y="68"/>
                    <a:pt x="252" y="23"/>
                  </a:cubicBezTo>
                  <a:cubicBezTo>
                    <a:pt x="223" y="8"/>
                    <a:pt x="192"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9" name="Google Shape;4469;p24"/>
            <p:cNvSpPr/>
            <p:nvPr/>
          </p:nvSpPr>
          <p:spPr>
            <a:xfrm>
              <a:off x="6372425" y="1720300"/>
              <a:ext cx="8575" cy="7525"/>
            </a:xfrm>
            <a:custGeom>
              <a:avLst/>
              <a:gdLst/>
              <a:ahLst/>
              <a:cxnLst/>
              <a:rect l="l" t="t" r="r" b="b"/>
              <a:pathLst>
                <a:path w="343" h="301" extrusionOk="0">
                  <a:moveTo>
                    <a:pt x="174" y="0"/>
                  </a:moveTo>
                  <a:cubicBezTo>
                    <a:pt x="117" y="0"/>
                    <a:pt x="57" y="26"/>
                    <a:pt x="23" y="77"/>
                  </a:cubicBezTo>
                  <a:cubicBezTo>
                    <a:pt x="0" y="168"/>
                    <a:pt x="23" y="260"/>
                    <a:pt x="114" y="283"/>
                  </a:cubicBezTo>
                  <a:cubicBezTo>
                    <a:pt x="133" y="295"/>
                    <a:pt x="154" y="301"/>
                    <a:pt x="175" y="301"/>
                  </a:cubicBezTo>
                  <a:cubicBezTo>
                    <a:pt x="228" y="301"/>
                    <a:pt x="280" y="263"/>
                    <a:pt x="297" y="214"/>
                  </a:cubicBezTo>
                  <a:cubicBezTo>
                    <a:pt x="342" y="146"/>
                    <a:pt x="297" y="54"/>
                    <a:pt x="228" y="9"/>
                  </a:cubicBezTo>
                  <a:cubicBezTo>
                    <a:pt x="211"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0" name="Google Shape;4470;p24"/>
            <p:cNvSpPr/>
            <p:nvPr/>
          </p:nvSpPr>
          <p:spPr>
            <a:xfrm>
              <a:off x="6505375" y="1711725"/>
              <a:ext cx="8575" cy="7550"/>
            </a:xfrm>
            <a:custGeom>
              <a:avLst/>
              <a:gdLst/>
              <a:ahLst/>
              <a:cxnLst/>
              <a:rect l="l" t="t" r="r" b="b"/>
              <a:pathLst>
                <a:path w="343" h="302" extrusionOk="0">
                  <a:moveTo>
                    <a:pt x="174" y="1"/>
                  </a:moveTo>
                  <a:cubicBezTo>
                    <a:pt x="117" y="1"/>
                    <a:pt x="57" y="26"/>
                    <a:pt x="23" y="78"/>
                  </a:cubicBezTo>
                  <a:cubicBezTo>
                    <a:pt x="0" y="169"/>
                    <a:pt x="23" y="238"/>
                    <a:pt x="92" y="283"/>
                  </a:cubicBezTo>
                  <a:cubicBezTo>
                    <a:pt x="117" y="296"/>
                    <a:pt x="143" y="302"/>
                    <a:pt x="167" y="302"/>
                  </a:cubicBezTo>
                  <a:cubicBezTo>
                    <a:pt x="229" y="302"/>
                    <a:pt x="281" y="264"/>
                    <a:pt x="297" y="215"/>
                  </a:cubicBezTo>
                  <a:cubicBezTo>
                    <a:pt x="343" y="146"/>
                    <a:pt x="320" y="55"/>
                    <a:pt x="229"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1" name="Google Shape;4471;p24"/>
            <p:cNvSpPr/>
            <p:nvPr/>
          </p:nvSpPr>
          <p:spPr>
            <a:xfrm>
              <a:off x="6101375" y="1756575"/>
              <a:ext cx="10850" cy="9475"/>
            </a:xfrm>
            <a:custGeom>
              <a:avLst/>
              <a:gdLst/>
              <a:ahLst/>
              <a:cxnLst/>
              <a:rect l="l" t="t" r="r" b="b"/>
              <a:pathLst>
                <a:path w="434" h="379" extrusionOk="0">
                  <a:moveTo>
                    <a:pt x="220" y="1"/>
                  </a:moveTo>
                  <a:cubicBezTo>
                    <a:pt x="149" y="1"/>
                    <a:pt x="79" y="43"/>
                    <a:pt x="46" y="110"/>
                  </a:cubicBezTo>
                  <a:cubicBezTo>
                    <a:pt x="0" y="201"/>
                    <a:pt x="46" y="315"/>
                    <a:pt x="137" y="361"/>
                  </a:cubicBezTo>
                  <a:cubicBezTo>
                    <a:pt x="161" y="373"/>
                    <a:pt x="188" y="379"/>
                    <a:pt x="214" y="379"/>
                  </a:cubicBezTo>
                  <a:cubicBezTo>
                    <a:pt x="285" y="379"/>
                    <a:pt x="355" y="336"/>
                    <a:pt x="388" y="270"/>
                  </a:cubicBezTo>
                  <a:cubicBezTo>
                    <a:pt x="434" y="178"/>
                    <a:pt x="388" y="64"/>
                    <a:pt x="297" y="18"/>
                  </a:cubicBezTo>
                  <a:cubicBezTo>
                    <a:pt x="272" y="6"/>
                    <a:pt x="246"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2" name="Google Shape;4472;p24"/>
            <p:cNvSpPr/>
            <p:nvPr/>
          </p:nvSpPr>
          <p:spPr>
            <a:xfrm>
              <a:off x="6251450" y="1740850"/>
              <a:ext cx="9725" cy="8425"/>
            </a:xfrm>
            <a:custGeom>
              <a:avLst/>
              <a:gdLst/>
              <a:ahLst/>
              <a:cxnLst/>
              <a:rect l="l" t="t" r="r" b="b"/>
              <a:pathLst>
                <a:path w="389" h="337" extrusionOk="0">
                  <a:moveTo>
                    <a:pt x="197" y="0"/>
                  </a:moveTo>
                  <a:cubicBezTo>
                    <a:pt x="134" y="0"/>
                    <a:pt x="63" y="30"/>
                    <a:pt x="46" y="100"/>
                  </a:cubicBezTo>
                  <a:cubicBezTo>
                    <a:pt x="0" y="168"/>
                    <a:pt x="23" y="282"/>
                    <a:pt x="114" y="328"/>
                  </a:cubicBezTo>
                  <a:cubicBezTo>
                    <a:pt x="136" y="333"/>
                    <a:pt x="157" y="336"/>
                    <a:pt x="178" y="336"/>
                  </a:cubicBezTo>
                  <a:cubicBezTo>
                    <a:pt x="246" y="336"/>
                    <a:pt x="308" y="306"/>
                    <a:pt x="342" y="237"/>
                  </a:cubicBezTo>
                  <a:cubicBezTo>
                    <a:pt x="388" y="168"/>
                    <a:pt x="342" y="54"/>
                    <a:pt x="251" y="8"/>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3" name="Google Shape;4473;p24"/>
            <p:cNvSpPr/>
            <p:nvPr/>
          </p:nvSpPr>
          <p:spPr>
            <a:xfrm>
              <a:off x="5610625" y="1938050"/>
              <a:ext cx="9725" cy="8650"/>
            </a:xfrm>
            <a:custGeom>
              <a:avLst/>
              <a:gdLst/>
              <a:ahLst/>
              <a:cxnLst/>
              <a:rect l="l" t="t" r="r" b="b"/>
              <a:pathLst>
                <a:path w="389" h="346" extrusionOk="0">
                  <a:moveTo>
                    <a:pt x="189" y="0"/>
                  </a:moveTo>
                  <a:cubicBezTo>
                    <a:pt x="128" y="0"/>
                    <a:pt x="63" y="42"/>
                    <a:pt x="46" y="109"/>
                  </a:cubicBezTo>
                  <a:cubicBezTo>
                    <a:pt x="0" y="178"/>
                    <a:pt x="23" y="292"/>
                    <a:pt x="114" y="337"/>
                  </a:cubicBezTo>
                  <a:cubicBezTo>
                    <a:pt x="136" y="343"/>
                    <a:pt x="157" y="346"/>
                    <a:pt x="178" y="346"/>
                  </a:cubicBezTo>
                  <a:cubicBezTo>
                    <a:pt x="246" y="346"/>
                    <a:pt x="308" y="316"/>
                    <a:pt x="343" y="246"/>
                  </a:cubicBezTo>
                  <a:cubicBezTo>
                    <a:pt x="388" y="178"/>
                    <a:pt x="343" y="64"/>
                    <a:pt x="251" y="18"/>
                  </a:cubicBezTo>
                  <a:cubicBezTo>
                    <a:pt x="233" y="6"/>
                    <a:pt x="211"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4" name="Google Shape;4474;p24"/>
            <p:cNvSpPr/>
            <p:nvPr/>
          </p:nvSpPr>
          <p:spPr>
            <a:xfrm>
              <a:off x="6083675" y="1881975"/>
              <a:ext cx="6300" cy="5775"/>
            </a:xfrm>
            <a:custGeom>
              <a:avLst/>
              <a:gdLst/>
              <a:ahLst/>
              <a:cxnLst/>
              <a:rect l="l" t="t" r="r" b="b"/>
              <a:pathLst>
                <a:path w="252" h="231" extrusionOk="0">
                  <a:moveTo>
                    <a:pt x="106" y="0"/>
                  </a:moveTo>
                  <a:cubicBezTo>
                    <a:pt x="72" y="0"/>
                    <a:pt x="38" y="25"/>
                    <a:pt x="23" y="70"/>
                  </a:cubicBezTo>
                  <a:cubicBezTo>
                    <a:pt x="0" y="115"/>
                    <a:pt x="23" y="184"/>
                    <a:pt x="69" y="207"/>
                  </a:cubicBezTo>
                  <a:cubicBezTo>
                    <a:pt x="93" y="223"/>
                    <a:pt x="115" y="230"/>
                    <a:pt x="134" y="230"/>
                  </a:cubicBezTo>
                  <a:cubicBezTo>
                    <a:pt x="170" y="230"/>
                    <a:pt x="199" y="205"/>
                    <a:pt x="229" y="161"/>
                  </a:cubicBezTo>
                  <a:cubicBezTo>
                    <a:pt x="252" y="115"/>
                    <a:pt x="229" y="47"/>
                    <a:pt x="160" y="24"/>
                  </a:cubicBezTo>
                  <a:cubicBezTo>
                    <a:pt x="144" y="8"/>
                    <a:pt x="125" y="0"/>
                    <a:pt x="1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5" name="Google Shape;4475;p24"/>
            <p:cNvSpPr/>
            <p:nvPr/>
          </p:nvSpPr>
          <p:spPr>
            <a:xfrm>
              <a:off x="6080250" y="1867825"/>
              <a:ext cx="7450" cy="6225"/>
            </a:xfrm>
            <a:custGeom>
              <a:avLst/>
              <a:gdLst/>
              <a:ahLst/>
              <a:cxnLst/>
              <a:rect l="l" t="t" r="r" b="b"/>
              <a:pathLst>
                <a:path w="298" h="249" extrusionOk="0">
                  <a:moveTo>
                    <a:pt x="147" y="1"/>
                  </a:moveTo>
                  <a:cubicBezTo>
                    <a:pt x="101" y="1"/>
                    <a:pt x="62" y="33"/>
                    <a:pt x="46" y="65"/>
                  </a:cubicBezTo>
                  <a:cubicBezTo>
                    <a:pt x="0" y="134"/>
                    <a:pt x="46" y="202"/>
                    <a:pt x="92" y="225"/>
                  </a:cubicBezTo>
                  <a:cubicBezTo>
                    <a:pt x="116" y="241"/>
                    <a:pt x="140" y="249"/>
                    <a:pt x="164" y="249"/>
                  </a:cubicBezTo>
                  <a:cubicBezTo>
                    <a:pt x="206" y="249"/>
                    <a:pt x="245" y="223"/>
                    <a:pt x="274" y="179"/>
                  </a:cubicBezTo>
                  <a:cubicBezTo>
                    <a:pt x="297" y="111"/>
                    <a:pt x="274" y="42"/>
                    <a:pt x="206" y="19"/>
                  </a:cubicBezTo>
                  <a:cubicBezTo>
                    <a:pt x="186" y="6"/>
                    <a:pt x="166"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6" name="Google Shape;4476;p24"/>
            <p:cNvSpPr/>
            <p:nvPr/>
          </p:nvSpPr>
          <p:spPr>
            <a:xfrm>
              <a:off x="5512475" y="1362275"/>
              <a:ext cx="10850" cy="9575"/>
            </a:xfrm>
            <a:custGeom>
              <a:avLst/>
              <a:gdLst/>
              <a:ahLst/>
              <a:cxnLst/>
              <a:rect l="l" t="t" r="r" b="b"/>
              <a:pathLst>
                <a:path w="434" h="383" extrusionOk="0">
                  <a:moveTo>
                    <a:pt x="220" y="0"/>
                  </a:moveTo>
                  <a:cubicBezTo>
                    <a:pt x="149" y="0"/>
                    <a:pt x="79" y="43"/>
                    <a:pt x="46" y="110"/>
                  </a:cubicBezTo>
                  <a:cubicBezTo>
                    <a:pt x="0" y="201"/>
                    <a:pt x="46" y="315"/>
                    <a:pt x="137" y="361"/>
                  </a:cubicBezTo>
                  <a:cubicBezTo>
                    <a:pt x="166" y="375"/>
                    <a:pt x="197" y="383"/>
                    <a:pt x="228" y="383"/>
                  </a:cubicBezTo>
                  <a:cubicBezTo>
                    <a:pt x="294" y="383"/>
                    <a:pt x="357" y="347"/>
                    <a:pt x="388" y="269"/>
                  </a:cubicBezTo>
                  <a:cubicBezTo>
                    <a:pt x="434" y="178"/>
                    <a:pt x="388" y="64"/>
                    <a:pt x="297" y="18"/>
                  </a:cubicBezTo>
                  <a:cubicBezTo>
                    <a:pt x="273"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7" name="Google Shape;4477;p24"/>
            <p:cNvSpPr/>
            <p:nvPr/>
          </p:nvSpPr>
          <p:spPr>
            <a:xfrm>
              <a:off x="5345850" y="1593050"/>
              <a:ext cx="10300" cy="8800"/>
            </a:xfrm>
            <a:custGeom>
              <a:avLst/>
              <a:gdLst/>
              <a:ahLst/>
              <a:cxnLst/>
              <a:rect l="l" t="t" r="r" b="b"/>
              <a:pathLst>
                <a:path w="412" h="352" extrusionOk="0">
                  <a:moveTo>
                    <a:pt x="230" y="0"/>
                  </a:moveTo>
                  <a:cubicBezTo>
                    <a:pt x="156" y="0"/>
                    <a:pt x="81" y="30"/>
                    <a:pt x="46" y="100"/>
                  </a:cubicBezTo>
                  <a:cubicBezTo>
                    <a:pt x="0" y="191"/>
                    <a:pt x="46" y="305"/>
                    <a:pt x="137" y="328"/>
                  </a:cubicBezTo>
                  <a:cubicBezTo>
                    <a:pt x="168" y="343"/>
                    <a:pt x="198" y="351"/>
                    <a:pt x="227" y="351"/>
                  </a:cubicBezTo>
                  <a:cubicBezTo>
                    <a:pt x="284" y="351"/>
                    <a:pt x="335" y="321"/>
                    <a:pt x="366" y="260"/>
                  </a:cubicBezTo>
                  <a:cubicBezTo>
                    <a:pt x="411" y="168"/>
                    <a:pt x="388" y="54"/>
                    <a:pt x="297" y="9"/>
                  </a:cubicBezTo>
                  <a:cubicBezTo>
                    <a:pt x="275" y="3"/>
                    <a:pt x="253"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8" name="Google Shape;4478;p24"/>
            <p:cNvSpPr/>
            <p:nvPr/>
          </p:nvSpPr>
          <p:spPr>
            <a:xfrm>
              <a:off x="5846850" y="1798800"/>
              <a:ext cx="11450" cy="9600"/>
            </a:xfrm>
            <a:custGeom>
              <a:avLst/>
              <a:gdLst/>
              <a:ahLst/>
              <a:cxnLst/>
              <a:rect l="l" t="t" r="r" b="b"/>
              <a:pathLst>
                <a:path w="458" h="384" extrusionOk="0">
                  <a:moveTo>
                    <a:pt x="240" y="1"/>
                  </a:moveTo>
                  <a:cubicBezTo>
                    <a:pt x="162" y="1"/>
                    <a:pt x="80" y="43"/>
                    <a:pt x="47" y="110"/>
                  </a:cubicBezTo>
                  <a:cubicBezTo>
                    <a:pt x="1" y="201"/>
                    <a:pt x="47" y="315"/>
                    <a:pt x="138" y="361"/>
                  </a:cubicBezTo>
                  <a:cubicBezTo>
                    <a:pt x="176" y="376"/>
                    <a:pt x="214" y="384"/>
                    <a:pt x="249" y="384"/>
                  </a:cubicBezTo>
                  <a:cubicBezTo>
                    <a:pt x="320" y="384"/>
                    <a:pt x="381" y="353"/>
                    <a:pt x="412" y="292"/>
                  </a:cubicBezTo>
                  <a:cubicBezTo>
                    <a:pt x="457" y="178"/>
                    <a:pt x="412" y="64"/>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9" name="Google Shape;4479;p24"/>
            <p:cNvSpPr/>
            <p:nvPr/>
          </p:nvSpPr>
          <p:spPr>
            <a:xfrm>
              <a:off x="5652275" y="1726550"/>
              <a:ext cx="6875" cy="6175"/>
            </a:xfrm>
            <a:custGeom>
              <a:avLst/>
              <a:gdLst/>
              <a:ahLst/>
              <a:cxnLst/>
              <a:rect l="l" t="t" r="r" b="b"/>
              <a:pathLst>
                <a:path w="275" h="247" extrusionOk="0">
                  <a:moveTo>
                    <a:pt x="151" y="1"/>
                  </a:moveTo>
                  <a:cubicBezTo>
                    <a:pt x="102" y="1"/>
                    <a:pt x="57" y="22"/>
                    <a:pt x="23" y="55"/>
                  </a:cubicBezTo>
                  <a:cubicBezTo>
                    <a:pt x="1" y="124"/>
                    <a:pt x="23" y="215"/>
                    <a:pt x="92" y="238"/>
                  </a:cubicBezTo>
                  <a:cubicBezTo>
                    <a:pt x="103" y="244"/>
                    <a:pt x="117" y="247"/>
                    <a:pt x="133" y="247"/>
                  </a:cubicBezTo>
                  <a:cubicBezTo>
                    <a:pt x="179" y="247"/>
                    <a:pt x="234" y="221"/>
                    <a:pt x="252" y="170"/>
                  </a:cubicBezTo>
                  <a:cubicBezTo>
                    <a:pt x="274" y="124"/>
                    <a:pt x="252" y="33"/>
                    <a:pt x="206" y="10"/>
                  </a:cubicBezTo>
                  <a:cubicBezTo>
                    <a:pt x="188" y="4"/>
                    <a:pt x="169"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0" name="Google Shape;4480;p24"/>
            <p:cNvSpPr/>
            <p:nvPr/>
          </p:nvSpPr>
          <p:spPr>
            <a:xfrm>
              <a:off x="5633450" y="1740600"/>
              <a:ext cx="12000" cy="10050"/>
            </a:xfrm>
            <a:custGeom>
              <a:avLst/>
              <a:gdLst/>
              <a:ahLst/>
              <a:cxnLst/>
              <a:rect l="l" t="t" r="r" b="b"/>
              <a:pathLst>
                <a:path w="480" h="402" extrusionOk="0">
                  <a:moveTo>
                    <a:pt x="243" y="0"/>
                  </a:moveTo>
                  <a:cubicBezTo>
                    <a:pt x="172" y="0"/>
                    <a:pt x="102" y="43"/>
                    <a:pt x="69" y="110"/>
                  </a:cubicBezTo>
                  <a:cubicBezTo>
                    <a:pt x="0" y="201"/>
                    <a:pt x="46" y="338"/>
                    <a:pt x="160" y="384"/>
                  </a:cubicBezTo>
                  <a:cubicBezTo>
                    <a:pt x="185" y="396"/>
                    <a:pt x="211" y="401"/>
                    <a:pt x="237" y="401"/>
                  </a:cubicBezTo>
                  <a:cubicBezTo>
                    <a:pt x="308" y="401"/>
                    <a:pt x="378" y="359"/>
                    <a:pt x="411" y="292"/>
                  </a:cubicBezTo>
                  <a:cubicBezTo>
                    <a:pt x="480" y="178"/>
                    <a:pt x="434" y="64"/>
                    <a:pt x="320" y="18"/>
                  </a:cubicBezTo>
                  <a:cubicBezTo>
                    <a:pt x="295" y="6"/>
                    <a:pt x="269" y="0"/>
                    <a:pt x="24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1" name="Google Shape;4481;p24"/>
            <p:cNvSpPr/>
            <p:nvPr/>
          </p:nvSpPr>
          <p:spPr>
            <a:xfrm>
              <a:off x="5787525" y="1397875"/>
              <a:ext cx="6850" cy="5600"/>
            </a:xfrm>
            <a:custGeom>
              <a:avLst/>
              <a:gdLst/>
              <a:ahLst/>
              <a:cxnLst/>
              <a:rect l="l" t="t" r="r" b="b"/>
              <a:pathLst>
                <a:path w="274" h="224" extrusionOk="0">
                  <a:moveTo>
                    <a:pt x="142" y="0"/>
                  </a:moveTo>
                  <a:cubicBezTo>
                    <a:pt x="102" y="0"/>
                    <a:pt x="56" y="22"/>
                    <a:pt x="23" y="55"/>
                  </a:cubicBezTo>
                  <a:cubicBezTo>
                    <a:pt x="0" y="124"/>
                    <a:pt x="23" y="192"/>
                    <a:pt x="91" y="215"/>
                  </a:cubicBezTo>
                  <a:cubicBezTo>
                    <a:pt x="104" y="221"/>
                    <a:pt x="118" y="224"/>
                    <a:pt x="132" y="224"/>
                  </a:cubicBezTo>
                  <a:cubicBezTo>
                    <a:pt x="172" y="224"/>
                    <a:pt x="218" y="203"/>
                    <a:pt x="251" y="169"/>
                  </a:cubicBezTo>
                  <a:cubicBezTo>
                    <a:pt x="274" y="101"/>
                    <a:pt x="251" y="32"/>
                    <a:pt x="183" y="9"/>
                  </a:cubicBezTo>
                  <a:cubicBezTo>
                    <a:pt x="170"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2" name="Google Shape;4482;p24"/>
            <p:cNvSpPr/>
            <p:nvPr/>
          </p:nvSpPr>
          <p:spPr>
            <a:xfrm>
              <a:off x="5448550" y="1407900"/>
              <a:ext cx="9725" cy="8475"/>
            </a:xfrm>
            <a:custGeom>
              <a:avLst/>
              <a:gdLst/>
              <a:ahLst/>
              <a:cxnLst/>
              <a:rect l="l" t="t" r="r" b="b"/>
              <a:pathLst>
                <a:path w="389" h="339" extrusionOk="0">
                  <a:moveTo>
                    <a:pt x="195" y="1"/>
                  </a:moveTo>
                  <a:cubicBezTo>
                    <a:pt x="127" y="1"/>
                    <a:pt x="63" y="38"/>
                    <a:pt x="47" y="88"/>
                  </a:cubicBezTo>
                  <a:cubicBezTo>
                    <a:pt x="1" y="179"/>
                    <a:pt x="24" y="293"/>
                    <a:pt x="115" y="316"/>
                  </a:cubicBezTo>
                  <a:cubicBezTo>
                    <a:pt x="145" y="331"/>
                    <a:pt x="176" y="339"/>
                    <a:pt x="205" y="339"/>
                  </a:cubicBezTo>
                  <a:cubicBezTo>
                    <a:pt x="262" y="339"/>
                    <a:pt x="313" y="308"/>
                    <a:pt x="343" y="248"/>
                  </a:cubicBezTo>
                  <a:cubicBezTo>
                    <a:pt x="389" y="156"/>
                    <a:pt x="343" y="65"/>
                    <a:pt x="275" y="19"/>
                  </a:cubicBezTo>
                  <a:cubicBezTo>
                    <a:pt x="249" y="7"/>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3" name="Google Shape;4483;p24"/>
            <p:cNvSpPr/>
            <p:nvPr/>
          </p:nvSpPr>
          <p:spPr>
            <a:xfrm>
              <a:off x="5371525" y="1557300"/>
              <a:ext cx="8000" cy="7100"/>
            </a:xfrm>
            <a:custGeom>
              <a:avLst/>
              <a:gdLst/>
              <a:ahLst/>
              <a:cxnLst/>
              <a:rect l="l" t="t" r="r" b="b"/>
              <a:pathLst>
                <a:path w="320" h="284" extrusionOk="0">
                  <a:moveTo>
                    <a:pt x="156" y="1"/>
                  </a:moveTo>
                  <a:cubicBezTo>
                    <a:pt x="107" y="1"/>
                    <a:pt x="61" y="31"/>
                    <a:pt x="46" y="92"/>
                  </a:cubicBezTo>
                  <a:cubicBezTo>
                    <a:pt x="0" y="160"/>
                    <a:pt x="23" y="229"/>
                    <a:pt x="115" y="275"/>
                  </a:cubicBezTo>
                  <a:cubicBezTo>
                    <a:pt x="132" y="280"/>
                    <a:pt x="149" y="283"/>
                    <a:pt x="166" y="283"/>
                  </a:cubicBezTo>
                  <a:cubicBezTo>
                    <a:pt x="216" y="283"/>
                    <a:pt x="263" y="257"/>
                    <a:pt x="297" y="206"/>
                  </a:cubicBezTo>
                  <a:cubicBezTo>
                    <a:pt x="320" y="138"/>
                    <a:pt x="297" y="46"/>
                    <a:pt x="229" y="23"/>
                  </a:cubicBezTo>
                  <a:cubicBezTo>
                    <a:pt x="206" y="8"/>
                    <a:pt x="181"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4" name="Google Shape;4484;p24"/>
            <p:cNvSpPr/>
            <p:nvPr/>
          </p:nvSpPr>
          <p:spPr>
            <a:xfrm>
              <a:off x="5711625" y="1884250"/>
              <a:ext cx="8575" cy="7100"/>
            </a:xfrm>
            <a:custGeom>
              <a:avLst/>
              <a:gdLst/>
              <a:ahLst/>
              <a:cxnLst/>
              <a:rect l="l" t="t" r="r" b="b"/>
              <a:pathLst>
                <a:path w="343" h="284" extrusionOk="0">
                  <a:moveTo>
                    <a:pt x="151" y="1"/>
                  </a:moveTo>
                  <a:cubicBezTo>
                    <a:pt x="104" y="1"/>
                    <a:pt x="61" y="26"/>
                    <a:pt x="46" y="70"/>
                  </a:cubicBezTo>
                  <a:cubicBezTo>
                    <a:pt x="0" y="161"/>
                    <a:pt x="46" y="230"/>
                    <a:pt x="114" y="275"/>
                  </a:cubicBezTo>
                  <a:cubicBezTo>
                    <a:pt x="132" y="281"/>
                    <a:pt x="150" y="284"/>
                    <a:pt x="169" y="284"/>
                  </a:cubicBezTo>
                  <a:cubicBezTo>
                    <a:pt x="224" y="284"/>
                    <a:pt x="280" y="258"/>
                    <a:pt x="297" y="207"/>
                  </a:cubicBezTo>
                  <a:cubicBezTo>
                    <a:pt x="343" y="138"/>
                    <a:pt x="297" y="47"/>
                    <a:pt x="229" y="24"/>
                  </a:cubicBezTo>
                  <a:cubicBezTo>
                    <a:pt x="204" y="8"/>
                    <a:pt x="177"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5" name="Google Shape;4485;p24"/>
            <p:cNvSpPr/>
            <p:nvPr/>
          </p:nvSpPr>
          <p:spPr>
            <a:xfrm>
              <a:off x="5778950" y="1384750"/>
              <a:ext cx="11450" cy="10400"/>
            </a:xfrm>
            <a:custGeom>
              <a:avLst/>
              <a:gdLst/>
              <a:ahLst/>
              <a:cxnLst/>
              <a:rect l="l" t="t" r="r" b="b"/>
              <a:pathLst>
                <a:path w="458" h="416" extrusionOk="0">
                  <a:moveTo>
                    <a:pt x="213" y="0"/>
                  </a:moveTo>
                  <a:cubicBezTo>
                    <a:pt x="140" y="0"/>
                    <a:pt x="77" y="46"/>
                    <a:pt x="46" y="124"/>
                  </a:cubicBezTo>
                  <a:cubicBezTo>
                    <a:pt x="1" y="215"/>
                    <a:pt x="24" y="352"/>
                    <a:pt x="138" y="397"/>
                  </a:cubicBezTo>
                  <a:cubicBezTo>
                    <a:pt x="162" y="410"/>
                    <a:pt x="190" y="415"/>
                    <a:pt x="218" y="415"/>
                  </a:cubicBezTo>
                  <a:cubicBezTo>
                    <a:pt x="296" y="415"/>
                    <a:pt x="378" y="373"/>
                    <a:pt x="412" y="306"/>
                  </a:cubicBezTo>
                  <a:cubicBezTo>
                    <a:pt x="457" y="192"/>
                    <a:pt x="412"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6" name="Google Shape;4486;p24"/>
            <p:cNvSpPr/>
            <p:nvPr/>
          </p:nvSpPr>
          <p:spPr>
            <a:xfrm>
              <a:off x="6199500" y="2208750"/>
              <a:ext cx="7450" cy="6425"/>
            </a:xfrm>
            <a:custGeom>
              <a:avLst/>
              <a:gdLst/>
              <a:ahLst/>
              <a:cxnLst/>
              <a:rect l="l" t="t" r="r" b="b"/>
              <a:pathLst>
                <a:path w="298" h="257" extrusionOk="0">
                  <a:moveTo>
                    <a:pt x="152" y="1"/>
                  </a:moveTo>
                  <a:cubicBezTo>
                    <a:pt x="97" y="1"/>
                    <a:pt x="41" y="26"/>
                    <a:pt x="24" y="78"/>
                  </a:cubicBezTo>
                  <a:cubicBezTo>
                    <a:pt x="1" y="123"/>
                    <a:pt x="24" y="215"/>
                    <a:pt x="92" y="237"/>
                  </a:cubicBezTo>
                  <a:cubicBezTo>
                    <a:pt x="112" y="251"/>
                    <a:pt x="132" y="256"/>
                    <a:pt x="151" y="256"/>
                  </a:cubicBezTo>
                  <a:cubicBezTo>
                    <a:pt x="197" y="256"/>
                    <a:pt x="236" y="224"/>
                    <a:pt x="252" y="192"/>
                  </a:cubicBezTo>
                  <a:cubicBezTo>
                    <a:pt x="298" y="123"/>
                    <a:pt x="275" y="32"/>
                    <a:pt x="206" y="9"/>
                  </a:cubicBezTo>
                  <a:cubicBezTo>
                    <a:pt x="189" y="3"/>
                    <a:pt x="171" y="1"/>
                    <a:pt x="1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7" name="Google Shape;4487;p24"/>
            <p:cNvSpPr/>
            <p:nvPr/>
          </p:nvSpPr>
          <p:spPr>
            <a:xfrm>
              <a:off x="5382375" y="1455150"/>
              <a:ext cx="7425" cy="6775"/>
            </a:xfrm>
            <a:custGeom>
              <a:avLst/>
              <a:gdLst/>
              <a:ahLst/>
              <a:cxnLst/>
              <a:rect l="l" t="t" r="r" b="b"/>
              <a:pathLst>
                <a:path w="297" h="271" extrusionOk="0">
                  <a:moveTo>
                    <a:pt x="128" y="0"/>
                  </a:moveTo>
                  <a:cubicBezTo>
                    <a:pt x="81" y="0"/>
                    <a:pt x="38" y="25"/>
                    <a:pt x="23" y="69"/>
                  </a:cubicBezTo>
                  <a:cubicBezTo>
                    <a:pt x="0" y="138"/>
                    <a:pt x="23" y="229"/>
                    <a:pt x="91" y="252"/>
                  </a:cubicBezTo>
                  <a:cubicBezTo>
                    <a:pt x="111" y="265"/>
                    <a:pt x="130" y="270"/>
                    <a:pt x="148" y="270"/>
                  </a:cubicBezTo>
                  <a:cubicBezTo>
                    <a:pt x="196" y="270"/>
                    <a:pt x="241" y="233"/>
                    <a:pt x="274" y="184"/>
                  </a:cubicBezTo>
                  <a:cubicBezTo>
                    <a:pt x="297" y="138"/>
                    <a:pt x="274" y="47"/>
                    <a:pt x="206" y="24"/>
                  </a:cubicBezTo>
                  <a:cubicBezTo>
                    <a:pt x="181" y="8"/>
                    <a:pt x="154" y="0"/>
                    <a:pt x="12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8" name="Google Shape;4488;p24"/>
            <p:cNvSpPr/>
            <p:nvPr/>
          </p:nvSpPr>
          <p:spPr>
            <a:xfrm>
              <a:off x="5525025" y="1479125"/>
              <a:ext cx="9150" cy="8225"/>
            </a:xfrm>
            <a:custGeom>
              <a:avLst/>
              <a:gdLst/>
              <a:ahLst/>
              <a:cxnLst/>
              <a:rect l="l" t="t" r="r" b="b"/>
              <a:pathLst>
                <a:path w="366" h="329" extrusionOk="0">
                  <a:moveTo>
                    <a:pt x="172" y="1"/>
                  </a:moveTo>
                  <a:cubicBezTo>
                    <a:pt x="115" y="1"/>
                    <a:pt x="54" y="31"/>
                    <a:pt x="23" y="92"/>
                  </a:cubicBezTo>
                  <a:cubicBezTo>
                    <a:pt x="0" y="183"/>
                    <a:pt x="23" y="274"/>
                    <a:pt x="115" y="320"/>
                  </a:cubicBezTo>
                  <a:cubicBezTo>
                    <a:pt x="131" y="326"/>
                    <a:pt x="149" y="328"/>
                    <a:pt x="169" y="328"/>
                  </a:cubicBezTo>
                  <a:cubicBezTo>
                    <a:pt x="233" y="328"/>
                    <a:pt x="308" y="299"/>
                    <a:pt x="343" y="229"/>
                  </a:cubicBezTo>
                  <a:cubicBezTo>
                    <a:pt x="366" y="160"/>
                    <a:pt x="343" y="46"/>
                    <a:pt x="252" y="23"/>
                  </a:cubicBezTo>
                  <a:cubicBezTo>
                    <a:pt x="229"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9" name="Google Shape;4489;p24"/>
            <p:cNvSpPr/>
            <p:nvPr/>
          </p:nvSpPr>
          <p:spPr>
            <a:xfrm>
              <a:off x="5456550" y="1496025"/>
              <a:ext cx="7450" cy="6175"/>
            </a:xfrm>
            <a:custGeom>
              <a:avLst/>
              <a:gdLst/>
              <a:ahLst/>
              <a:cxnLst/>
              <a:rect l="l" t="t" r="r" b="b"/>
              <a:pathLst>
                <a:path w="298" h="247" extrusionOk="0">
                  <a:moveTo>
                    <a:pt x="155" y="1"/>
                  </a:moveTo>
                  <a:cubicBezTo>
                    <a:pt x="106" y="1"/>
                    <a:pt x="63" y="26"/>
                    <a:pt x="46" y="78"/>
                  </a:cubicBezTo>
                  <a:cubicBezTo>
                    <a:pt x="0" y="123"/>
                    <a:pt x="46" y="192"/>
                    <a:pt x="92" y="238"/>
                  </a:cubicBezTo>
                  <a:cubicBezTo>
                    <a:pt x="109" y="243"/>
                    <a:pt x="126" y="246"/>
                    <a:pt x="143" y="246"/>
                  </a:cubicBezTo>
                  <a:cubicBezTo>
                    <a:pt x="193" y="246"/>
                    <a:pt x="240" y="220"/>
                    <a:pt x="274" y="169"/>
                  </a:cubicBezTo>
                  <a:cubicBezTo>
                    <a:pt x="297" y="123"/>
                    <a:pt x="274" y="32"/>
                    <a:pt x="206" y="9"/>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0" name="Google Shape;4490;p24"/>
            <p:cNvSpPr/>
            <p:nvPr/>
          </p:nvSpPr>
          <p:spPr>
            <a:xfrm>
              <a:off x="6972725" y="1992475"/>
              <a:ext cx="6875" cy="5600"/>
            </a:xfrm>
            <a:custGeom>
              <a:avLst/>
              <a:gdLst/>
              <a:ahLst/>
              <a:cxnLst/>
              <a:rect l="l" t="t" r="r" b="b"/>
              <a:pathLst>
                <a:path w="275" h="224" extrusionOk="0">
                  <a:moveTo>
                    <a:pt x="129" y="0"/>
                  </a:moveTo>
                  <a:cubicBezTo>
                    <a:pt x="81" y="0"/>
                    <a:pt x="40" y="22"/>
                    <a:pt x="23" y="55"/>
                  </a:cubicBezTo>
                  <a:cubicBezTo>
                    <a:pt x="0" y="123"/>
                    <a:pt x="23" y="192"/>
                    <a:pt x="69" y="215"/>
                  </a:cubicBezTo>
                  <a:cubicBezTo>
                    <a:pt x="87" y="221"/>
                    <a:pt x="105" y="224"/>
                    <a:pt x="123" y="224"/>
                  </a:cubicBezTo>
                  <a:cubicBezTo>
                    <a:pt x="171" y="224"/>
                    <a:pt x="212" y="203"/>
                    <a:pt x="229" y="169"/>
                  </a:cubicBezTo>
                  <a:cubicBezTo>
                    <a:pt x="274" y="101"/>
                    <a:pt x="251" y="32"/>
                    <a:pt x="183" y="9"/>
                  </a:cubicBezTo>
                  <a:cubicBezTo>
                    <a:pt x="165" y="3"/>
                    <a:pt x="146"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1" name="Google Shape;4491;p24"/>
            <p:cNvSpPr/>
            <p:nvPr/>
          </p:nvSpPr>
          <p:spPr>
            <a:xfrm>
              <a:off x="6098500" y="1334300"/>
              <a:ext cx="10300" cy="8925"/>
            </a:xfrm>
            <a:custGeom>
              <a:avLst/>
              <a:gdLst/>
              <a:ahLst/>
              <a:cxnLst/>
              <a:rect l="l" t="t" r="r" b="b"/>
              <a:pathLst>
                <a:path w="412" h="357" extrusionOk="0">
                  <a:moveTo>
                    <a:pt x="202" y="1"/>
                  </a:moveTo>
                  <a:cubicBezTo>
                    <a:pt x="138" y="1"/>
                    <a:pt x="80" y="43"/>
                    <a:pt x="47" y="110"/>
                  </a:cubicBezTo>
                  <a:cubicBezTo>
                    <a:pt x="1" y="179"/>
                    <a:pt x="47" y="293"/>
                    <a:pt x="138" y="338"/>
                  </a:cubicBezTo>
                  <a:cubicBezTo>
                    <a:pt x="156" y="351"/>
                    <a:pt x="178" y="356"/>
                    <a:pt x="201" y="356"/>
                  </a:cubicBezTo>
                  <a:cubicBezTo>
                    <a:pt x="263" y="356"/>
                    <a:pt x="333" y="314"/>
                    <a:pt x="366" y="247"/>
                  </a:cubicBezTo>
                  <a:cubicBezTo>
                    <a:pt x="412" y="179"/>
                    <a:pt x="366" y="64"/>
                    <a:pt x="275" y="19"/>
                  </a:cubicBezTo>
                  <a:cubicBezTo>
                    <a:pt x="250" y="7"/>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2" name="Google Shape;4492;p24"/>
            <p:cNvSpPr/>
            <p:nvPr/>
          </p:nvSpPr>
          <p:spPr>
            <a:xfrm>
              <a:off x="5459975" y="1611075"/>
              <a:ext cx="10875" cy="9475"/>
            </a:xfrm>
            <a:custGeom>
              <a:avLst/>
              <a:gdLst/>
              <a:ahLst/>
              <a:cxnLst/>
              <a:rect l="l" t="t" r="r" b="b"/>
              <a:pathLst>
                <a:path w="435" h="379" extrusionOk="0">
                  <a:moveTo>
                    <a:pt x="221" y="0"/>
                  </a:moveTo>
                  <a:cubicBezTo>
                    <a:pt x="150" y="0"/>
                    <a:pt x="79" y="43"/>
                    <a:pt x="46" y="109"/>
                  </a:cubicBezTo>
                  <a:cubicBezTo>
                    <a:pt x="0" y="201"/>
                    <a:pt x="46" y="315"/>
                    <a:pt x="137" y="360"/>
                  </a:cubicBezTo>
                  <a:cubicBezTo>
                    <a:pt x="162" y="373"/>
                    <a:pt x="188" y="378"/>
                    <a:pt x="214" y="378"/>
                  </a:cubicBezTo>
                  <a:cubicBezTo>
                    <a:pt x="285" y="378"/>
                    <a:pt x="355" y="336"/>
                    <a:pt x="388" y="269"/>
                  </a:cubicBezTo>
                  <a:cubicBezTo>
                    <a:pt x="434" y="178"/>
                    <a:pt x="388"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3" name="Google Shape;4493;p24"/>
            <p:cNvSpPr/>
            <p:nvPr/>
          </p:nvSpPr>
          <p:spPr>
            <a:xfrm>
              <a:off x="6440325" y="1172475"/>
              <a:ext cx="6875" cy="5975"/>
            </a:xfrm>
            <a:custGeom>
              <a:avLst/>
              <a:gdLst/>
              <a:ahLst/>
              <a:cxnLst/>
              <a:rect l="l" t="t" r="r" b="b"/>
              <a:pathLst>
                <a:path w="275" h="239" extrusionOk="0">
                  <a:moveTo>
                    <a:pt x="142" y="0"/>
                  </a:moveTo>
                  <a:cubicBezTo>
                    <a:pt x="102" y="0"/>
                    <a:pt x="56" y="22"/>
                    <a:pt x="23" y="55"/>
                  </a:cubicBezTo>
                  <a:cubicBezTo>
                    <a:pt x="0" y="124"/>
                    <a:pt x="23" y="192"/>
                    <a:pt x="92" y="215"/>
                  </a:cubicBezTo>
                  <a:cubicBezTo>
                    <a:pt x="108" y="231"/>
                    <a:pt x="127" y="239"/>
                    <a:pt x="147" y="239"/>
                  </a:cubicBezTo>
                  <a:cubicBezTo>
                    <a:pt x="183" y="239"/>
                    <a:pt x="222" y="213"/>
                    <a:pt x="251" y="169"/>
                  </a:cubicBezTo>
                  <a:cubicBezTo>
                    <a:pt x="274" y="101"/>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4" name="Google Shape;4494;p24"/>
            <p:cNvSpPr/>
            <p:nvPr/>
          </p:nvSpPr>
          <p:spPr>
            <a:xfrm>
              <a:off x="5753850" y="2000125"/>
              <a:ext cx="10875" cy="9125"/>
            </a:xfrm>
            <a:custGeom>
              <a:avLst/>
              <a:gdLst/>
              <a:ahLst/>
              <a:cxnLst/>
              <a:rect l="l" t="t" r="r" b="b"/>
              <a:pathLst>
                <a:path w="435" h="365" extrusionOk="0">
                  <a:moveTo>
                    <a:pt x="202" y="0"/>
                  </a:moveTo>
                  <a:cubicBezTo>
                    <a:pt x="137" y="0"/>
                    <a:pt x="76" y="30"/>
                    <a:pt x="46" y="91"/>
                  </a:cubicBezTo>
                  <a:cubicBezTo>
                    <a:pt x="0" y="183"/>
                    <a:pt x="46" y="297"/>
                    <a:pt x="137" y="342"/>
                  </a:cubicBezTo>
                  <a:cubicBezTo>
                    <a:pt x="166" y="357"/>
                    <a:pt x="197" y="364"/>
                    <a:pt x="228" y="364"/>
                  </a:cubicBezTo>
                  <a:cubicBezTo>
                    <a:pt x="294" y="364"/>
                    <a:pt x="357" y="329"/>
                    <a:pt x="388" y="251"/>
                  </a:cubicBezTo>
                  <a:cubicBezTo>
                    <a:pt x="434" y="160"/>
                    <a:pt x="388" y="69"/>
                    <a:pt x="297" y="23"/>
                  </a:cubicBezTo>
                  <a:cubicBezTo>
                    <a:pt x="267" y="8"/>
                    <a:pt x="234" y="0"/>
                    <a:pt x="20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5" name="Google Shape;4495;p24"/>
            <p:cNvSpPr/>
            <p:nvPr/>
          </p:nvSpPr>
          <p:spPr>
            <a:xfrm>
              <a:off x="5555275" y="1919775"/>
              <a:ext cx="9725" cy="6750"/>
            </a:xfrm>
            <a:custGeom>
              <a:avLst/>
              <a:gdLst/>
              <a:ahLst/>
              <a:cxnLst/>
              <a:rect l="l" t="t" r="r" b="b"/>
              <a:pathLst>
                <a:path w="389" h="270" extrusionOk="0">
                  <a:moveTo>
                    <a:pt x="175" y="1"/>
                  </a:moveTo>
                  <a:cubicBezTo>
                    <a:pt x="104" y="1"/>
                    <a:pt x="34" y="43"/>
                    <a:pt x="0" y="110"/>
                  </a:cubicBezTo>
                  <a:lnTo>
                    <a:pt x="343" y="270"/>
                  </a:lnTo>
                  <a:cubicBezTo>
                    <a:pt x="388" y="178"/>
                    <a:pt x="343" y="64"/>
                    <a:pt x="251" y="19"/>
                  </a:cubicBezTo>
                  <a:cubicBezTo>
                    <a:pt x="227" y="6"/>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6" name="Google Shape;4496;p24"/>
            <p:cNvSpPr/>
            <p:nvPr/>
          </p:nvSpPr>
          <p:spPr>
            <a:xfrm>
              <a:off x="5732175" y="1999525"/>
              <a:ext cx="6300" cy="4600"/>
            </a:xfrm>
            <a:custGeom>
              <a:avLst/>
              <a:gdLst/>
              <a:ahLst/>
              <a:cxnLst/>
              <a:rect l="l" t="t" r="r" b="b"/>
              <a:pathLst>
                <a:path w="252" h="184" extrusionOk="0">
                  <a:moveTo>
                    <a:pt x="99" y="0"/>
                  </a:moveTo>
                  <a:cubicBezTo>
                    <a:pt x="58" y="0"/>
                    <a:pt x="15" y="25"/>
                    <a:pt x="0" y="70"/>
                  </a:cubicBezTo>
                  <a:lnTo>
                    <a:pt x="228" y="184"/>
                  </a:lnTo>
                  <a:cubicBezTo>
                    <a:pt x="251" y="115"/>
                    <a:pt x="228" y="47"/>
                    <a:pt x="160" y="24"/>
                  </a:cubicBezTo>
                  <a:cubicBezTo>
                    <a:pt x="144" y="8"/>
                    <a:pt x="122" y="0"/>
                    <a:pt x="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7" name="Google Shape;4497;p24"/>
            <p:cNvSpPr/>
            <p:nvPr/>
          </p:nvSpPr>
          <p:spPr>
            <a:xfrm>
              <a:off x="5594650" y="1920000"/>
              <a:ext cx="6300" cy="5600"/>
            </a:xfrm>
            <a:custGeom>
              <a:avLst/>
              <a:gdLst/>
              <a:ahLst/>
              <a:cxnLst/>
              <a:rect l="l" t="t" r="r" b="b"/>
              <a:pathLst>
                <a:path w="252" h="224" extrusionOk="0">
                  <a:moveTo>
                    <a:pt x="129" y="1"/>
                  </a:moveTo>
                  <a:cubicBezTo>
                    <a:pt x="81" y="1"/>
                    <a:pt x="40" y="22"/>
                    <a:pt x="23" y="55"/>
                  </a:cubicBezTo>
                  <a:cubicBezTo>
                    <a:pt x="0" y="101"/>
                    <a:pt x="23" y="169"/>
                    <a:pt x="69" y="215"/>
                  </a:cubicBezTo>
                  <a:cubicBezTo>
                    <a:pt x="86" y="221"/>
                    <a:pt x="103" y="224"/>
                    <a:pt x="119" y="224"/>
                  </a:cubicBezTo>
                  <a:cubicBezTo>
                    <a:pt x="168" y="224"/>
                    <a:pt x="211" y="198"/>
                    <a:pt x="228" y="146"/>
                  </a:cubicBezTo>
                  <a:cubicBezTo>
                    <a:pt x="251" y="101"/>
                    <a:pt x="228" y="32"/>
                    <a:pt x="183" y="10"/>
                  </a:cubicBezTo>
                  <a:cubicBezTo>
                    <a:pt x="164" y="3"/>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8" name="Google Shape;4498;p24"/>
            <p:cNvSpPr/>
            <p:nvPr/>
          </p:nvSpPr>
          <p:spPr>
            <a:xfrm>
              <a:off x="5470825" y="1831575"/>
              <a:ext cx="8000" cy="6975"/>
            </a:xfrm>
            <a:custGeom>
              <a:avLst/>
              <a:gdLst/>
              <a:ahLst/>
              <a:cxnLst/>
              <a:rect l="l" t="t" r="r" b="b"/>
              <a:pathLst>
                <a:path w="320" h="279" extrusionOk="0">
                  <a:moveTo>
                    <a:pt x="164" y="0"/>
                  </a:moveTo>
                  <a:cubicBezTo>
                    <a:pt x="118" y="0"/>
                    <a:pt x="63" y="26"/>
                    <a:pt x="46" y="77"/>
                  </a:cubicBezTo>
                  <a:cubicBezTo>
                    <a:pt x="0" y="146"/>
                    <a:pt x="23" y="237"/>
                    <a:pt x="91" y="260"/>
                  </a:cubicBezTo>
                  <a:cubicBezTo>
                    <a:pt x="110" y="272"/>
                    <a:pt x="131" y="278"/>
                    <a:pt x="152" y="278"/>
                  </a:cubicBezTo>
                  <a:cubicBezTo>
                    <a:pt x="205" y="278"/>
                    <a:pt x="258" y="241"/>
                    <a:pt x="274" y="191"/>
                  </a:cubicBezTo>
                  <a:cubicBezTo>
                    <a:pt x="320" y="123"/>
                    <a:pt x="274" y="54"/>
                    <a:pt x="205" y="9"/>
                  </a:cubicBezTo>
                  <a:cubicBezTo>
                    <a:pt x="194" y="3"/>
                    <a:pt x="180" y="0"/>
                    <a:pt x="16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9" name="Google Shape;4499;p24"/>
            <p:cNvSpPr/>
            <p:nvPr/>
          </p:nvSpPr>
          <p:spPr>
            <a:xfrm>
              <a:off x="5824025" y="2025000"/>
              <a:ext cx="6300" cy="5600"/>
            </a:xfrm>
            <a:custGeom>
              <a:avLst/>
              <a:gdLst/>
              <a:ahLst/>
              <a:cxnLst/>
              <a:rect l="l" t="t" r="r" b="b"/>
              <a:pathLst>
                <a:path w="252" h="224" extrusionOk="0">
                  <a:moveTo>
                    <a:pt x="129" y="0"/>
                  </a:moveTo>
                  <a:cubicBezTo>
                    <a:pt x="82" y="0"/>
                    <a:pt x="40" y="22"/>
                    <a:pt x="24" y="55"/>
                  </a:cubicBezTo>
                  <a:cubicBezTo>
                    <a:pt x="1" y="123"/>
                    <a:pt x="24" y="192"/>
                    <a:pt x="69" y="215"/>
                  </a:cubicBezTo>
                  <a:cubicBezTo>
                    <a:pt x="88" y="221"/>
                    <a:pt x="106" y="224"/>
                    <a:pt x="124" y="224"/>
                  </a:cubicBezTo>
                  <a:cubicBezTo>
                    <a:pt x="171" y="224"/>
                    <a:pt x="212" y="203"/>
                    <a:pt x="229" y="169"/>
                  </a:cubicBezTo>
                  <a:cubicBezTo>
                    <a:pt x="252" y="101"/>
                    <a:pt x="229" y="32"/>
                    <a:pt x="184"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0" name="Google Shape;4500;p24"/>
            <p:cNvSpPr/>
            <p:nvPr/>
          </p:nvSpPr>
          <p:spPr>
            <a:xfrm>
              <a:off x="5483375" y="1880975"/>
              <a:ext cx="8000" cy="5600"/>
            </a:xfrm>
            <a:custGeom>
              <a:avLst/>
              <a:gdLst/>
              <a:ahLst/>
              <a:cxnLst/>
              <a:rect l="l" t="t" r="r" b="b"/>
              <a:pathLst>
                <a:path w="320" h="224" extrusionOk="0">
                  <a:moveTo>
                    <a:pt x="153" y="0"/>
                  </a:moveTo>
                  <a:cubicBezTo>
                    <a:pt x="90" y="0"/>
                    <a:pt x="33" y="38"/>
                    <a:pt x="0" y="87"/>
                  </a:cubicBezTo>
                  <a:lnTo>
                    <a:pt x="297" y="224"/>
                  </a:lnTo>
                  <a:cubicBezTo>
                    <a:pt x="320" y="155"/>
                    <a:pt x="297" y="64"/>
                    <a:pt x="228" y="18"/>
                  </a:cubicBezTo>
                  <a:cubicBezTo>
                    <a:pt x="203" y="6"/>
                    <a:pt x="177" y="0"/>
                    <a:pt x="15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1" name="Google Shape;4501;p24"/>
            <p:cNvSpPr/>
            <p:nvPr/>
          </p:nvSpPr>
          <p:spPr>
            <a:xfrm>
              <a:off x="5531300" y="1895800"/>
              <a:ext cx="9725" cy="6750"/>
            </a:xfrm>
            <a:custGeom>
              <a:avLst/>
              <a:gdLst/>
              <a:ahLst/>
              <a:cxnLst/>
              <a:rect l="l" t="t" r="r" b="b"/>
              <a:pathLst>
                <a:path w="389" h="270" extrusionOk="0">
                  <a:moveTo>
                    <a:pt x="175" y="1"/>
                  </a:moveTo>
                  <a:cubicBezTo>
                    <a:pt x="104" y="1"/>
                    <a:pt x="34" y="43"/>
                    <a:pt x="1" y="110"/>
                  </a:cubicBezTo>
                  <a:lnTo>
                    <a:pt x="343" y="270"/>
                  </a:lnTo>
                  <a:cubicBezTo>
                    <a:pt x="389" y="179"/>
                    <a:pt x="343" y="65"/>
                    <a:pt x="252" y="19"/>
                  </a:cubicBezTo>
                  <a:cubicBezTo>
                    <a:pt x="227" y="7"/>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2" name="Google Shape;4502;p24"/>
            <p:cNvSpPr/>
            <p:nvPr/>
          </p:nvSpPr>
          <p:spPr>
            <a:xfrm>
              <a:off x="5545000" y="1905175"/>
              <a:ext cx="8000" cy="5375"/>
            </a:xfrm>
            <a:custGeom>
              <a:avLst/>
              <a:gdLst/>
              <a:ahLst/>
              <a:cxnLst/>
              <a:rect l="l" t="t" r="r" b="b"/>
              <a:pathLst>
                <a:path w="320" h="215" extrusionOk="0">
                  <a:moveTo>
                    <a:pt x="151" y="0"/>
                  </a:moveTo>
                  <a:cubicBezTo>
                    <a:pt x="95" y="0"/>
                    <a:pt x="35" y="26"/>
                    <a:pt x="0" y="78"/>
                  </a:cubicBezTo>
                  <a:lnTo>
                    <a:pt x="274" y="214"/>
                  </a:lnTo>
                  <a:cubicBezTo>
                    <a:pt x="320" y="146"/>
                    <a:pt x="274" y="55"/>
                    <a:pt x="206" y="9"/>
                  </a:cubicBezTo>
                  <a:cubicBezTo>
                    <a:pt x="189" y="3"/>
                    <a:pt x="170" y="0"/>
                    <a:pt x="15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3" name="Google Shape;4503;p24"/>
            <p:cNvSpPr/>
            <p:nvPr/>
          </p:nvSpPr>
          <p:spPr>
            <a:xfrm>
              <a:off x="5637450" y="1849250"/>
              <a:ext cx="8000" cy="7300"/>
            </a:xfrm>
            <a:custGeom>
              <a:avLst/>
              <a:gdLst/>
              <a:ahLst/>
              <a:cxnLst/>
              <a:rect l="l" t="t" r="r" b="b"/>
              <a:pathLst>
                <a:path w="320" h="292" extrusionOk="0">
                  <a:moveTo>
                    <a:pt x="174" y="1"/>
                  </a:moveTo>
                  <a:cubicBezTo>
                    <a:pt x="118" y="1"/>
                    <a:pt x="63" y="26"/>
                    <a:pt x="46" y="78"/>
                  </a:cubicBezTo>
                  <a:cubicBezTo>
                    <a:pt x="0" y="146"/>
                    <a:pt x="23" y="237"/>
                    <a:pt x="91" y="283"/>
                  </a:cubicBezTo>
                  <a:cubicBezTo>
                    <a:pt x="114" y="289"/>
                    <a:pt x="136" y="292"/>
                    <a:pt x="156" y="292"/>
                  </a:cubicBezTo>
                  <a:cubicBezTo>
                    <a:pt x="215" y="292"/>
                    <a:pt x="263" y="266"/>
                    <a:pt x="297" y="215"/>
                  </a:cubicBezTo>
                  <a:cubicBezTo>
                    <a:pt x="320" y="146"/>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4" name="Google Shape;4504;p24"/>
            <p:cNvSpPr/>
            <p:nvPr/>
          </p:nvSpPr>
          <p:spPr>
            <a:xfrm>
              <a:off x="5412050" y="1658300"/>
              <a:ext cx="9150" cy="7900"/>
            </a:xfrm>
            <a:custGeom>
              <a:avLst/>
              <a:gdLst/>
              <a:ahLst/>
              <a:cxnLst/>
              <a:rect l="l" t="t" r="r" b="b"/>
              <a:pathLst>
                <a:path w="366" h="316" extrusionOk="0">
                  <a:moveTo>
                    <a:pt x="184" y="1"/>
                  </a:moveTo>
                  <a:cubicBezTo>
                    <a:pt x="127" y="1"/>
                    <a:pt x="76" y="31"/>
                    <a:pt x="46" y="92"/>
                  </a:cubicBezTo>
                  <a:cubicBezTo>
                    <a:pt x="0" y="160"/>
                    <a:pt x="46" y="275"/>
                    <a:pt x="114" y="297"/>
                  </a:cubicBezTo>
                  <a:cubicBezTo>
                    <a:pt x="140" y="310"/>
                    <a:pt x="165" y="316"/>
                    <a:pt x="190" y="316"/>
                  </a:cubicBezTo>
                  <a:cubicBezTo>
                    <a:pt x="253" y="316"/>
                    <a:pt x="310" y="278"/>
                    <a:pt x="342" y="229"/>
                  </a:cubicBezTo>
                  <a:cubicBezTo>
                    <a:pt x="365" y="160"/>
                    <a:pt x="342" y="46"/>
                    <a:pt x="274" y="24"/>
                  </a:cubicBezTo>
                  <a:cubicBezTo>
                    <a:pt x="244" y="8"/>
                    <a:pt x="213"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5" name="Google Shape;4505;p24"/>
            <p:cNvSpPr/>
            <p:nvPr/>
          </p:nvSpPr>
          <p:spPr>
            <a:xfrm>
              <a:off x="5729875" y="1918300"/>
              <a:ext cx="6875" cy="6150"/>
            </a:xfrm>
            <a:custGeom>
              <a:avLst/>
              <a:gdLst/>
              <a:ahLst/>
              <a:cxnLst/>
              <a:rect l="l" t="t" r="r" b="b"/>
              <a:pathLst>
                <a:path w="275" h="246" extrusionOk="0">
                  <a:moveTo>
                    <a:pt x="139" y="0"/>
                  </a:moveTo>
                  <a:cubicBezTo>
                    <a:pt x="94" y="0"/>
                    <a:pt x="40" y="21"/>
                    <a:pt x="24" y="55"/>
                  </a:cubicBezTo>
                  <a:cubicBezTo>
                    <a:pt x="1" y="123"/>
                    <a:pt x="24" y="192"/>
                    <a:pt x="92" y="237"/>
                  </a:cubicBezTo>
                  <a:cubicBezTo>
                    <a:pt x="103" y="243"/>
                    <a:pt x="116" y="246"/>
                    <a:pt x="130" y="246"/>
                  </a:cubicBezTo>
                  <a:cubicBezTo>
                    <a:pt x="171" y="246"/>
                    <a:pt x="218" y="220"/>
                    <a:pt x="252" y="169"/>
                  </a:cubicBezTo>
                  <a:cubicBezTo>
                    <a:pt x="275" y="100"/>
                    <a:pt x="252" y="32"/>
                    <a:pt x="183" y="9"/>
                  </a:cubicBezTo>
                  <a:cubicBezTo>
                    <a:pt x="171" y="3"/>
                    <a:pt x="156" y="0"/>
                    <a:pt x="13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6" name="Google Shape;4506;p24"/>
            <p:cNvSpPr/>
            <p:nvPr/>
          </p:nvSpPr>
          <p:spPr>
            <a:xfrm>
              <a:off x="6047150" y="1980500"/>
              <a:ext cx="6300" cy="5600"/>
            </a:xfrm>
            <a:custGeom>
              <a:avLst/>
              <a:gdLst/>
              <a:ahLst/>
              <a:cxnLst/>
              <a:rect l="l" t="t" r="r" b="b"/>
              <a:pathLst>
                <a:path w="252" h="224" extrusionOk="0">
                  <a:moveTo>
                    <a:pt x="129" y="0"/>
                  </a:moveTo>
                  <a:cubicBezTo>
                    <a:pt x="81" y="0"/>
                    <a:pt x="40" y="21"/>
                    <a:pt x="23" y="55"/>
                  </a:cubicBezTo>
                  <a:cubicBezTo>
                    <a:pt x="1" y="123"/>
                    <a:pt x="23" y="192"/>
                    <a:pt x="69" y="214"/>
                  </a:cubicBezTo>
                  <a:cubicBezTo>
                    <a:pt x="87" y="221"/>
                    <a:pt x="106" y="223"/>
                    <a:pt x="123" y="223"/>
                  </a:cubicBezTo>
                  <a:cubicBezTo>
                    <a:pt x="171" y="223"/>
                    <a:pt x="212" y="202"/>
                    <a:pt x="229" y="169"/>
                  </a:cubicBezTo>
                  <a:cubicBezTo>
                    <a:pt x="252" y="100"/>
                    <a:pt x="229" y="32"/>
                    <a:pt x="183"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7" name="Google Shape;4507;p24"/>
            <p:cNvSpPr/>
            <p:nvPr/>
          </p:nvSpPr>
          <p:spPr>
            <a:xfrm>
              <a:off x="5610050" y="1857575"/>
              <a:ext cx="8575" cy="7550"/>
            </a:xfrm>
            <a:custGeom>
              <a:avLst/>
              <a:gdLst/>
              <a:ahLst/>
              <a:cxnLst/>
              <a:rect l="l" t="t" r="r" b="b"/>
              <a:pathLst>
                <a:path w="343" h="302" extrusionOk="0">
                  <a:moveTo>
                    <a:pt x="167" y="0"/>
                  </a:moveTo>
                  <a:cubicBezTo>
                    <a:pt x="113" y="0"/>
                    <a:pt x="56" y="38"/>
                    <a:pt x="23" y="87"/>
                  </a:cubicBezTo>
                  <a:cubicBezTo>
                    <a:pt x="0" y="156"/>
                    <a:pt x="23" y="247"/>
                    <a:pt x="92" y="292"/>
                  </a:cubicBezTo>
                  <a:cubicBezTo>
                    <a:pt x="115" y="298"/>
                    <a:pt x="136" y="301"/>
                    <a:pt x="156" y="301"/>
                  </a:cubicBezTo>
                  <a:cubicBezTo>
                    <a:pt x="216" y="301"/>
                    <a:pt x="263" y="275"/>
                    <a:pt x="297" y="224"/>
                  </a:cubicBezTo>
                  <a:cubicBezTo>
                    <a:pt x="343" y="133"/>
                    <a:pt x="297" y="41"/>
                    <a:pt x="229" y="19"/>
                  </a:cubicBezTo>
                  <a:cubicBezTo>
                    <a:pt x="210" y="6"/>
                    <a:pt x="189"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8" name="Google Shape;4508;p24"/>
            <p:cNvSpPr/>
            <p:nvPr/>
          </p:nvSpPr>
          <p:spPr>
            <a:xfrm>
              <a:off x="5524450" y="1897975"/>
              <a:ext cx="9150" cy="6300"/>
            </a:xfrm>
            <a:custGeom>
              <a:avLst/>
              <a:gdLst/>
              <a:ahLst/>
              <a:cxnLst/>
              <a:rect l="l" t="t" r="r" b="b"/>
              <a:pathLst>
                <a:path w="366" h="252" extrusionOk="0">
                  <a:moveTo>
                    <a:pt x="134" y="0"/>
                  </a:moveTo>
                  <a:cubicBezTo>
                    <a:pt x="72" y="0"/>
                    <a:pt x="16" y="31"/>
                    <a:pt x="1" y="92"/>
                  </a:cubicBezTo>
                  <a:lnTo>
                    <a:pt x="320" y="251"/>
                  </a:lnTo>
                  <a:cubicBezTo>
                    <a:pt x="366" y="160"/>
                    <a:pt x="320" y="46"/>
                    <a:pt x="229" y="23"/>
                  </a:cubicBezTo>
                  <a:cubicBezTo>
                    <a:pt x="198" y="8"/>
                    <a:pt x="165"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9" name="Google Shape;4509;p24"/>
            <p:cNvSpPr/>
            <p:nvPr/>
          </p:nvSpPr>
          <p:spPr>
            <a:xfrm>
              <a:off x="5667100" y="1939975"/>
              <a:ext cx="6875" cy="6550"/>
            </a:xfrm>
            <a:custGeom>
              <a:avLst/>
              <a:gdLst/>
              <a:ahLst/>
              <a:cxnLst/>
              <a:rect l="l" t="t" r="r" b="b"/>
              <a:pathLst>
                <a:path w="275" h="262" extrusionOk="0">
                  <a:moveTo>
                    <a:pt x="143" y="1"/>
                  </a:moveTo>
                  <a:cubicBezTo>
                    <a:pt x="97" y="1"/>
                    <a:pt x="41" y="27"/>
                    <a:pt x="24" y="78"/>
                  </a:cubicBezTo>
                  <a:cubicBezTo>
                    <a:pt x="1" y="146"/>
                    <a:pt x="24" y="215"/>
                    <a:pt x="92" y="238"/>
                  </a:cubicBezTo>
                  <a:cubicBezTo>
                    <a:pt x="108" y="254"/>
                    <a:pt x="130" y="261"/>
                    <a:pt x="153" y="261"/>
                  </a:cubicBezTo>
                  <a:cubicBezTo>
                    <a:pt x="194" y="261"/>
                    <a:pt x="237" y="236"/>
                    <a:pt x="252" y="192"/>
                  </a:cubicBezTo>
                  <a:cubicBezTo>
                    <a:pt x="275" y="124"/>
                    <a:pt x="252" y="55"/>
                    <a:pt x="184" y="9"/>
                  </a:cubicBezTo>
                  <a:cubicBezTo>
                    <a:pt x="172" y="4"/>
                    <a:pt x="158"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0" name="Google Shape;4510;p24"/>
            <p:cNvSpPr/>
            <p:nvPr/>
          </p:nvSpPr>
          <p:spPr>
            <a:xfrm>
              <a:off x="5602625" y="1671225"/>
              <a:ext cx="9150" cy="7850"/>
            </a:xfrm>
            <a:custGeom>
              <a:avLst/>
              <a:gdLst/>
              <a:ahLst/>
              <a:cxnLst/>
              <a:rect l="l" t="t" r="r" b="b"/>
              <a:pathLst>
                <a:path w="366" h="314" extrusionOk="0">
                  <a:moveTo>
                    <a:pt x="194" y="0"/>
                  </a:moveTo>
                  <a:cubicBezTo>
                    <a:pt x="132" y="0"/>
                    <a:pt x="63" y="26"/>
                    <a:pt x="46" y="77"/>
                  </a:cubicBezTo>
                  <a:cubicBezTo>
                    <a:pt x="1" y="168"/>
                    <a:pt x="46" y="260"/>
                    <a:pt x="115" y="305"/>
                  </a:cubicBezTo>
                  <a:cubicBezTo>
                    <a:pt x="131" y="311"/>
                    <a:pt x="150" y="314"/>
                    <a:pt x="169" y="314"/>
                  </a:cubicBezTo>
                  <a:cubicBezTo>
                    <a:pt x="232" y="314"/>
                    <a:pt x="303" y="284"/>
                    <a:pt x="320" y="214"/>
                  </a:cubicBezTo>
                  <a:cubicBezTo>
                    <a:pt x="366" y="146"/>
                    <a:pt x="320" y="54"/>
                    <a:pt x="252" y="9"/>
                  </a:cubicBezTo>
                  <a:cubicBezTo>
                    <a:pt x="235" y="3"/>
                    <a:pt x="215" y="0"/>
                    <a:pt x="19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1" name="Google Shape;4511;p24"/>
            <p:cNvSpPr/>
            <p:nvPr/>
          </p:nvSpPr>
          <p:spPr>
            <a:xfrm>
              <a:off x="5567250" y="1918075"/>
              <a:ext cx="12000" cy="10050"/>
            </a:xfrm>
            <a:custGeom>
              <a:avLst/>
              <a:gdLst/>
              <a:ahLst/>
              <a:cxnLst/>
              <a:rect l="l" t="t" r="r" b="b"/>
              <a:pathLst>
                <a:path w="480" h="402" extrusionOk="0">
                  <a:moveTo>
                    <a:pt x="252" y="0"/>
                  </a:moveTo>
                  <a:cubicBezTo>
                    <a:pt x="173" y="0"/>
                    <a:pt x="102" y="43"/>
                    <a:pt x="69" y="109"/>
                  </a:cubicBezTo>
                  <a:cubicBezTo>
                    <a:pt x="1" y="201"/>
                    <a:pt x="46" y="338"/>
                    <a:pt x="160" y="383"/>
                  </a:cubicBezTo>
                  <a:cubicBezTo>
                    <a:pt x="185" y="395"/>
                    <a:pt x="211" y="401"/>
                    <a:pt x="237" y="401"/>
                  </a:cubicBezTo>
                  <a:cubicBezTo>
                    <a:pt x="309" y="401"/>
                    <a:pt x="384" y="359"/>
                    <a:pt x="434" y="292"/>
                  </a:cubicBezTo>
                  <a:cubicBezTo>
                    <a:pt x="480" y="178"/>
                    <a:pt x="434" y="64"/>
                    <a:pt x="343" y="18"/>
                  </a:cubicBezTo>
                  <a:cubicBezTo>
                    <a:pt x="312" y="6"/>
                    <a:pt x="282" y="0"/>
                    <a:pt x="2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2" name="Google Shape;4512;p24"/>
            <p:cNvSpPr/>
            <p:nvPr/>
          </p:nvSpPr>
          <p:spPr>
            <a:xfrm>
              <a:off x="5586650" y="1860425"/>
              <a:ext cx="9725" cy="8925"/>
            </a:xfrm>
            <a:custGeom>
              <a:avLst/>
              <a:gdLst/>
              <a:ahLst/>
              <a:cxnLst/>
              <a:rect l="l" t="t" r="r" b="b"/>
              <a:pathLst>
                <a:path w="389" h="357" extrusionOk="0">
                  <a:moveTo>
                    <a:pt x="198" y="1"/>
                  </a:moveTo>
                  <a:cubicBezTo>
                    <a:pt x="129" y="1"/>
                    <a:pt x="63" y="43"/>
                    <a:pt x="46" y="110"/>
                  </a:cubicBezTo>
                  <a:cubicBezTo>
                    <a:pt x="1" y="201"/>
                    <a:pt x="23" y="293"/>
                    <a:pt x="115" y="338"/>
                  </a:cubicBezTo>
                  <a:cubicBezTo>
                    <a:pt x="139" y="350"/>
                    <a:pt x="165" y="356"/>
                    <a:pt x="191" y="356"/>
                  </a:cubicBezTo>
                  <a:cubicBezTo>
                    <a:pt x="261" y="356"/>
                    <a:pt x="326" y="314"/>
                    <a:pt x="343" y="247"/>
                  </a:cubicBezTo>
                  <a:cubicBezTo>
                    <a:pt x="389" y="178"/>
                    <a:pt x="366" y="64"/>
                    <a:pt x="275" y="19"/>
                  </a:cubicBezTo>
                  <a:cubicBezTo>
                    <a:pt x="250" y="6"/>
                    <a:pt x="224" y="1"/>
                    <a:pt x="19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3" name="Google Shape;4513;p24"/>
            <p:cNvSpPr/>
            <p:nvPr/>
          </p:nvSpPr>
          <p:spPr>
            <a:xfrm>
              <a:off x="5506775" y="1835200"/>
              <a:ext cx="10275" cy="9025"/>
            </a:xfrm>
            <a:custGeom>
              <a:avLst/>
              <a:gdLst/>
              <a:ahLst/>
              <a:cxnLst/>
              <a:rect l="l" t="t" r="r" b="b"/>
              <a:pathLst>
                <a:path w="411" h="361" extrusionOk="0">
                  <a:moveTo>
                    <a:pt x="178" y="1"/>
                  </a:moveTo>
                  <a:cubicBezTo>
                    <a:pt x="114" y="1"/>
                    <a:pt x="53" y="31"/>
                    <a:pt x="23" y="92"/>
                  </a:cubicBezTo>
                  <a:cubicBezTo>
                    <a:pt x="0" y="183"/>
                    <a:pt x="23" y="297"/>
                    <a:pt x="114" y="343"/>
                  </a:cubicBezTo>
                  <a:cubicBezTo>
                    <a:pt x="139" y="355"/>
                    <a:pt x="165" y="361"/>
                    <a:pt x="191" y="361"/>
                  </a:cubicBezTo>
                  <a:cubicBezTo>
                    <a:pt x="262" y="361"/>
                    <a:pt x="332" y="318"/>
                    <a:pt x="365" y="252"/>
                  </a:cubicBezTo>
                  <a:cubicBezTo>
                    <a:pt x="411" y="160"/>
                    <a:pt x="365" y="69"/>
                    <a:pt x="274" y="23"/>
                  </a:cubicBezTo>
                  <a:cubicBezTo>
                    <a:pt x="244" y="8"/>
                    <a:pt x="211"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4" name="Google Shape;4514;p24"/>
            <p:cNvSpPr/>
            <p:nvPr/>
          </p:nvSpPr>
          <p:spPr>
            <a:xfrm>
              <a:off x="5715050" y="1973650"/>
              <a:ext cx="9725" cy="8675"/>
            </a:xfrm>
            <a:custGeom>
              <a:avLst/>
              <a:gdLst/>
              <a:ahLst/>
              <a:cxnLst/>
              <a:rect l="l" t="t" r="r" b="b"/>
              <a:pathLst>
                <a:path w="389" h="347" extrusionOk="0">
                  <a:moveTo>
                    <a:pt x="210" y="1"/>
                  </a:moveTo>
                  <a:cubicBezTo>
                    <a:pt x="142" y="1"/>
                    <a:pt x="81" y="31"/>
                    <a:pt x="46" y="100"/>
                  </a:cubicBezTo>
                  <a:cubicBezTo>
                    <a:pt x="0" y="192"/>
                    <a:pt x="23" y="283"/>
                    <a:pt x="114" y="329"/>
                  </a:cubicBezTo>
                  <a:cubicBezTo>
                    <a:pt x="139" y="341"/>
                    <a:pt x="163" y="347"/>
                    <a:pt x="187" y="347"/>
                  </a:cubicBezTo>
                  <a:cubicBezTo>
                    <a:pt x="251" y="347"/>
                    <a:pt x="309" y="304"/>
                    <a:pt x="343" y="237"/>
                  </a:cubicBezTo>
                  <a:cubicBezTo>
                    <a:pt x="388" y="169"/>
                    <a:pt x="343" y="55"/>
                    <a:pt x="274" y="9"/>
                  </a:cubicBezTo>
                  <a:cubicBezTo>
                    <a:pt x="253" y="4"/>
                    <a:pt x="231" y="1"/>
                    <a:pt x="2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5" name="Google Shape;4515;p24"/>
            <p:cNvSpPr/>
            <p:nvPr/>
          </p:nvSpPr>
          <p:spPr>
            <a:xfrm>
              <a:off x="5635150" y="1886675"/>
              <a:ext cx="11450" cy="10050"/>
            </a:xfrm>
            <a:custGeom>
              <a:avLst/>
              <a:gdLst/>
              <a:ahLst/>
              <a:cxnLst/>
              <a:rect l="l" t="t" r="r" b="b"/>
              <a:pathLst>
                <a:path w="458" h="402" extrusionOk="0">
                  <a:moveTo>
                    <a:pt x="240" y="1"/>
                  </a:moveTo>
                  <a:cubicBezTo>
                    <a:pt x="162" y="1"/>
                    <a:pt x="80" y="43"/>
                    <a:pt x="46" y="110"/>
                  </a:cubicBezTo>
                  <a:cubicBezTo>
                    <a:pt x="1" y="224"/>
                    <a:pt x="46" y="338"/>
                    <a:pt x="138" y="384"/>
                  </a:cubicBezTo>
                  <a:cubicBezTo>
                    <a:pt x="168" y="396"/>
                    <a:pt x="199" y="402"/>
                    <a:pt x="228" y="402"/>
                  </a:cubicBezTo>
                  <a:cubicBezTo>
                    <a:pt x="308" y="402"/>
                    <a:pt x="378" y="359"/>
                    <a:pt x="412" y="293"/>
                  </a:cubicBezTo>
                  <a:cubicBezTo>
                    <a:pt x="457" y="201"/>
                    <a:pt x="412" y="87"/>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6" name="Google Shape;4516;p24"/>
            <p:cNvSpPr/>
            <p:nvPr/>
          </p:nvSpPr>
          <p:spPr>
            <a:xfrm>
              <a:off x="5784100" y="2033900"/>
              <a:ext cx="8000" cy="5600"/>
            </a:xfrm>
            <a:custGeom>
              <a:avLst/>
              <a:gdLst/>
              <a:ahLst/>
              <a:cxnLst/>
              <a:rect l="l" t="t" r="r" b="b"/>
              <a:pathLst>
                <a:path w="320" h="224" extrusionOk="0">
                  <a:moveTo>
                    <a:pt x="144" y="0"/>
                  </a:moveTo>
                  <a:cubicBezTo>
                    <a:pt x="90" y="0"/>
                    <a:pt x="33" y="38"/>
                    <a:pt x="0" y="87"/>
                  </a:cubicBezTo>
                  <a:lnTo>
                    <a:pt x="297" y="224"/>
                  </a:lnTo>
                  <a:cubicBezTo>
                    <a:pt x="320" y="133"/>
                    <a:pt x="297" y="41"/>
                    <a:pt x="206" y="19"/>
                  </a:cubicBezTo>
                  <a:cubicBezTo>
                    <a:pt x="186" y="6"/>
                    <a:pt x="166" y="0"/>
                    <a:pt x="14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7" name="Google Shape;4517;p24"/>
            <p:cNvSpPr/>
            <p:nvPr/>
          </p:nvSpPr>
          <p:spPr>
            <a:xfrm>
              <a:off x="5501050" y="1784200"/>
              <a:ext cx="8600" cy="7650"/>
            </a:xfrm>
            <a:custGeom>
              <a:avLst/>
              <a:gdLst/>
              <a:ahLst/>
              <a:cxnLst/>
              <a:rect l="l" t="t" r="r" b="b"/>
              <a:pathLst>
                <a:path w="344" h="306" extrusionOk="0">
                  <a:moveTo>
                    <a:pt x="174" y="1"/>
                  </a:moveTo>
                  <a:cubicBezTo>
                    <a:pt x="118" y="1"/>
                    <a:pt x="58" y="26"/>
                    <a:pt x="24" y="78"/>
                  </a:cubicBezTo>
                  <a:cubicBezTo>
                    <a:pt x="1" y="169"/>
                    <a:pt x="24" y="260"/>
                    <a:pt x="92" y="283"/>
                  </a:cubicBezTo>
                  <a:cubicBezTo>
                    <a:pt x="123" y="298"/>
                    <a:pt x="153" y="306"/>
                    <a:pt x="181" y="306"/>
                  </a:cubicBezTo>
                  <a:cubicBezTo>
                    <a:pt x="237" y="306"/>
                    <a:pt x="282" y="275"/>
                    <a:pt x="298" y="215"/>
                  </a:cubicBezTo>
                  <a:cubicBezTo>
                    <a:pt x="343" y="146"/>
                    <a:pt x="298" y="55"/>
                    <a:pt x="229" y="9"/>
                  </a:cubicBezTo>
                  <a:cubicBezTo>
                    <a:pt x="212"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8" name="Google Shape;4518;p24"/>
            <p:cNvSpPr/>
            <p:nvPr/>
          </p:nvSpPr>
          <p:spPr>
            <a:xfrm>
              <a:off x="5415475" y="1833850"/>
              <a:ext cx="6850" cy="6425"/>
            </a:xfrm>
            <a:custGeom>
              <a:avLst/>
              <a:gdLst/>
              <a:ahLst/>
              <a:cxnLst/>
              <a:rect l="l" t="t" r="r" b="b"/>
              <a:pathLst>
                <a:path w="274" h="257" extrusionOk="0">
                  <a:moveTo>
                    <a:pt x="142" y="0"/>
                  </a:moveTo>
                  <a:cubicBezTo>
                    <a:pt x="96" y="0"/>
                    <a:pt x="40" y="26"/>
                    <a:pt x="23" y="77"/>
                  </a:cubicBezTo>
                  <a:cubicBezTo>
                    <a:pt x="0" y="146"/>
                    <a:pt x="23" y="214"/>
                    <a:pt x="91" y="237"/>
                  </a:cubicBezTo>
                  <a:cubicBezTo>
                    <a:pt x="105" y="251"/>
                    <a:pt x="122" y="256"/>
                    <a:pt x="140" y="256"/>
                  </a:cubicBezTo>
                  <a:cubicBezTo>
                    <a:pt x="185" y="256"/>
                    <a:pt x="235" y="224"/>
                    <a:pt x="251" y="192"/>
                  </a:cubicBezTo>
                  <a:cubicBezTo>
                    <a:pt x="274" y="123"/>
                    <a:pt x="251" y="55"/>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9" name="Google Shape;4519;p24"/>
            <p:cNvSpPr/>
            <p:nvPr/>
          </p:nvSpPr>
          <p:spPr>
            <a:xfrm>
              <a:off x="5341275" y="1801500"/>
              <a:ext cx="5175" cy="4050"/>
            </a:xfrm>
            <a:custGeom>
              <a:avLst/>
              <a:gdLst/>
              <a:ahLst/>
              <a:cxnLst/>
              <a:rect l="l" t="t" r="r" b="b"/>
              <a:pathLst>
                <a:path w="207" h="162" extrusionOk="0">
                  <a:moveTo>
                    <a:pt x="84" y="1"/>
                  </a:moveTo>
                  <a:cubicBezTo>
                    <a:pt x="49" y="1"/>
                    <a:pt x="15" y="26"/>
                    <a:pt x="1" y="70"/>
                  </a:cubicBezTo>
                  <a:lnTo>
                    <a:pt x="183" y="162"/>
                  </a:lnTo>
                  <a:cubicBezTo>
                    <a:pt x="206" y="93"/>
                    <a:pt x="206" y="48"/>
                    <a:pt x="138" y="25"/>
                  </a:cubicBezTo>
                  <a:cubicBezTo>
                    <a:pt x="121" y="9"/>
                    <a:pt x="102" y="1"/>
                    <a:pt x="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0" name="Google Shape;4520;p24"/>
            <p:cNvSpPr/>
            <p:nvPr/>
          </p:nvSpPr>
          <p:spPr>
            <a:xfrm>
              <a:off x="5377225" y="1368775"/>
              <a:ext cx="8025" cy="7300"/>
            </a:xfrm>
            <a:custGeom>
              <a:avLst/>
              <a:gdLst/>
              <a:ahLst/>
              <a:cxnLst/>
              <a:rect l="l" t="t" r="r" b="b"/>
              <a:pathLst>
                <a:path w="321" h="292" extrusionOk="0">
                  <a:moveTo>
                    <a:pt x="174" y="1"/>
                  </a:moveTo>
                  <a:cubicBezTo>
                    <a:pt x="118" y="1"/>
                    <a:pt x="58" y="26"/>
                    <a:pt x="24" y="78"/>
                  </a:cubicBezTo>
                  <a:cubicBezTo>
                    <a:pt x="1" y="169"/>
                    <a:pt x="24" y="238"/>
                    <a:pt x="92" y="283"/>
                  </a:cubicBezTo>
                  <a:cubicBezTo>
                    <a:pt x="115" y="289"/>
                    <a:pt x="136" y="292"/>
                    <a:pt x="156" y="292"/>
                  </a:cubicBezTo>
                  <a:cubicBezTo>
                    <a:pt x="216" y="292"/>
                    <a:pt x="263" y="266"/>
                    <a:pt x="297" y="215"/>
                  </a:cubicBezTo>
                  <a:cubicBezTo>
                    <a:pt x="320" y="146"/>
                    <a:pt x="297" y="55"/>
                    <a:pt x="229" y="9"/>
                  </a:cubicBezTo>
                  <a:cubicBezTo>
                    <a:pt x="212"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1" name="Google Shape;4521;p24"/>
            <p:cNvSpPr/>
            <p:nvPr/>
          </p:nvSpPr>
          <p:spPr>
            <a:xfrm>
              <a:off x="5240850" y="1570800"/>
              <a:ext cx="10300" cy="9225"/>
            </a:xfrm>
            <a:custGeom>
              <a:avLst/>
              <a:gdLst/>
              <a:ahLst/>
              <a:cxnLst/>
              <a:rect l="l" t="t" r="r" b="b"/>
              <a:pathLst>
                <a:path w="412" h="369" extrusionOk="0">
                  <a:moveTo>
                    <a:pt x="207" y="0"/>
                  </a:moveTo>
                  <a:cubicBezTo>
                    <a:pt x="134" y="0"/>
                    <a:pt x="64" y="30"/>
                    <a:pt x="46" y="100"/>
                  </a:cubicBezTo>
                  <a:cubicBezTo>
                    <a:pt x="0" y="191"/>
                    <a:pt x="23" y="305"/>
                    <a:pt x="115" y="351"/>
                  </a:cubicBezTo>
                  <a:cubicBezTo>
                    <a:pt x="139" y="363"/>
                    <a:pt x="165" y="369"/>
                    <a:pt x="191" y="369"/>
                  </a:cubicBezTo>
                  <a:cubicBezTo>
                    <a:pt x="262" y="369"/>
                    <a:pt x="332" y="326"/>
                    <a:pt x="366" y="260"/>
                  </a:cubicBezTo>
                  <a:cubicBezTo>
                    <a:pt x="411" y="168"/>
                    <a:pt x="366" y="54"/>
                    <a:pt x="274" y="8"/>
                  </a:cubicBezTo>
                  <a:cubicBezTo>
                    <a:pt x="253" y="3"/>
                    <a:pt x="230"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2" name="Google Shape;4522;p24"/>
            <p:cNvSpPr/>
            <p:nvPr/>
          </p:nvSpPr>
          <p:spPr>
            <a:xfrm>
              <a:off x="5700200" y="1861225"/>
              <a:ext cx="8025" cy="7300"/>
            </a:xfrm>
            <a:custGeom>
              <a:avLst/>
              <a:gdLst/>
              <a:ahLst/>
              <a:cxnLst/>
              <a:rect l="l" t="t" r="r" b="b"/>
              <a:pathLst>
                <a:path w="321" h="292" extrusionOk="0">
                  <a:moveTo>
                    <a:pt x="155" y="1"/>
                  </a:moveTo>
                  <a:cubicBezTo>
                    <a:pt x="105" y="1"/>
                    <a:pt x="58" y="27"/>
                    <a:pt x="24" y="78"/>
                  </a:cubicBezTo>
                  <a:cubicBezTo>
                    <a:pt x="1" y="146"/>
                    <a:pt x="24" y="238"/>
                    <a:pt x="92" y="283"/>
                  </a:cubicBezTo>
                  <a:cubicBezTo>
                    <a:pt x="109" y="289"/>
                    <a:pt x="128" y="292"/>
                    <a:pt x="146" y="292"/>
                  </a:cubicBezTo>
                  <a:cubicBezTo>
                    <a:pt x="202" y="292"/>
                    <a:pt x="258" y="266"/>
                    <a:pt x="275" y="215"/>
                  </a:cubicBezTo>
                  <a:cubicBezTo>
                    <a:pt x="320" y="146"/>
                    <a:pt x="275" y="55"/>
                    <a:pt x="206" y="10"/>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3" name="Google Shape;4523;p24"/>
            <p:cNvSpPr/>
            <p:nvPr/>
          </p:nvSpPr>
          <p:spPr>
            <a:xfrm>
              <a:off x="5724750" y="1602375"/>
              <a:ext cx="9725" cy="8600"/>
            </a:xfrm>
            <a:custGeom>
              <a:avLst/>
              <a:gdLst/>
              <a:ahLst/>
              <a:cxnLst/>
              <a:rect l="l" t="t" r="r" b="b"/>
              <a:pathLst>
                <a:path w="389" h="344" extrusionOk="0">
                  <a:moveTo>
                    <a:pt x="179" y="1"/>
                  </a:moveTo>
                  <a:cubicBezTo>
                    <a:pt x="114" y="1"/>
                    <a:pt x="54" y="31"/>
                    <a:pt x="23" y="92"/>
                  </a:cubicBezTo>
                  <a:cubicBezTo>
                    <a:pt x="0" y="183"/>
                    <a:pt x="23" y="275"/>
                    <a:pt x="114" y="320"/>
                  </a:cubicBezTo>
                  <a:cubicBezTo>
                    <a:pt x="145" y="336"/>
                    <a:pt x="175" y="343"/>
                    <a:pt x="204" y="343"/>
                  </a:cubicBezTo>
                  <a:cubicBezTo>
                    <a:pt x="262" y="343"/>
                    <a:pt x="312" y="313"/>
                    <a:pt x="343" y="252"/>
                  </a:cubicBezTo>
                  <a:cubicBezTo>
                    <a:pt x="388" y="161"/>
                    <a:pt x="343" y="46"/>
                    <a:pt x="274" y="24"/>
                  </a:cubicBezTo>
                  <a:cubicBezTo>
                    <a:pt x="244" y="8"/>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4" name="Google Shape;4524;p24"/>
            <p:cNvSpPr/>
            <p:nvPr/>
          </p:nvSpPr>
          <p:spPr>
            <a:xfrm>
              <a:off x="5844575" y="1891825"/>
              <a:ext cx="10875" cy="9575"/>
            </a:xfrm>
            <a:custGeom>
              <a:avLst/>
              <a:gdLst/>
              <a:ahLst/>
              <a:cxnLst/>
              <a:rect l="l" t="t" r="r" b="b"/>
              <a:pathLst>
                <a:path w="435" h="383" extrusionOk="0">
                  <a:moveTo>
                    <a:pt x="221" y="0"/>
                  </a:moveTo>
                  <a:cubicBezTo>
                    <a:pt x="150" y="0"/>
                    <a:pt x="80" y="43"/>
                    <a:pt x="46" y="109"/>
                  </a:cubicBezTo>
                  <a:cubicBezTo>
                    <a:pt x="1" y="201"/>
                    <a:pt x="23" y="315"/>
                    <a:pt x="138" y="360"/>
                  </a:cubicBezTo>
                  <a:cubicBezTo>
                    <a:pt x="166" y="375"/>
                    <a:pt x="198" y="382"/>
                    <a:pt x="228" y="382"/>
                  </a:cubicBezTo>
                  <a:cubicBezTo>
                    <a:pt x="294" y="382"/>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5" name="Google Shape;4525;p24"/>
            <p:cNvSpPr/>
            <p:nvPr/>
          </p:nvSpPr>
          <p:spPr>
            <a:xfrm>
              <a:off x="5359550" y="1650975"/>
              <a:ext cx="7425" cy="6675"/>
            </a:xfrm>
            <a:custGeom>
              <a:avLst/>
              <a:gdLst/>
              <a:ahLst/>
              <a:cxnLst/>
              <a:rect l="l" t="t" r="r" b="b"/>
              <a:pathLst>
                <a:path w="297" h="267" extrusionOk="0">
                  <a:moveTo>
                    <a:pt x="146" y="1"/>
                  </a:moveTo>
                  <a:cubicBezTo>
                    <a:pt x="99" y="1"/>
                    <a:pt x="55" y="33"/>
                    <a:pt x="23" y="65"/>
                  </a:cubicBezTo>
                  <a:cubicBezTo>
                    <a:pt x="0" y="134"/>
                    <a:pt x="23" y="225"/>
                    <a:pt x="91" y="248"/>
                  </a:cubicBezTo>
                  <a:cubicBezTo>
                    <a:pt x="111" y="261"/>
                    <a:pt x="130" y="266"/>
                    <a:pt x="148" y="266"/>
                  </a:cubicBezTo>
                  <a:cubicBezTo>
                    <a:pt x="196" y="266"/>
                    <a:pt x="241" y="229"/>
                    <a:pt x="274" y="180"/>
                  </a:cubicBezTo>
                  <a:cubicBezTo>
                    <a:pt x="297" y="134"/>
                    <a:pt x="274" y="43"/>
                    <a:pt x="206" y="20"/>
                  </a:cubicBezTo>
                  <a:cubicBezTo>
                    <a:pt x="185" y="6"/>
                    <a:pt x="165"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6" name="Google Shape;4526;p24"/>
            <p:cNvSpPr/>
            <p:nvPr/>
          </p:nvSpPr>
          <p:spPr>
            <a:xfrm>
              <a:off x="5780100" y="1671975"/>
              <a:ext cx="6875" cy="6550"/>
            </a:xfrm>
            <a:custGeom>
              <a:avLst/>
              <a:gdLst/>
              <a:ahLst/>
              <a:cxnLst/>
              <a:rect l="l" t="t" r="r" b="b"/>
              <a:pathLst>
                <a:path w="275" h="262" extrusionOk="0">
                  <a:moveTo>
                    <a:pt x="122" y="1"/>
                  </a:moveTo>
                  <a:cubicBezTo>
                    <a:pt x="81" y="1"/>
                    <a:pt x="38" y="26"/>
                    <a:pt x="23" y="70"/>
                  </a:cubicBezTo>
                  <a:cubicBezTo>
                    <a:pt x="0" y="138"/>
                    <a:pt x="23" y="207"/>
                    <a:pt x="69" y="253"/>
                  </a:cubicBezTo>
                  <a:cubicBezTo>
                    <a:pt x="86" y="258"/>
                    <a:pt x="103" y="261"/>
                    <a:pt x="120" y="261"/>
                  </a:cubicBezTo>
                  <a:cubicBezTo>
                    <a:pt x="170" y="261"/>
                    <a:pt x="217" y="235"/>
                    <a:pt x="251" y="184"/>
                  </a:cubicBezTo>
                  <a:cubicBezTo>
                    <a:pt x="274" y="116"/>
                    <a:pt x="251" y="47"/>
                    <a:pt x="183" y="24"/>
                  </a:cubicBezTo>
                  <a:cubicBezTo>
                    <a:pt x="167" y="8"/>
                    <a:pt x="14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7" name="Google Shape;4527;p24"/>
            <p:cNvSpPr/>
            <p:nvPr/>
          </p:nvSpPr>
          <p:spPr>
            <a:xfrm>
              <a:off x="5250550" y="1641875"/>
              <a:ext cx="10300" cy="9475"/>
            </a:xfrm>
            <a:custGeom>
              <a:avLst/>
              <a:gdLst/>
              <a:ahLst/>
              <a:cxnLst/>
              <a:rect l="l" t="t" r="r" b="b"/>
              <a:pathLst>
                <a:path w="412" h="379" extrusionOk="0">
                  <a:moveTo>
                    <a:pt x="221" y="1"/>
                  </a:moveTo>
                  <a:cubicBezTo>
                    <a:pt x="150" y="1"/>
                    <a:pt x="80" y="43"/>
                    <a:pt x="46" y="110"/>
                  </a:cubicBezTo>
                  <a:cubicBezTo>
                    <a:pt x="0" y="201"/>
                    <a:pt x="46" y="315"/>
                    <a:pt x="137" y="361"/>
                  </a:cubicBezTo>
                  <a:cubicBezTo>
                    <a:pt x="162" y="373"/>
                    <a:pt x="186" y="379"/>
                    <a:pt x="210" y="379"/>
                  </a:cubicBezTo>
                  <a:cubicBezTo>
                    <a:pt x="274" y="379"/>
                    <a:pt x="332" y="337"/>
                    <a:pt x="366" y="270"/>
                  </a:cubicBezTo>
                  <a:cubicBezTo>
                    <a:pt x="411" y="178"/>
                    <a:pt x="389" y="64"/>
                    <a:pt x="297"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8" name="Google Shape;4528;p24"/>
            <p:cNvSpPr/>
            <p:nvPr/>
          </p:nvSpPr>
          <p:spPr>
            <a:xfrm>
              <a:off x="6109350" y="1285775"/>
              <a:ext cx="7450" cy="6675"/>
            </a:xfrm>
            <a:custGeom>
              <a:avLst/>
              <a:gdLst/>
              <a:ahLst/>
              <a:cxnLst/>
              <a:rect l="l" t="t" r="r" b="b"/>
              <a:pathLst>
                <a:path w="298" h="267" extrusionOk="0">
                  <a:moveTo>
                    <a:pt x="157" y="1"/>
                  </a:moveTo>
                  <a:cubicBezTo>
                    <a:pt x="113" y="1"/>
                    <a:pt x="62" y="33"/>
                    <a:pt x="46" y="65"/>
                  </a:cubicBezTo>
                  <a:cubicBezTo>
                    <a:pt x="1" y="134"/>
                    <a:pt x="46" y="225"/>
                    <a:pt x="92" y="248"/>
                  </a:cubicBezTo>
                  <a:cubicBezTo>
                    <a:pt x="111" y="261"/>
                    <a:pt x="132" y="266"/>
                    <a:pt x="153" y="266"/>
                  </a:cubicBezTo>
                  <a:cubicBezTo>
                    <a:pt x="206" y="266"/>
                    <a:pt x="258" y="229"/>
                    <a:pt x="274" y="179"/>
                  </a:cubicBezTo>
                  <a:cubicBezTo>
                    <a:pt x="297" y="134"/>
                    <a:pt x="274" y="42"/>
                    <a:pt x="206" y="20"/>
                  </a:cubicBezTo>
                  <a:cubicBezTo>
                    <a:pt x="193" y="6"/>
                    <a:pt x="175" y="1"/>
                    <a:pt x="15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9" name="Google Shape;4529;p24"/>
            <p:cNvSpPr/>
            <p:nvPr/>
          </p:nvSpPr>
          <p:spPr>
            <a:xfrm>
              <a:off x="5862850" y="1991900"/>
              <a:ext cx="6300" cy="5600"/>
            </a:xfrm>
            <a:custGeom>
              <a:avLst/>
              <a:gdLst/>
              <a:ahLst/>
              <a:cxnLst/>
              <a:rect l="l" t="t" r="r" b="b"/>
              <a:pathLst>
                <a:path w="252" h="224" extrusionOk="0">
                  <a:moveTo>
                    <a:pt x="128" y="1"/>
                  </a:moveTo>
                  <a:cubicBezTo>
                    <a:pt x="81" y="1"/>
                    <a:pt x="40" y="22"/>
                    <a:pt x="23" y="55"/>
                  </a:cubicBezTo>
                  <a:cubicBezTo>
                    <a:pt x="0" y="124"/>
                    <a:pt x="23" y="169"/>
                    <a:pt x="91" y="215"/>
                  </a:cubicBezTo>
                  <a:cubicBezTo>
                    <a:pt x="103" y="221"/>
                    <a:pt x="116" y="223"/>
                    <a:pt x="129" y="223"/>
                  </a:cubicBezTo>
                  <a:cubicBezTo>
                    <a:pt x="168" y="223"/>
                    <a:pt x="211" y="198"/>
                    <a:pt x="228" y="146"/>
                  </a:cubicBezTo>
                  <a:cubicBezTo>
                    <a:pt x="251" y="101"/>
                    <a:pt x="228" y="32"/>
                    <a:pt x="183" y="9"/>
                  </a:cubicBezTo>
                  <a:cubicBezTo>
                    <a:pt x="164" y="3"/>
                    <a:pt x="146" y="1"/>
                    <a:pt x="1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0" name="Google Shape;4530;p24"/>
            <p:cNvSpPr/>
            <p:nvPr/>
          </p:nvSpPr>
          <p:spPr>
            <a:xfrm>
              <a:off x="6311925" y="1955575"/>
              <a:ext cx="6300" cy="5975"/>
            </a:xfrm>
            <a:custGeom>
              <a:avLst/>
              <a:gdLst/>
              <a:ahLst/>
              <a:cxnLst/>
              <a:rect l="l" t="t" r="r" b="b"/>
              <a:pathLst>
                <a:path w="252" h="239" extrusionOk="0">
                  <a:moveTo>
                    <a:pt x="112" y="1"/>
                  </a:moveTo>
                  <a:cubicBezTo>
                    <a:pt x="72" y="1"/>
                    <a:pt x="38" y="26"/>
                    <a:pt x="23" y="70"/>
                  </a:cubicBezTo>
                  <a:cubicBezTo>
                    <a:pt x="1" y="116"/>
                    <a:pt x="23" y="184"/>
                    <a:pt x="69" y="230"/>
                  </a:cubicBezTo>
                  <a:cubicBezTo>
                    <a:pt x="86" y="236"/>
                    <a:pt x="103" y="238"/>
                    <a:pt x="120" y="238"/>
                  </a:cubicBezTo>
                  <a:cubicBezTo>
                    <a:pt x="169" y="238"/>
                    <a:pt x="212" y="213"/>
                    <a:pt x="229" y="161"/>
                  </a:cubicBezTo>
                  <a:cubicBezTo>
                    <a:pt x="252" y="116"/>
                    <a:pt x="229" y="47"/>
                    <a:pt x="183" y="25"/>
                  </a:cubicBezTo>
                  <a:cubicBezTo>
                    <a:pt x="159" y="8"/>
                    <a:pt x="135"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1" name="Google Shape;4531;p24"/>
            <p:cNvSpPr/>
            <p:nvPr/>
          </p:nvSpPr>
          <p:spPr>
            <a:xfrm>
              <a:off x="6074550" y="2145400"/>
              <a:ext cx="8000" cy="7300"/>
            </a:xfrm>
            <a:custGeom>
              <a:avLst/>
              <a:gdLst/>
              <a:ahLst/>
              <a:cxnLst/>
              <a:rect l="l" t="t" r="r" b="b"/>
              <a:pathLst>
                <a:path w="320" h="292" extrusionOk="0">
                  <a:moveTo>
                    <a:pt x="174" y="1"/>
                  </a:moveTo>
                  <a:cubicBezTo>
                    <a:pt x="117" y="1"/>
                    <a:pt x="57" y="27"/>
                    <a:pt x="23" y="78"/>
                  </a:cubicBezTo>
                  <a:cubicBezTo>
                    <a:pt x="0" y="146"/>
                    <a:pt x="23" y="238"/>
                    <a:pt x="92" y="283"/>
                  </a:cubicBezTo>
                  <a:cubicBezTo>
                    <a:pt x="109" y="289"/>
                    <a:pt x="127" y="292"/>
                    <a:pt x="146" y="292"/>
                  </a:cubicBezTo>
                  <a:cubicBezTo>
                    <a:pt x="203" y="292"/>
                    <a:pt x="263" y="266"/>
                    <a:pt x="297" y="215"/>
                  </a:cubicBezTo>
                  <a:cubicBezTo>
                    <a:pt x="320" y="146"/>
                    <a:pt x="297" y="55"/>
                    <a:pt x="228"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2" name="Google Shape;4532;p24"/>
            <p:cNvSpPr/>
            <p:nvPr/>
          </p:nvSpPr>
          <p:spPr>
            <a:xfrm>
              <a:off x="6133325" y="2189350"/>
              <a:ext cx="6875" cy="5600"/>
            </a:xfrm>
            <a:custGeom>
              <a:avLst/>
              <a:gdLst/>
              <a:ahLst/>
              <a:cxnLst/>
              <a:rect l="l" t="t" r="r" b="b"/>
              <a:pathLst>
                <a:path w="275" h="224" extrusionOk="0">
                  <a:moveTo>
                    <a:pt x="142" y="0"/>
                  </a:moveTo>
                  <a:cubicBezTo>
                    <a:pt x="102" y="0"/>
                    <a:pt x="56" y="21"/>
                    <a:pt x="23" y="55"/>
                  </a:cubicBezTo>
                  <a:cubicBezTo>
                    <a:pt x="0" y="123"/>
                    <a:pt x="23" y="192"/>
                    <a:pt x="92" y="214"/>
                  </a:cubicBezTo>
                  <a:cubicBezTo>
                    <a:pt x="104" y="221"/>
                    <a:pt x="118" y="223"/>
                    <a:pt x="132" y="223"/>
                  </a:cubicBezTo>
                  <a:cubicBezTo>
                    <a:pt x="172" y="223"/>
                    <a:pt x="218" y="202"/>
                    <a:pt x="251" y="169"/>
                  </a:cubicBezTo>
                  <a:cubicBezTo>
                    <a:pt x="274" y="100"/>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3" name="Google Shape;4533;p24"/>
            <p:cNvSpPr/>
            <p:nvPr/>
          </p:nvSpPr>
          <p:spPr>
            <a:xfrm>
              <a:off x="6122475" y="2098375"/>
              <a:ext cx="9725" cy="8475"/>
            </a:xfrm>
            <a:custGeom>
              <a:avLst/>
              <a:gdLst/>
              <a:ahLst/>
              <a:cxnLst/>
              <a:rect l="l" t="t" r="r" b="b"/>
              <a:pathLst>
                <a:path w="389" h="339" extrusionOk="0">
                  <a:moveTo>
                    <a:pt x="199" y="0"/>
                  </a:moveTo>
                  <a:cubicBezTo>
                    <a:pt x="136" y="0"/>
                    <a:pt x="79" y="38"/>
                    <a:pt x="46" y="87"/>
                  </a:cubicBezTo>
                  <a:cubicBezTo>
                    <a:pt x="1" y="179"/>
                    <a:pt x="23" y="270"/>
                    <a:pt x="115" y="316"/>
                  </a:cubicBezTo>
                  <a:cubicBezTo>
                    <a:pt x="145" y="331"/>
                    <a:pt x="176" y="338"/>
                    <a:pt x="204" y="338"/>
                  </a:cubicBezTo>
                  <a:cubicBezTo>
                    <a:pt x="262" y="338"/>
                    <a:pt x="313" y="308"/>
                    <a:pt x="343" y="247"/>
                  </a:cubicBezTo>
                  <a:cubicBezTo>
                    <a:pt x="389" y="156"/>
                    <a:pt x="343" y="64"/>
                    <a:pt x="274" y="19"/>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4" name="Google Shape;4534;p24"/>
            <p:cNvSpPr/>
            <p:nvPr/>
          </p:nvSpPr>
          <p:spPr>
            <a:xfrm>
              <a:off x="6488250" y="2186500"/>
              <a:ext cx="6875" cy="6150"/>
            </a:xfrm>
            <a:custGeom>
              <a:avLst/>
              <a:gdLst/>
              <a:ahLst/>
              <a:cxnLst/>
              <a:rect l="l" t="t" r="r" b="b"/>
              <a:pathLst>
                <a:path w="275" h="246" extrusionOk="0">
                  <a:moveTo>
                    <a:pt x="142" y="0"/>
                  </a:moveTo>
                  <a:cubicBezTo>
                    <a:pt x="96" y="0"/>
                    <a:pt x="41" y="26"/>
                    <a:pt x="23" y="77"/>
                  </a:cubicBezTo>
                  <a:cubicBezTo>
                    <a:pt x="1" y="123"/>
                    <a:pt x="23" y="214"/>
                    <a:pt x="92" y="237"/>
                  </a:cubicBezTo>
                  <a:cubicBezTo>
                    <a:pt x="103" y="243"/>
                    <a:pt x="116" y="246"/>
                    <a:pt x="130" y="246"/>
                  </a:cubicBezTo>
                  <a:cubicBezTo>
                    <a:pt x="170" y="246"/>
                    <a:pt x="217" y="220"/>
                    <a:pt x="252" y="169"/>
                  </a:cubicBezTo>
                  <a:cubicBezTo>
                    <a:pt x="274" y="123"/>
                    <a:pt x="252" y="55"/>
                    <a:pt x="183" y="9"/>
                  </a:cubicBezTo>
                  <a:cubicBezTo>
                    <a:pt x="172" y="3"/>
                    <a:pt x="158"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5" name="Google Shape;4535;p24"/>
            <p:cNvSpPr/>
            <p:nvPr/>
          </p:nvSpPr>
          <p:spPr>
            <a:xfrm>
              <a:off x="6179550" y="2178825"/>
              <a:ext cx="10275" cy="8925"/>
            </a:xfrm>
            <a:custGeom>
              <a:avLst/>
              <a:gdLst/>
              <a:ahLst/>
              <a:cxnLst/>
              <a:rect l="l" t="t" r="r" b="b"/>
              <a:pathLst>
                <a:path w="411" h="357" extrusionOk="0">
                  <a:moveTo>
                    <a:pt x="199" y="1"/>
                  </a:moveTo>
                  <a:cubicBezTo>
                    <a:pt x="135" y="1"/>
                    <a:pt x="79" y="38"/>
                    <a:pt x="46" y="88"/>
                  </a:cubicBezTo>
                  <a:cubicBezTo>
                    <a:pt x="0" y="179"/>
                    <a:pt x="23" y="293"/>
                    <a:pt x="114" y="339"/>
                  </a:cubicBezTo>
                  <a:cubicBezTo>
                    <a:pt x="139" y="351"/>
                    <a:pt x="165" y="357"/>
                    <a:pt x="191" y="357"/>
                  </a:cubicBezTo>
                  <a:cubicBezTo>
                    <a:pt x="262" y="357"/>
                    <a:pt x="332" y="314"/>
                    <a:pt x="365" y="247"/>
                  </a:cubicBezTo>
                  <a:cubicBezTo>
                    <a:pt x="411" y="156"/>
                    <a:pt x="365" y="65"/>
                    <a:pt x="274" y="19"/>
                  </a:cubicBezTo>
                  <a:cubicBezTo>
                    <a:pt x="248"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6" name="Google Shape;4536;p24"/>
            <p:cNvSpPr/>
            <p:nvPr/>
          </p:nvSpPr>
          <p:spPr>
            <a:xfrm>
              <a:off x="5923325" y="2101675"/>
              <a:ext cx="8025" cy="5750"/>
            </a:xfrm>
            <a:custGeom>
              <a:avLst/>
              <a:gdLst/>
              <a:ahLst/>
              <a:cxnLst/>
              <a:rect l="l" t="t" r="r" b="b"/>
              <a:pathLst>
                <a:path w="321" h="230" extrusionOk="0">
                  <a:moveTo>
                    <a:pt x="117" y="1"/>
                  </a:moveTo>
                  <a:cubicBezTo>
                    <a:pt x="61" y="1"/>
                    <a:pt x="16" y="31"/>
                    <a:pt x="1" y="92"/>
                  </a:cubicBezTo>
                  <a:lnTo>
                    <a:pt x="274" y="229"/>
                  </a:lnTo>
                  <a:cubicBezTo>
                    <a:pt x="320" y="161"/>
                    <a:pt x="274" y="47"/>
                    <a:pt x="206" y="24"/>
                  </a:cubicBezTo>
                  <a:cubicBezTo>
                    <a:pt x="176" y="9"/>
                    <a:pt x="145" y="1"/>
                    <a:pt x="1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7" name="Google Shape;4537;p24"/>
            <p:cNvSpPr/>
            <p:nvPr/>
          </p:nvSpPr>
          <p:spPr>
            <a:xfrm>
              <a:off x="6234900" y="2023875"/>
              <a:ext cx="6875" cy="5950"/>
            </a:xfrm>
            <a:custGeom>
              <a:avLst/>
              <a:gdLst/>
              <a:ahLst/>
              <a:cxnLst/>
              <a:rect l="l" t="t" r="r" b="b"/>
              <a:pathLst>
                <a:path w="275" h="238" extrusionOk="0">
                  <a:moveTo>
                    <a:pt x="145" y="0"/>
                  </a:moveTo>
                  <a:cubicBezTo>
                    <a:pt x="104" y="0"/>
                    <a:pt x="57" y="26"/>
                    <a:pt x="23" y="77"/>
                  </a:cubicBezTo>
                  <a:cubicBezTo>
                    <a:pt x="0" y="123"/>
                    <a:pt x="23" y="191"/>
                    <a:pt x="91" y="214"/>
                  </a:cubicBezTo>
                  <a:cubicBezTo>
                    <a:pt x="108" y="230"/>
                    <a:pt x="127" y="238"/>
                    <a:pt x="146" y="238"/>
                  </a:cubicBezTo>
                  <a:cubicBezTo>
                    <a:pt x="180" y="238"/>
                    <a:pt x="214" y="213"/>
                    <a:pt x="228" y="168"/>
                  </a:cubicBezTo>
                  <a:cubicBezTo>
                    <a:pt x="274" y="100"/>
                    <a:pt x="251" y="32"/>
                    <a:pt x="183" y="9"/>
                  </a:cubicBezTo>
                  <a:cubicBezTo>
                    <a:pt x="171" y="3"/>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8" name="Google Shape;4538;p24"/>
            <p:cNvSpPr/>
            <p:nvPr/>
          </p:nvSpPr>
          <p:spPr>
            <a:xfrm>
              <a:off x="6446600" y="2141750"/>
              <a:ext cx="8575" cy="7525"/>
            </a:xfrm>
            <a:custGeom>
              <a:avLst/>
              <a:gdLst/>
              <a:ahLst/>
              <a:cxnLst/>
              <a:rect l="l" t="t" r="r" b="b"/>
              <a:pathLst>
                <a:path w="343" h="301" extrusionOk="0">
                  <a:moveTo>
                    <a:pt x="176" y="0"/>
                  </a:moveTo>
                  <a:cubicBezTo>
                    <a:pt x="114" y="0"/>
                    <a:pt x="62" y="38"/>
                    <a:pt x="46" y="87"/>
                  </a:cubicBezTo>
                  <a:cubicBezTo>
                    <a:pt x="0" y="155"/>
                    <a:pt x="46" y="247"/>
                    <a:pt x="114" y="292"/>
                  </a:cubicBezTo>
                  <a:cubicBezTo>
                    <a:pt x="132" y="298"/>
                    <a:pt x="150" y="301"/>
                    <a:pt x="169" y="301"/>
                  </a:cubicBezTo>
                  <a:cubicBezTo>
                    <a:pt x="226" y="301"/>
                    <a:pt x="286" y="275"/>
                    <a:pt x="320" y="224"/>
                  </a:cubicBezTo>
                  <a:cubicBezTo>
                    <a:pt x="343" y="133"/>
                    <a:pt x="320" y="64"/>
                    <a:pt x="251" y="19"/>
                  </a:cubicBezTo>
                  <a:cubicBezTo>
                    <a:pt x="226" y="6"/>
                    <a:pt x="200" y="0"/>
                    <a:pt x="17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9" name="Google Shape;4539;p24"/>
            <p:cNvSpPr/>
            <p:nvPr/>
          </p:nvSpPr>
          <p:spPr>
            <a:xfrm>
              <a:off x="6334175" y="2114225"/>
              <a:ext cx="6875" cy="5975"/>
            </a:xfrm>
            <a:custGeom>
              <a:avLst/>
              <a:gdLst/>
              <a:ahLst/>
              <a:cxnLst/>
              <a:rect l="l" t="t" r="r" b="b"/>
              <a:pathLst>
                <a:path w="275" h="239" extrusionOk="0">
                  <a:moveTo>
                    <a:pt x="123" y="0"/>
                  </a:moveTo>
                  <a:cubicBezTo>
                    <a:pt x="82" y="0"/>
                    <a:pt x="38" y="25"/>
                    <a:pt x="24" y="70"/>
                  </a:cubicBezTo>
                  <a:cubicBezTo>
                    <a:pt x="1" y="138"/>
                    <a:pt x="24" y="207"/>
                    <a:pt x="92" y="229"/>
                  </a:cubicBezTo>
                  <a:cubicBezTo>
                    <a:pt x="104" y="235"/>
                    <a:pt x="118" y="238"/>
                    <a:pt x="133" y="238"/>
                  </a:cubicBezTo>
                  <a:cubicBezTo>
                    <a:pt x="173" y="238"/>
                    <a:pt x="218" y="217"/>
                    <a:pt x="252" y="184"/>
                  </a:cubicBezTo>
                  <a:cubicBezTo>
                    <a:pt x="275" y="115"/>
                    <a:pt x="252" y="47"/>
                    <a:pt x="183" y="24"/>
                  </a:cubicBezTo>
                  <a:cubicBezTo>
                    <a:pt x="167" y="8"/>
                    <a:pt x="145" y="0"/>
                    <a:pt x="12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0" name="Google Shape;4540;p24"/>
            <p:cNvSpPr/>
            <p:nvPr/>
          </p:nvSpPr>
          <p:spPr>
            <a:xfrm>
              <a:off x="6487100" y="2171275"/>
              <a:ext cx="7450" cy="6800"/>
            </a:xfrm>
            <a:custGeom>
              <a:avLst/>
              <a:gdLst/>
              <a:ahLst/>
              <a:cxnLst/>
              <a:rect l="l" t="t" r="r" b="b"/>
              <a:pathLst>
                <a:path w="298" h="272" extrusionOk="0">
                  <a:moveTo>
                    <a:pt x="129" y="1"/>
                  </a:moveTo>
                  <a:cubicBezTo>
                    <a:pt x="82" y="1"/>
                    <a:pt x="38" y="26"/>
                    <a:pt x="24" y="70"/>
                  </a:cubicBezTo>
                  <a:cubicBezTo>
                    <a:pt x="1" y="139"/>
                    <a:pt x="24" y="230"/>
                    <a:pt x="92" y="253"/>
                  </a:cubicBezTo>
                  <a:cubicBezTo>
                    <a:pt x="111" y="265"/>
                    <a:pt x="130" y="271"/>
                    <a:pt x="149" y="271"/>
                  </a:cubicBezTo>
                  <a:cubicBezTo>
                    <a:pt x="197" y="271"/>
                    <a:pt x="242" y="234"/>
                    <a:pt x="275" y="184"/>
                  </a:cubicBezTo>
                  <a:cubicBezTo>
                    <a:pt x="298" y="139"/>
                    <a:pt x="275" y="47"/>
                    <a:pt x="206" y="24"/>
                  </a:cubicBezTo>
                  <a:cubicBezTo>
                    <a:pt x="182" y="8"/>
                    <a:pt x="155"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1" name="Google Shape;4541;p24"/>
            <p:cNvSpPr/>
            <p:nvPr/>
          </p:nvSpPr>
          <p:spPr>
            <a:xfrm>
              <a:off x="5616325" y="1456100"/>
              <a:ext cx="9150" cy="7850"/>
            </a:xfrm>
            <a:custGeom>
              <a:avLst/>
              <a:gdLst/>
              <a:ahLst/>
              <a:cxnLst/>
              <a:rect l="l" t="t" r="r" b="b"/>
              <a:pathLst>
                <a:path w="366" h="314" extrusionOk="0">
                  <a:moveTo>
                    <a:pt x="197" y="0"/>
                  </a:moveTo>
                  <a:cubicBezTo>
                    <a:pt x="134" y="0"/>
                    <a:pt x="64" y="30"/>
                    <a:pt x="46" y="100"/>
                  </a:cubicBezTo>
                  <a:cubicBezTo>
                    <a:pt x="1" y="168"/>
                    <a:pt x="23" y="260"/>
                    <a:pt x="115" y="305"/>
                  </a:cubicBezTo>
                  <a:cubicBezTo>
                    <a:pt x="132" y="311"/>
                    <a:pt x="152" y="314"/>
                    <a:pt x="172" y="314"/>
                  </a:cubicBezTo>
                  <a:cubicBezTo>
                    <a:pt x="234" y="314"/>
                    <a:pt x="303" y="288"/>
                    <a:pt x="320" y="237"/>
                  </a:cubicBezTo>
                  <a:cubicBezTo>
                    <a:pt x="366" y="146"/>
                    <a:pt x="320" y="54"/>
                    <a:pt x="252" y="9"/>
                  </a:cubicBezTo>
                  <a:cubicBezTo>
                    <a:pt x="235" y="3"/>
                    <a:pt x="217"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2" name="Google Shape;4542;p24"/>
            <p:cNvSpPr/>
            <p:nvPr/>
          </p:nvSpPr>
          <p:spPr>
            <a:xfrm>
              <a:off x="6119625" y="1335100"/>
              <a:ext cx="6875" cy="5600"/>
            </a:xfrm>
            <a:custGeom>
              <a:avLst/>
              <a:gdLst/>
              <a:ahLst/>
              <a:cxnLst/>
              <a:rect l="l" t="t" r="r" b="b"/>
              <a:pathLst>
                <a:path w="275" h="224" extrusionOk="0">
                  <a:moveTo>
                    <a:pt x="129" y="1"/>
                  </a:moveTo>
                  <a:cubicBezTo>
                    <a:pt x="81" y="1"/>
                    <a:pt x="40" y="22"/>
                    <a:pt x="23" y="55"/>
                  </a:cubicBezTo>
                  <a:cubicBezTo>
                    <a:pt x="0" y="124"/>
                    <a:pt x="23" y="192"/>
                    <a:pt x="69" y="215"/>
                  </a:cubicBezTo>
                  <a:cubicBezTo>
                    <a:pt x="87" y="221"/>
                    <a:pt x="106" y="224"/>
                    <a:pt x="123" y="224"/>
                  </a:cubicBezTo>
                  <a:cubicBezTo>
                    <a:pt x="171" y="224"/>
                    <a:pt x="212" y="203"/>
                    <a:pt x="229" y="169"/>
                  </a:cubicBezTo>
                  <a:cubicBezTo>
                    <a:pt x="274" y="101"/>
                    <a:pt x="252" y="32"/>
                    <a:pt x="183" y="10"/>
                  </a:cubicBezTo>
                  <a:cubicBezTo>
                    <a:pt x="165" y="4"/>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3" name="Google Shape;4543;p24"/>
            <p:cNvSpPr/>
            <p:nvPr/>
          </p:nvSpPr>
          <p:spPr>
            <a:xfrm>
              <a:off x="6379250" y="2269800"/>
              <a:ext cx="7450" cy="6550"/>
            </a:xfrm>
            <a:custGeom>
              <a:avLst/>
              <a:gdLst/>
              <a:ahLst/>
              <a:cxnLst/>
              <a:rect l="l" t="t" r="r" b="b"/>
              <a:pathLst>
                <a:path w="298" h="262" extrusionOk="0">
                  <a:moveTo>
                    <a:pt x="156" y="1"/>
                  </a:moveTo>
                  <a:cubicBezTo>
                    <a:pt x="107" y="1"/>
                    <a:pt x="64" y="27"/>
                    <a:pt x="47" y="78"/>
                  </a:cubicBezTo>
                  <a:cubicBezTo>
                    <a:pt x="1" y="146"/>
                    <a:pt x="47" y="215"/>
                    <a:pt x="92" y="238"/>
                  </a:cubicBezTo>
                  <a:cubicBezTo>
                    <a:pt x="117" y="254"/>
                    <a:pt x="141" y="261"/>
                    <a:pt x="164" y="261"/>
                  </a:cubicBezTo>
                  <a:cubicBezTo>
                    <a:pt x="206" y="261"/>
                    <a:pt x="245" y="236"/>
                    <a:pt x="275" y="192"/>
                  </a:cubicBezTo>
                  <a:cubicBezTo>
                    <a:pt x="298" y="124"/>
                    <a:pt x="275" y="55"/>
                    <a:pt x="206" y="9"/>
                  </a:cubicBezTo>
                  <a:cubicBezTo>
                    <a:pt x="189" y="4"/>
                    <a:pt x="172"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4" name="Google Shape;4544;p24"/>
            <p:cNvSpPr/>
            <p:nvPr/>
          </p:nvSpPr>
          <p:spPr>
            <a:xfrm>
              <a:off x="5894225" y="1387375"/>
              <a:ext cx="7450" cy="6775"/>
            </a:xfrm>
            <a:custGeom>
              <a:avLst/>
              <a:gdLst/>
              <a:ahLst/>
              <a:cxnLst/>
              <a:rect l="l" t="t" r="r" b="b"/>
              <a:pathLst>
                <a:path w="298" h="271" extrusionOk="0">
                  <a:moveTo>
                    <a:pt x="159" y="0"/>
                  </a:moveTo>
                  <a:cubicBezTo>
                    <a:pt x="115" y="0"/>
                    <a:pt x="63" y="38"/>
                    <a:pt x="46" y="87"/>
                  </a:cubicBezTo>
                  <a:cubicBezTo>
                    <a:pt x="0" y="133"/>
                    <a:pt x="23" y="224"/>
                    <a:pt x="92" y="247"/>
                  </a:cubicBezTo>
                  <a:cubicBezTo>
                    <a:pt x="116" y="263"/>
                    <a:pt x="143" y="271"/>
                    <a:pt x="169" y="271"/>
                  </a:cubicBezTo>
                  <a:cubicBezTo>
                    <a:pt x="216" y="271"/>
                    <a:pt x="260" y="245"/>
                    <a:pt x="274" y="201"/>
                  </a:cubicBezTo>
                  <a:cubicBezTo>
                    <a:pt x="297" y="133"/>
                    <a:pt x="274" y="41"/>
                    <a:pt x="206" y="19"/>
                  </a:cubicBezTo>
                  <a:cubicBezTo>
                    <a:pt x="193" y="6"/>
                    <a:pt x="177" y="0"/>
                    <a:pt x="15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5" name="Google Shape;4545;p24"/>
            <p:cNvSpPr/>
            <p:nvPr/>
          </p:nvSpPr>
          <p:spPr>
            <a:xfrm>
              <a:off x="6001500" y="1393650"/>
              <a:ext cx="11450" cy="10050"/>
            </a:xfrm>
            <a:custGeom>
              <a:avLst/>
              <a:gdLst/>
              <a:ahLst/>
              <a:cxnLst/>
              <a:rect l="l" t="t" r="r" b="b"/>
              <a:pathLst>
                <a:path w="458" h="402" extrusionOk="0">
                  <a:moveTo>
                    <a:pt x="230" y="1"/>
                  </a:moveTo>
                  <a:cubicBezTo>
                    <a:pt x="150" y="1"/>
                    <a:pt x="80" y="43"/>
                    <a:pt x="46" y="110"/>
                  </a:cubicBezTo>
                  <a:cubicBezTo>
                    <a:pt x="1" y="201"/>
                    <a:pt x="46" y="338"/>
                    <a:pt x="138" y="384"/>
                  </a:cubicBezTo>
                  <a:cubicBezTo>
                    <a:pt x="162" y="396"/>
                    <a:pt x="190" y="402"/>
                    <a:pt x="218" y="402"/>
                  </a:cubicBezTo>
                  <a:cubicBezTo>
                    <a:pt x="296" y="402"/>
                    <a:pt x="378" y="359"/>
                    <a:pt x="411" y="293"/>
                  </a:cubicBezTo>
                  <a:cubicBezTo>
                    <a:pt x="457" y="178"/>
                    <a:pt x="411" y="64"/>
                    <a:pt x="320" y="19"/>
                  </a:cubicBezTo>
                  <a:cubicBezTo>
                    <a:pt x="290"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6" name="Google Shape;4546;p24"/>
            <p:cNvSpPr/>
            <p:nvPr/>
          </p:nvSpPr>
          <p:spPr>
            <a:xfrm>
              <a:off x="6008350" y="1367625"/>
              <a:ext cx="6875" cy="5625"/>
            </a:xfrm>
            <a:custGeom>
              <a:avLst/>
              <a:gdLst/>
              <a:ahLst/>
              <a:cxnLst/>
              <a:rect l="l" t="t" r="r" b="b"/>
              <a:pathLst>
                <a:path w="275" h="225" extrusionOk="0">
                  <a:moveTo>
                    <a:pt x="143" y="1"/>
                  </a:moveTo>
                  <a:cubicBezTo>
                    <a:pt x="104" y="1"/>
                    <a:pt x="63" y="22"/>
                    <a:pt x="46" y="55"/>
                  </a:cubicBezTo>
                  <a:cubicBezTo>
                    <a:pt x="0" y="124"/>
                    <a:pt x="46" y="192"/>
                    <a:pt x="92" y="215"/>
                  </a:cubicBezTo>
                  <a:cubicBezTo>
                    <a:pt x="104" y="221"/>
                    <a:pt x="118" y="224"/>
                    <a:pt x="133" y="224"/>
                  </a:cubicBezTo>
                  <a:cubicBezTo>
                    <a:pt x="173" y="224"/>
                    <a:pt x="218" y="203"/>
                    <a:pt x="252" y="169"/>
                  </a:cubicBezTo>
                  <a:cubicBezTo>
                    <a:pt x="274" y="101"/>
                    <a:pt x="252" y="32"/>
                    <a:pt x="183" y="10"/>
                  </a:cubicBezTo>
                  <a:cubicBezTo>
                    <a:pt x="171" y="4"/>
                    <a:pt x="157"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7" name="Google Shape;4547;p24"/>
            <p:cNvSpPr/>
            <p:nvPr/>
          </p:nvSpPr>
          <p:spPr>
            <a:xfrm>
              <a:off x="5362975" y="1316625"/>
              <a:ext cx="10850" cy="10050"/>
            </a:xfrm>
            <a:custGeom>
              <a:avLst/>
              <a:gdLst/>
              <a:ahLst/>
              <a:cxnLst/>
              <a:rect l="l" t="t" r="r" b="b"/>
              <a:pathLst>
                <a:path w="434" h="402" extrusionOk="0">
                  <a:moveTo>
                    <a:pt x="220" y="0"/>
                  </a:moveTo>
                  <a:cubicBezTo>
                    <a:pt x="149" y="0"/>
                    <a:pt x="79" y="43"/>
                    <a:pt x="46" y="110"/>
                  </a:cubicBezTo>
                  <a:cubicBezTo>
                    <a:pt x="0" y="224"/>
                    <a:pt x="23" y="338"/>
                    <a:pt x="137" y="383"/>
                  </a:cubicBezTo>
                  <a:cubicBezTo>
                    <a:pt x="161" y="396"/>
                    <a:pt x="188" y="401"/>
                    <a:pt x="214" y="401"/>
                  </a:cubicBezTo>
                  <a:cubicBezTo>
                    <a:pt x="285" y="401"/>
                    <a:pt x="355" y="359"/>
                    <a:pt x="388" y="292"/>
                  </a:cubicBezTo>
                  <a:cubicBezTo>
                    <a:pt x="434" y="201"/>
                    <a:pt x="411"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8" name="Google Shape;4548;p24"/>
            <p:cNvSpPr/>
            <p:nvPr/>
          </p:nvSpPr>
          <p:spPr>
            <a:xfrm>
              <a:off x="5700775" y="1946600"/>
              <a:ext cx="10875" cy="9575"/>
            </a:xfrm>
            <a:custGeom>
              <a:avLst/>
              <a:gdLst/>
              <a:ahLst/>
              <a:cxnLst/>
              <a:rect l="l" t="t" r="r" b="b"/>
              <a:pathLst>
                <a:path w="435" h="383" extrusionOk="0">
                  <a:moveTo>
                    <a:pt x="221" y="0"/>
                  </a:moveTo>
                  <a:cubicBezTo>
                    <a:pt x="150" y="0"/>
                    <a:pt x="80" y="43"/>
                    <a:pt x="46" y="110"/>
                  </a:cubicBezTo>
                  <a:cubicBezTo>
                    <a:pt x="1" y="201"/>
                    <a:pt x="46" y="315"/>
                    <a:pt x="138" y="361"/>
                  </a:cubicBezTo>
                  <a:cubicBezTo>
                    <a:pt x="167" y="375"/>
                    <a:pt x="198" y="383"/>
                    <a:pt x="228" y="383"/>
                  </a:cubicBezTo>
                  <a:cubicBezTo>
                    <a:pt x="294" y="383"/>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9" name="Google Shape;4549;p24"/>
            <p:cNvSpPr/>
            <p:nvPr/>
          </p:nvSpPr>
          <p:spPr>
            <a:xfrm>
              <a:off x="5855425" y="1750525"/>
              <a:ext cx="6300" cy="5850"/>
            </a:xfrm>
            <a:custGeom>
              <a:avLst/>
              <a:gdLst/>
              <a:ahLst/>
              <a:cxnLst/>
              <a:rect l="l" t="t" r="r" b="b"/>
              <a:pathLst>
                <a:path w="252" h="234" extrusionOk="0">
                  <a:moveTo>
                    <a:pt x="132" y="1"/>
                  </a:moveTo>
                  <a:cubicBezTo>
                    <a:pt x="83" y="1"/>
                    <a:pt x="40" y="27"/>
                    <a:pt x="23" y="78"/>
                  </a:cubicBezTo>
                  <a:cubicBezTo>
                    <a:pt x="0" y="124"/>
                    <a:pt x="23" y="192"/>
                    <a:pt x="69" y="215"/>
                  </a:cubicBezTo>
                  <a:cubicBezTo>
                    <a:pt x="89" y="228"/>
                    <a:pt x="109" y="234"/>
                    <a:pt x="128" y="234"/>
                  </a:cubicBezTo>
                  <a:cubicBezTo>
                    <a:pt x="173" y="234"/>
                    <a:pt x="212" y="201"/>
                    <a:pt x="229" y="169"/>
                  </a:cubicBezTo>
                  <a:cubicBezTo>
                    <a:pt x="251" y="101"/>
                    <a:pt x="229" y="32"/>
                    <a:pt x="183" y="9"/>
                  </a:cubicBezTo>
                  <a:cubicBezTo>
                    <a:pt x="166" y="4"/>
                    <a:pt x="149" y="1"/>
                    <a:pt x="1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0" name="Google Shape;4550;p24"/>
            <p:cNvSpPr/>
            <p:nvPr/>
          </p:nvSpPr>
          <p:spPr>
            <a:xfrm>
              <a:off x="6088250" y="2038450"/>
              <a:ext cx="9725" cy="8675"/>
            </a:xfrm>
            <a:custGeom>
              <a:avLst/>
              <a:gdLst/>
              <a:ahLst/>
              <a:cxnLst/>
              <a:rect l="l" t="t" r="r" b="b"/>
              <a:pathLst>
                <a:path w="389" h="347" extrusionOk="0">
                  <a:moveTo>
                    <a:pt x="194" y="1"/>
                  </a:moveTo>
                  <a:cubicBezTo>
                    <a:pt x="124" y="1"/>
                    <a:pt x="56" y="38"/>
                    <a:pt x="23" y="88"/>
                  </a:cubicBezTo>
                  <a:cubicBezTo>
                    <a:pt x="0" y="179"/>
                    <a:pt x="23" y="293"/>
                    <a:pt x="114" y="339"/>
                  </a:cubicBezTo>
                  <a:cubicBezTo>
                    <a:pt x="136" y="344"/>
                    <a:pt x="157" y="347"/>
                    <a:pt x="178" y="347"/>
                  </a:cubicBezTo>
                  <a:cubicBezTo>
                    <a:pt x="246" y="347"/>
                    <a:pt x="308" y="317"/>
                    <a:pt x="342" y="247"/>
                  </a:cubicBezTo>
                  <a:cubicBezTo>
                    <a:pt x="388" y="156"/>
                    <a:pt x="342" y="65"/>
                    <a:pt x="274" y="19"/>
                  </a:cubicBezTo>
                  <a:cubicBezTo>
                    <a:pt x="248" y="6"/>
                    <a:pt x="221" y="1"/>
                    <a:pt x="19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1" name="Google Shape;4551;p24"/>
            <p:cNvSpPr/>
            <p:nvPr/>
          </p:nvSpPr>
          <p:spPr>
            <a:xfrm>
              <a:off x="6130475" y="2013600"/>
              <a:ext cx="6300" cy="5600"/>
            </a:xfrm>
            <a:custGeom>
              <a:avLst/>
              <a:gdLst/>
              <a:ahLst/>
              <a:cxnLst/>
              <a:rect l="l" t="t" r="r" b="b"/>
              <a:pathLst>
                <a:path w="252" h="224" extrusionOk="0">
                  <a:moveTo>
                    <a:pt x="136" y="0"/>
                  </a:moveTo>
                  <a:cubicBezTo>
                    <a:pt x="93" y="0"/>
                    <a:pt x="63" y="26"/>
                    <a:pt x="46" y="77"/>
                  </a:cubicBezTo>
                  <a:cubicBezTo>
                    <a:pt x="0" y="123"/>
                    <a:pt x="23" y="191"/>
                    <a:pt x="91" y="214"/>
                  </a:cubicBezTo>
                  <a:cubicBezTo>
                    <a:pt x="104" y="220"/>
                    <a:pt x="118" y="223"/>
                    <a:pt x="132" y="223"/>
                  </a:cubicBezTo>
                  <a:cubicBezTo>
                    <a:pt x="170" y="223"/>
                    <a:pt x="212" y="202"/>
                    <a:pt x="228" y="169"/>
                  </a:cubicBezTo>
                  <a:cubicBezTo>
                    <a:pt x="251" y="100"/>
                    <a:pt x="228" y="55"/>
                    <a:pt x="183" y="9"/>
                  </a:cubicBezTo>
                  <a:cubicBezTo>
                    <a:pt x="166" y="3"/>
                    <a:pt x="150" y="0"/>
                    <a:pt x="13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2" name="Google Shape;4552;p24"/>
            <p:cNvSpPr/>
            <p:nvPr/>
          </p:nvSpPr>
          <p:spPr>
            <a:xfrm>
              <a:off x="6356425" y="1213000"/>
              <a:ext cx="8025" cy="6975"/>
            </a:xfrm>
            <a:custGeom>
              <a:avLst/>
              <a:gdLst/>
              <a:ahLst/>
              <a:cxnLst/>
              <a:rect l="l" t="t" r="r" b="b"/>
              <a:pathLst>
                <a:path w="321" h="279" extrusionOk="0">
                  <a:moveTo>
                    <a:pt x="175" y="0"/>
                  </a:moveTo>
                  <a:cubicBezTo>
                    <a:pt x="119" y="0"/>
                    <a:pt x="64" y="26"/>
                    <a:pt x="47" y="77"/>
                  </a:cubicBezTo>
                  <a:cubicBezTo>
                    <a:pt x="1" y="146"/>
                    <a:pt x="47" y="237"/>
                    <a:pt x="115" y="260"/>
                  </a:cubicBezTo>
                  <a:cubicBezTo>
                    <a:pt x="134" y="273"/>
                    <a:pt x="153" y="278"/>
                    <a:pt x="172" y="278"/>
                  </a:cubicBezTo>
                  <a:cubicBezTo>
                    <a:pt x="220" y="278"/>
                    <a:pt x="265" y="241"/>
                    <a:pt x="298" y="192"/>
                  </a:cubicBezTo>
                  <a:cubicBezTo>
                    <a:pt x="320" y="123"/>
                    <a:pt x="298" y="55"/>
                    <a:pt x="229" y="9"/>
                  </a:cubicBezTo>
                  <a:cubicBezTo>
                    <a:pt x="212" y="3"/>
                    <a:pt x="194"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3" name="Google Shape;4553;p24"/>
            <p:cNvSpPr/>
            <p:nvPr/>
          </p:nvSpPr>
          <p:spPr>
            <a:xfrm>
              <a:off x="6440325" y="1140150"/>
              <a:ext cx="6875" cy="5975"/>
            </a:xfrm>
            <a:custGeom>
              <a:avLst/>
              <a:gdLst/>
              <a:ahLst/>
              <a:cxnLst/>
              <a:rect l="l" t="t" r="r" b="b"/>
              <a:pathLst>
                <a:path w="275" h="239" extrusionOk="0">
                  <a:moveTo>
                    <a:pt x="112" y="0"/>
                  </a:moveTo>
                  <a:cubicBezTo>
                    <a:pt x="72" y="0"/>
                    <a:pt x="38" y="26"/>
                    <a:pt x="23" y="70"/>
                  </a:cubicBezTo>
                  <a:cubicBezTo>
                    <a:pt x="0" y="138"/>
                    <a:pt x="23" y="207"/>
                    <a:pt x="92" y="230"/>
                  </a:cubicBezTo>
                  <a:cubicBezTo>
                    <a:pt x="103" y="235"/>
                    <a:pt x="116" y="238"/>
                    <a:pt x="129" y="238"/>
                  </a:cubicBezTo>
                  <a:cubicBezTo>
                    <a:pt x="169" y="238"/>
                    <a:pt x="211" y="213"/>
                    <a:pt x="229" y="161"/>
                  </a:cubicBezTo>
                  <a:cubicBezTo>
                    <a:pt x="274" y="116"/>
                    <a:pt x="251" y="47"/>
                    <a:pt x="183" y="24"/>
                  </a:cubicBezTo>
                  <a:cubicBezTo>
                    <a:pt x="159" y="8"/>
                    <a:pt x="134" y="0"/>
                    <a:pt x="11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4" name="Google Shape;4554;p24"/>
            <p:cNvSpPr/>
            <p:nvPr/>
          </p:nvSpPr>
          <p:spPr>
            <a:xfrm>
              <a:off x="5971250" y="1554575"/>
              <a:ext cx="9725" cy="8675"/>
            </a:xfrm>
            <a:custGeom>
              <a:avLst/>
              <a:gdLst/>
              <a:ahLst/>
              <a:cxnLst/>
              <a:rect l="l" t="t" r="r" b="b"/>
              <a:pathLst>
                <a:path w="389" h="347" extrusionOk="0">
                  <a:moveTo>
                    <a:pt x="189" y="0"/>
                  </a:moveTo>
                  <a:cubicBezTo>
                    <a:pt x="127" y="0"/>
                    <a:pt x="57" y="43"/>
                    <a:pt x="24" y="110"/>
                  </a:cubicBezTo>
                  <a:cubicBezTo>
                    <a:pt x="1" y="178"/>
                    <a:pt x="24" y="292"/>
                    <a:pt x="115" y="338"/>
                  </a:cubicBezTo>
                  <a:cubicBezTo>
                    <a:pt x="137" y="343"/>
                    <a:pt x="158" y="346"/>
                    <a:pt x="179" y="346"/>
                  </a:cubicBezTo>
                  <a:cubicBezTo>
                    <a:pt x="247" y="346"/>
                    <a:pt x="308" y="316"/>
                    <a:pt x="343" y="247"/>
                  </a:cubicBezTo>
                  <a:cubicBezTo>
                    <a:pt x="389" y="178"/>
                    <a:pt x="343" y="64"/>
                    <a:pt x="252" y="18"/>
                  </a:cubicBezTo>
                  <a:cubicBezTo>
                    <a:pt x="234" y="6"/>
                    <a:pt x="212"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5" name="Google Shape;4555;p24"/>
            <p:cNvSpPr/>
            <p:nvPr/>
          </p:nvSpPr>
          <p:spPr>
            <a:xfrm>
              <a:off x="5831450" y="1597350"/>
              <a:ext cx="6875" cy="6225"/>
            </a:xfrm>
            <a:custGeom>
              <a:avLst/>
              <a:gdLst/>
              <a:ahLst/>
              <a:cxnLst/>
              <a:rect l="l" t="t" r="r" b="b"/>
              <a:pathLst>
                <a:path w="275" h="249" extrusionOk="0">
                  <a:moveTo>
                    <a:pt x="138" y="0"/>
                  </a:moveTo>
                  <a:cubicBezTo>
                    <a:pt x="99" y="0"/>
                    <a:pt x="56" y="33"/>
                    <a:pt x="23" y="65"/>
                  </a:cubicBezTo>
                  <a:cubicBezTo>
                    <a:pt x="1" y="133"/>
                    <a:pt x="23" y="202"/>
                    <a:pt x="92" y="225"/>
                  </a:cubicBezTo>
                  <a:cubicBezTo>
                    <a:pt x="108" y="241"/>
                    <a:pt x="130" y="248"/>
                    <a:pt x="153" y="248"/>
                  </a:cubicBezTo>
                  <a:cubicBezTo>
                    <a:pt x="194" y="248"/>
                    <a:pt x="237" y="223"/>
                    <a:pt x="252" y="179"/>
                  </a:cubicBezTo>
                  <a:cubicBezTo>
                    <a:pt x="275" y="111"/>
                    <a:pt x="252" y="42"/>
                    <a:pt x="183" y="19"/>
                  </a:cubicBezTo>
                  <a:cubicBezTo>
                    <a:pt x="170" y="6"/>
                    <a:pt x="155" y="0"/>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6" name="Google Shape;4556;p24"/>
            <p:cNvSpPr/>
            <p:nvPr/>
          </p:nvSpPr>
          <p:spPr>
            <a:xfrm>
              <a:off x="6038600" y="1537125"/>
              <a:ext cx="7425" cy="6725"/>
            </a:xfrm>
            <a:custGeom>
              <a:avLst/>
              <a:gdLst/>
              <a:ahLst/>
              <a:cxnLst/>
              <a:rect l="l" t="t" r="r" b="b"/>
              <a:pathLst>
                <a:path w="297" h="269" extrusionOk="0">
                  <a:moveTo>
                    <a:pt x="155" y="0"/>
                  </a:moveTo>
                  <a:cubicBezTo>
                    <a:pt x="104" y="0"/>
                    <a:pt x="57" y="26"/>
                    <a:pt x="23" y="77"/>
                  </a:cubicBezTo>
                  <a:cubicBezTo>
                    <a:pt x="0" y="146"/>
                    <a:pt x="23" y="214"/>
                    <a:pt x="92" y="260"/>
                  </a:cubicBezTo>
                  <a:cubicBezTo>
                    <a:pt x="109" y="266"/>
                    <a:pt x="126" y="268"/>
                    <a:pt x="142" y="268"/>
                  </a:cubicBezTo>
                  <a:cubicBezTo>
                    <a:pt x="191" y="268"/>
                    <a:pt x="234" y="243"/>
                    <a:pt x="251" y="191"/>
                  </a:cubicBezTo>
                  <a:cubicBezTo>
                    <a:pt x="297" y="123"/>
                    <a:pt x="274" y="54"/>
                    <a:pt x="206" y="9"/>
                  </a:cubicBezTo>
                  <a:cubicBezTo>
                    <a:pt x="189" y="3"/>
                    <a:pt x="171"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7" name="Google Shape;4557;p24"/>
            <p:cNvSpPr/>
            <p:nvPr/>
          </p:nvSpPr>
          <p:spPr>
            <a:xfrm>
              <a:off x="5843425" y="1571125"/>
              <a:ext cx="10875" cy="9475"/>
            </a:xfrm>
            <a:custGeom>
              <a:avLst/>
              <a:gdLst/>
              <a:ahLst/>
              <a:cxnLst/>
              <a:rect l="l" t="t" r="r" b="b"/>
              <a:pathLst>
                <a:path w="435" h="379" extrusionOk="0">
                  <a:moveTo>
                    <a:pt x="221" y="0"/>
                  </a:moveTo>
                  <a:cubicBezTo>
                    <a:pt x="150" y="0"/>
                    <a:pt x="80" y="43"/>
                    <a:pt x="47" y="110"/>
                  </a:cubicBezTo>
                  <a:cubicBezTo>
                    <a:pt x="1" y="201"/>
                    <a:pt x="47" y="315"/>
                    <a:pt x="138" y="361"/>
                  </a:cubicBezTo>
                  <a:cubicBezTo>
                    <a:pt x="162" y="373"/>
                    <a:pt x="189" y="379"/>
                    <a:pt x="214" y="379"/>
                  </a:cubicBezTo>
                  <a:cubicBezTo>
                    <a:pt x="285" y="379"/>
                    <a:pt x="356" y="336"/>
                    <a:pt x="389" y="269"/>
                  </a:cubicBezTo>
                  <a:cubicBezTo>
                    <a:pt x="435" y="178"/>
                    <a:pt x="389" y="64"/>
                    <a:pt x="298"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8" name="Google Shape;4558;p24"/>
            <p:cNvSpPr/>
            <p:nvPr/>
          </p:nvSpPr>
          <p:spPr>
            <a:xfrm>
              <a:off x="5876525" y="1557650"/>
              <a:ext cx="8025" cy="6750"/>
            </a:xfrm>
            <a:custGeom>
              <a:avLst/>
              <a:gdLst/>
              <a:ahLst/>
              <a:cxnLst/>
              <a:rect l="l" t="t" r="r" b="b"/>
              <a:pathLst>
                <a:path w="321" h="270" extrusionOk="0">
                  <a:moveTo>
                    <a:pt x="175" y="1"/>
                  </a:moveTo>
                  <a:cubicBezTo>
                    <a:pt x="119" y="1"/>
                    <a:pt x="64" y="27"/>
                    <a:pt x="47" y="78"/>
                  </a:cubicBezTo>
                  <a:cubicBezTo>
                    <a:pt x="1" y="146"/>
                    <a:pt x="24" y="215"/>
                    <a:pt x="92" y="261"/>
                  </a:cubicBezTo>
                  <a:cubicBezTo>
                    <a:pt x="109" y="266"/>
                    <a:pt x="128" y="269"/>
                    <a:pt x="146" y="269"/>
                  </a:cubicBezTo>
                  <a:cubicBezTo>
                    <a:pt x="202" y="269"/>
                    <a:pt x="258" y="243"/>
                    <a:pt x="275" y="192"/>
                  </a:cubicBezTo>
                  <a:cubicBezTo>
                    <a:pt x="320" y="124"/>
                    <a:pt x="298" y="32"/>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9" name="Google Shape;4559;p24"/>
            <p:cNvSpPr/>
            <p:nvPr/>
          </p:nvSpPr>
          <p:spPr>
            <a:xfrm>
              <a:off x="5967825" y="1547400"/>
              <a:ext cx="9175" cy="7650"/>
            </a:xfrm>
            <a:custGeom>
              <a:avLst/>
              <a:gdLst/>
              <a:ahLst/>
              <a:cxnLst/>
              <a:rect l="l" t="t" r="r" b="b"/>
              <a:pathLst>
                <a:path w="367" h="306" extrusionOk="0">
                  <a:moveTo>
                    <a:pt x="197" y="0"/>
                  </a:moveTo>
                  <a:cubicBezTo>
                    <a:pt x="141" y="0"/>
                    <a:pt x="81" y="26"/>
                    <a:pt x="47" y="77"/>
                  </a:cubicBezTo>
                  <a:cubicBezTo>
                    <a:pt x="1" y="168"/>
                    <a:pt x="47" y="260"/>
                    <a:pt x="115" y="283"/>
                  </a:cubicBezTo>
                  <a:cubicBezTo>
                    <a:pt x="145" y="298"/>
                    <a:pt x="176" y="305"/>
                    <a:pt x="204" y="305"/>
                  </a:cubicBezTo>
                  <a:cubicBezTo>
                    <a:pt x="260" y="305"/>
                    <a:pt x="305" y="275"/>
                    <a:pt x="320" y="214"/>
                  </a:cubicBezTo>
                  <a:cubicBezTo>
                    <a:pt x="366" y="146"/>
                    <a:pt x="320" y="54"/>
                    <a:pt x="252" y="9"/>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0" name="Google Shape;4560;p24"/>
            <p:cNvSpPr/>
            <p:nvPr/>
          </p:nvSpPr>
          <p:spPr>
            <a:xfrm>
              <a:off x="6727925" y="1650100"/>
              <a:ext cx="8575" cy="7100"/>
            </a:xfrm>
            <a:custGeom>
              <a:avLst/>
              <a:gdLst/>
              <a:ahLst/>
              <a:cxnLst/>
              <a:rect l="l" t="t" r="r" b="b"/>
              <a:pathLst>
                <a:path w="343" h="284" extrusionOk="0">
                  <a:moveTo>
                    <a:pt x="174" y="1"/>
                  </a:moveTo>
                  <a:cubicBezTo>
                    <a:pt x="119" y="1"/>
                    <a:pt x="63" y="26"/>
                    <a:pt x="46" y="78"/>
                  </a:cubicBezTo>
                  <a:cubicBezTo>
                    <a:pt x="0" y="146"/>
                    <a:pt x="46" y="237"/>
                    <a:pt x="114" y="260"/>
                  </a:cubicBezTo>
                  <a:cubicBezTo>
                    <a:pt x="137" y="275"/>
                    <a:pt x="163" y="283"/>
                    <a:pt x="187" y="283"/>
                  </a:cubicBezTo>
                  <a:cubicBezTo>
                    <a:pt x="236" y="283"/>
                    <a:pt x="282" y="253"/>
                    <a:pt x="297" y="192"/>
                  </a:cubicBezTo>
                  <a:cubicBezTo>
                    <a:pt x="343" y="123"/>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1" name="Google Shape;4561;p24"/>
            <p:cNvSpPr/>
            <p:nvPr/>
          </p:nvSpPr>
          <p:spPr>
            <a:xfrm>
              <a:off x="6325050" y="2057525"/>
              <a:ext cx="11450" cy="10400"/>
            </a:xfrm>
            <a:custGeom>
              <a:avLst/>
              <a:gdLst/>
              <a:ahLst/>
              <a:cxnLst/>
              <a:rect l="l" t="t" r="r" b="b"/>
              <a:pathLst>
                <a:path w="458" h="416" extrusionOk="0">
                  <a:moveTo>
                    <a:pt x="213" y="0"/>
                  </a:moveTo>
                  <a:cubicBezTo>
                    <a:pt x="140" y="0"/>
                    <a:pt x="77" y="46"/>
                    <a:pt x="46" y="124"/>
                  </a:cubicBezTo>
                  <a:cubicBezTo>
                    <a:pt x="1" y="215"/>
                    <a:pt x="23" y="352"/>
                    <a:pt x="137" y="397"/>
                  </a:cubicBezTo>
                  <a:cubicBezTo>
                    <a:pt x="162" y="410"/>
                    <a:pt x="190" y="415"/>
                    <a:pt x="218" y="415"/>
                  </a:cubicBezTo>
                  <a:cubicBezTo>
                    <a:pt x="296" y="415"/>
                    <a:pt x="378" y="373"/>
                    <a:pt x="411" y="306"/>
                  </a:cubicBezTo>
                  <a:cubicBezTo>
                    <a:pt x="457" y="192"/>
                    <a:pt x="411"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2" name="Google Shape;4562;p24"/>
            <p:cNvSpPr/>
            <p:nvPr/>
          </p:nvSpPr>
          <p:spPr>
            <a:xfrm>
              <a:off x="6331900" y="2044725"/>
              <a:ext cx="9725" cy="8475"/>
            </a:xfrm>
            <a:custGeom>
              <a:avLst/>
              <a:gdLst/>
              <a:ahLst/>
              <a:cxnLst/>
              <a:rect l="l" t="t" r="r" b="b"/>
              <a:pathLst>
                <a:path w="389" h="339" extrusionOk="0">
                  <a:moveTo>
                    <a:pt x="199" y="1"/>
                  </a:moveTo>
                  <a:cubicBezTo>
                    <a:pt x="136" y="1"/>
                    <a:pt x="79" y="38"/>
                    <a:pt x="46" y="88"/>
                  </a:cubicBezTo>
                  <a:cubicBezTo>
                    <a:pt x="0" y="179"/>
                    <a:pt x="46" y="293"/>
                    <a:pt x="115" y="316"/>
                  </a:cubicBezTo>
                  <a:cubicBezTo>
                    <a:pt x="145" y="331"/>
                    <a:pt x="178" y="339"/>
                    <a:pt x="209" y="339"/>
                  </a:cubicBezTo>
                  <a:cubicBezTo>
                    <a:pt x="272" y="339"/>
                    <a:pt x="328" y="308"/>
                    <a:pt x="343" y="247"/>
                  </a:cubicBezTo>
                  <a:cubicBezTo>
                    <a:pt x="388" y="156"/>
                    <a:pt x="366" y="65"/>
                    <a:pt x="274" y="19"/>
                  </a:cubicBezTo>
                  <a:cubicBezTo>
                    <a:pt x="249"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3" name="Google Shape;4563;p24"/>
            <p:cNvSpPr/>
            <p:nvPr/>
          </p:nvSpPr>
          <p:spPr>
            <a:xfrm>
              <a:off x="6327900" y="2032050"/>
              <a:ext cx="8600" cy="7100"/>
            </a:xfrm>
            <a:custGeom>
              <a:avLst/>
              <a:gdLst/>
              <a:ahLst/>
              <a:cxnLst/>
              <a:rect l="l" t="t" r="r" b="b"/>
              <a:pathLst>
                <a:path w="344" h="284" extrusionOk="0">
                  <a:moveTo>
                    <a:pt x="152" y="0"/>
                  </a:moveTo>
                  <a:cubicBezTo>
                    <a:pt x="104" y="0"/>
                    <a:pt x="61" y="26"/>
                    <a:pt x="46" y="70"/>
                  </a:cubicBezTo>
                  <a:cubicBezTo>
                    <a:pt x="1" y="161"/>
                    <a:pt x="46" y="230"/>
                    <a:pt x="115" y="275"/>
                  </a:cubicBezTo>
                  <a:cubicBezTo>
                    <a:pt x="132" y="281"/>
                    <a:pt x="150" y="284"/>
                    <a:pt x="169" y="284"/>
                  </a:cubicBezTo>
                  <a:cubicBezTo>
                    <a:pt x="225" y="284"/>
                    <a:pt x="280" y="258"/>
                    <a:pt x="297" y="207"/>
                  </a:cubicBezTo>
                  <a:cubicBezTo>
                    <a:pt x="343" y="138"/>
                    <a:pt x="297"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4" name="Google Shape;4564;p24"/>
            <p:cNvSpPr/>
            <p:nvPr/>
          </p:nvSpPr>
          <p:spPr>
            <a:xfrm>
              <a:off x="6327900" y="2017025"/>
              <a:ext cx="8025" cy="7100"/>
            </a:xfrm>
            <a:custGeom>
              <a:avLst/>
              <a:gdLst/>
              <a:ahLst/>
              <a:cxnLst/>
              <a:rect l="l" t="t" r="r" b="b"/>
              <a:pathLst>
                <a:path w="321" h="284" extrusionOk="0">
                  <a:moveTo>
                    <a:pt x="175" y="0"/>
                  </a:moveTo>
                  <a:cubicBezTo>
                    <a:pt x="119" y="0"/>
                    <a:pt x="63" y="26"/>
                    <a:pt x="46" y="77"/>
                  </a:cubicBezTo>
                  <a:cubicBezTo>
                    <a:pt x="1" y="146"/>
                    <a:pt x="23" y="237"/>
                    <a:pt x="92" y="260"/>
                  </a:cubicBezTo>
                  <a:cubicBezTo>
                    <a:pt x="124" y="276"/>
                    <a:pt x="154" y="284"/>
                    <a:pt x="180" y="284"/>
                  </a:cubicBezTo>
                  <a:cubicBezTo>
                    <a:pt x="229" y="284"/>
                    <a:pt x="268" y="258"/>
                    <a:pt x="297" y="214"/>
                  </a:cubicBezTo>
                  <a:cubicBezTo>
                    <a:pt x="320" y="123"/>
                    <a:pt x="297" y="54"/>
                    <a:pt x="229" y="9"/>
                  </a:cubicBezTo>
                  <a:cubicBezTo>
                    <a:pt x="212" y="3"/>
                    <a:pt x="193"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5" name="Google Shape;4565;p24"/>
            <p:cNvSpPr/>
            <p:nvPr/>
          </p:nvSpPr>
          <p:spPr>
            <a:xfrm>
              <a:off x="6072825" y="2014725"/>
              <a:ext cx="6300" cy="5050"/>
            </a:xfrm>
            <a:custGeom>
              <a:avLst/>
              <a:gdLst/>
              <a:ahLst/>
              <a:cxnLst/>
              <a:rect l="l" t="t" r="r" b="b"/>
              <a:pathLst>
                <a:path w="252" h="202" extrusionOk="0">
                  <a:moveTo>
                    <a:pt x="133" y="1"/>
                  </a:moveTo>
                  <a:cubicBezTo>
                    <a:pt x="90" y="1"/>
                    <a:pt x="57" y="22"/>
                    <a:pt x="24" y="55"/>
                  </a:cubicBezTo>
                  <a:cubicBezTo>
                    <a:pt x="1" y="101"/>
                    <a:pt x="24" y="169"/>
                    <a:pt x="92" y="192"/>
                  </a:cubicBezTo>
                  <a:cubicBezTo>
                    <a:pt x="104" y="198"/>
                    <a:pt x="118" y="201"/>
                    <a:pt x="132" y="201"/>
                  </a:cubicBezTo>
                  <a:cubicBezTo>
                    <a:pt x="171" y="201"/>
                    <a:pt x="212" y="180"/>
                    <a:pt x="229" y="146"/>
                  </a:cubicBezTo>
                  <a:cubicBezTo>
                    <a:pt x="252" y="101"/>
                    <a:pt x="229" y="32"/>
                    <a:pt x="183" y="10"/>
                  </a:cubicBezTo>
                  <a:cubicBezTo>
                    <a:pt x="165" y="3"/>
                    <a:pt x="148" y="1"/>
                    <a:pt x="13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6" name="Google Shape;4566;p24"/>
            <p:cNvSpPr/>
            <p:nvPr/>
          </p:nvSpPr>
          <p:spPr>
            <a:xfrm>
              <a:off x="6262275" y="1454600"/>
              <a:ext cx="9150" cy="7900"/>
            </a:xfrm>
            <a:custGeom>
              <a:avLst/>
              <a:gdLst/>
              <a:ahLst/>
              <a:cxnLst/>
              <a:rect l="l" t="t" r="r" b="b"/>
              <a:pathLst>
                <a:path w="366" h="316" extrusionOk="0">
                  <a:moveTo>
                    <a:pt x="163" y="0"/>
                  </a:moveTo>
                  <a:cubicBezTo>
                    <a:pt x="107" y="0"/>
                    <a:pt x="62" y="31"/>
                    <a:pt x="46" y="91"/>
                  </a:cubicBezTo>
                  <a:cubicBezTo>
                    <a:pt x="1" y="160"/>
                    <a:pt x="24" y="251"/>
                    <a:pt x="115" y="297"/>
                  </a:cubicBezTo>
                  <a:cubicBezTo>
                    <a:pt x="134" y="310"/>
                    <a:pt x="155" y="315"/>
                    <a:pt x="176" y="315"/>
                  </a:cubicBezTo>
                  <a:cubicBezTo>
                    <a:pt x="231" y="315"/>
                    <a:pt x="287" y="278"/>
                    <a:pt x="320" y="228"/>
                  </a:cubicBezTo>
                  <a:cubicBezTo>
                    <a:pt x="366" y="137"/>
                    <a:pt x="320" y="46"/>
                    <a:pt x="252" y="23"/>
                  </a:cubicBezTo>
                  <a:cubicBezTo>
                    <a:pt x="221" y="8"/>
                    <a:pt x="191" y="0"/>
                    <a:pt x="16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7" name="Google Shape;4567;p24"/>
            <p:cNvSpPr/>
            <p:nvPr/>
          </p:nvSpPr>
          <p:spPr>
            <a:xfrm>
              <a:off x="6254300" y="1462350"/>
              <a:ext cx="6875" cy="5975"/>
            </a:xfrm>
            <a:custGeom>
              <a:avLst/>
              <a:gdLst/>
              <a:ahLst/>
              <a:cxnLst/>
              <a:rect l="l" t="t" r="r" b="b"/>
              <a:pathLst>
                <a:path w="275" h="239" extrusionOk="0">
                  <a:moveTo>
                    <a:pt x="138" y="1"/>
                  </a:moveTo>
                  <a:cubicBezTo>
                    <a:pt x="93" y="1"/>
                    <a:pt x="40" y="22"/>
                    <a:pt x="23" y="55"/>
                  </a:cubicBezTo>
                  <a:cubicBezTo>
                    <a:pt x="0" y="124"/>
                    <a:pt x="23" y="192"/>
                    <a:pt x="92" y="215"/>
                  </a:cubicBezTo>
                  <a:cubicBezTo>
                    <a:pt x="108" y="231"/>
                    <a:pt x="127" y="239"/>
                    <a:pt x="147" y="239"/>
                  </a:cubicBezTo>
                  <a:cubicBezTo>
                    <a:pt x="183" y="239"/>
                    <a:pt x="222" y="214"/>
                    <a:pt x="251" y="169"/>
                  </a:cubicBezTo>
                  <a:cubicBezTo>
                    <a:pt x="274" y="101"/>
                    <a:pt x="251" y="32"/>
                    <a:pt x="183" y="10"/>
                  </a:cubicBezTo>
                  <a:cubicBezTo>
                    <a:pt x="171" y="4"/>
                    <a:pt x="155" y="1"/>
                    <a:pt x="1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8" name="Google Shape;4568;p24"/>
            <p:cNvSpPr/>
            <p:nvPr/>
          </p:nvSpPr>
          <p:spPr>
            <a:xfrm>
              <a:off x="6276550" y="1513125"/>
              <a:ext cx="11425" cy="10425"/>
            </a:xfrm>
            <a:custGeom>
              <a:avLst/>
              <a:gdLst/>
              <a:ahLst/>
              <a:cxnLst/>
              <a:rect l="l" t="t" r="r" b="b"/>
              <a:pathLst>
                <a:path w="457" h="417" extrusionOk="0">
                  <a:moveTo>
                    <a:pt x="223" y="1"/>
                  </a:moveTo>
                  <a:cubicBezTo>
                    <a:pt x="150" y="1"/>
                    <a:pt x="77" y="47"/>
                    <a:pt x="46" y="124"/>
                  </a:cubicBezTo>
                  <a:cubicBezTo>
                    <a:pt x="0" y="216"/>
                    <a:pt x="46" y="352"/>
                    <a:pt x="137" y="398"/>
                  </a:cubicBezTo>
                  <a:cubicBezTo>
                    <a:pt x="168" y="410"/>
                    <a:pt x="199" y="416"/>
                    <a:pt x="228" y="416"/>
                  </a:cubicBezTo>
                  <a:cubicBezTo>
                    <a:pt x="308" y="416"/>
                    <a:pt x="378" y="374"/>
                    <a:pt x="411" y="307"/>
                  </a:cubicBezTo>
                  <a:cubicBezTo>
                    <a:pt x="457" y="193"/>
                    <a:pt x="411" y="79"/>
                    <a:pt x="320" y="33"/>
                  </a:cubicBezTo>
                  <a:cubicBezTo>
                    <a:pt x="291" y="11"/>
                    <a:pt x="257" y="1"/>
                    <a:pt x="2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9" name="Google Shape;4569;p24"/>
            <p:cNvSpPr/>
            <p:nvPr/>
          </p:nvSpPr>
          <p:spPr>
            <a:xfrm>
              <a:off x="6273700" y="1481950"/>
              <a:ext cx="6300" cy="5425"/>
            </a:xfrm>
            <a:custGeom>
              <a:avLst/>
              <a:gdLst/>
              <a:ahLst/>
              <a:cxnLst/>
              <a:rect l="l" t="t" r="r" b="b"/>
              <a:pathLst>
                <a:path w="252" h="217" extrusionOk="0">
                  <a:moveTo>
                    <a:pt x="106" y="1"/>
                  </a:moveTo>
                  <a:cubicBezTo>
                    <a:pt x="72" y="1"/>
                    <a:pt x="38" y="26"/>
                    <a:pt x="23" y="70"/>
                  </a:cubicBezTo>
                  <a:cubicBezTo>
                    <a:pt x="0" y="116"/>
                    <a:pt x="23" y="184"/>
                    <a:pt x="69" y="207"/>
                  </a:cubicBezTo>
                  <a:cubicBezTo>
                    <a:pt x="81" y="213"/>
                    <a:pt x="95" y="216"/>
                    <a:pt x="109" y="216"/>
                  </a:cubicBezTo>
                  <a:cubicBezTo>
                    <a:pt x="148" y="216"/>
                    <a:pt x="189" y="195"/>
                    <a:pt x="206" y="161"/>
                  </a:cubicBezTo>
                  <a:cubicBezTo>
                    <a:pt x="251" y="116"/>
                    <a:pt x="229" y="47"/>
                    <a:pt x="160" y="25"/>
                  </a:cubicBezTo>
                  <a:cubicBezTo>
                    <a:pt x="144" y="8"/>
                    <a:pt x="125" y="1"/>
                    <a:pt x="1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0" name="Google Shape;4570;p24"/>
            <p:cNvSpPr/>
            <p:nvPr/>
          </p:nvSpPr>
          <p:spPr>
            <a:xfrm>
              <a:off x="5680800" y="1186375"/>
              <a:ext cx="8025" cy="7100"/>
            </a:xfrm>
            <a:custGeom>
              <a:avLst/>
              <a:gdLst/>
              <a:ahLst/>
              <a:cxnLst/>
              <a:rect l="l" t="t" r="r" b="b"/>
              <a:pathLst>
                <a:path w="321" h="284" extrusionOk="0">
                  <a:moveTo>
                    <a:pt x="152" y="0"/>
                  </a:moveTo>
                  <a:cubicBezTo>
                    <a:pt x="104" y="0"/>
                    <a:pt x="61" y="25"/>
                    <a:pt x="46" y="70"/>
                  </a:cubicBezTo>
                  <a:cubicBezTo>
                    <a:pt x="1" y="138"/>
                    <a:pt x="24" y="229"/>
                    <a:pt x="92" y="275"/>
                  </a:cubicBezTo>
                  <a:cubicBezTo>
                    <a:pt x="109" y="281"/>
                    <a:pt x="128" y="284"/>
                    <a:pt x="146" y="284"/>
                  </a:cubicBezTo>
                  <a:cubicBezTo>
                    <a:pt x="202" y="284"/>
                    <a:pt x="258" y="258"/>
                    <a:pt x="275" y="207"/>
                  </a:cubicBezTo>
                  <a:cubicBezTo>
                    <a:pt x="320" y="138"/>
                    <a:pt x="298"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1" name="Google Shape;4571;p24"/>
            <p:cNvSpPr/>
            <p:nvPr/>
          </p:nvSpPr>
          <p:spPr>
            <a:xfrm>
              <a:off x="5685950" y="1147950"/>
              <a:ext cx="6875" cy="6150"/>
            </a:xfrm>
            <a:custGeom>
              <a:avLst/>
              <a:gdLst/>
              <a:ahLst/>
              <a:cxnLst/>
              <a:rect l="l" t="t" r="r" b="b"/>
              <a:pathLst>
                <a:path w="275" h="246" extrusionOk="0">
                  <a:moveTo>
                    <a:pt x="132" y="0"/>
                  </a:moveTo>
                  <a:cubicBezTo>
                    <a:pt x="83" y="0"/>
                    <a:pt x="40" y="26"/>
                    <a:pt x="23" y="77"/>
                  </a:cubicBezTo>
                  <a:cubicBezTo>
                    <a:pt x="0" y="123"/>
                    <a:pt x="23" y="192"/>
                    <a:pt x="69" y="237"/>
                  </a:cubicBezTo>
                  <a:cubicBezTo>
                    <a:pt x="86" y="243"/>
                    <a:pt x="103" y="246"/>
                    <a:pt x="119" y="246"/>
                  </a:cubicBezTo>
                  <a:cubicBezTo>
                    <a:pt x="169" y="246"/>
                    <a:pt x="211" y="220"/>
                    <a:pt x="228" y="169"/>
                  </a:cubicBezTo>
                  <a:cubicBezTo>
                    <a:pt x="274" y="123"/>
                    <a:pt x="228" y="55"/>
                    <a:pt x="183" y="9"/>
                  </a:cubicBezTo>
                  <a:cubicBezTo>
                    <a:pt x="166" y="3"/>
                    <a:pt x="149" y="0"/>
                    <a:pt x="13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72" name="Google Shape;4572;p24"/>
          <p:cNvSpPr/>
          <p:nvPr/>
        </p:nvSpPr>
        <p:spPr>
          <a:xfrm flipH="1">
            <a:off x="4219156" y="4683425"/>
            <a:ext cx="1674650" cy="1474220"/>
          </a:xfrm>
          <a:custGeom>
            <a:avLst/>
            <a:gdLst/>
            <a:ahLst/>
            <a:cxnLst/>
            <a:rect l="l" t="t" r="r" b="b"/>
            <a:pathLst>
              <a:path w="31842" h="28031" extrusionOk="0">
                <a:moveTo>
                  <a:pt x="31842" y="1"/>
                </a:moveTo>
                <a:lnTo>
                  <a:pt x="29491" y="28030"/>
                </a:lnTo>
                <a:lnTo>
                  <a:pt x="0" y="23716"/>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73" name="Google Shape;4573;p24"/>
          <p:cNvGrpSpPr/>
          <p:nvPr/>
        </p:nvGrpSpPr>
        <p:grpSpPr>
          <a:xfrm flipH="1">
            <a:off x="-155792" y="-1510420"/>
            <a:ext cx="9834790" cy="6880156"/>
            <a:chOff x="2056725" y="3456925"/>
            <a:chExt cx="1804350" cy="1262275"/>
          </a:xfrm>
        </p:grpSpPr>
        <p:sp>
          <p:nvSpPr>
            <p:cNvPr id="4574" name="Google Shape;4574;p24"/>
            <p:cNvSpPr/>
            <p:nvPr/>
          </p:nvSpPr>
          <p:spPr>
            <a:xfrm>
              <a:off x="2056725" y="3456925"/>
              <a:ext cx="1559550" cy="1262275"/>
            </a:xfrm>
            <a:custGeom>
              <a:avLst/>
              <a:gdLst/>
              <a:ahLst/>
              <a:cxnLst/>
              <a:rect l="l" t="t" r="r" b="b"/>
              <a:pathLst>
                <a:path w="62382" h="50491" extrusionOk="0">
                  <a:moveTo>
                    <a:pt x="23853" y="1"/>
                  </a:moveTo>
                  <a:lnTo>
                    <a:pt x="14471" y="16960"/>
                  </a:lnTo>
                  <a:lnTo>
                    <a:pt x="14449" y="16983"/>
                  </a:lnTo>
                  <a:lnTo>
                    <a:pt x="19516" y="30541"/>
                  </a:lnTo>
                  <a:lnTo>
                    <a:pt x="0" y="49943"/>
                  </a:lnTo>
                  <a:lnTo>
                    <a:pt x="21022" y="50490"/>
                  </a:lnTo>
                  <a:lnTo>
                    <a:pt x="32458" y="43529"/>
                  </a:lnTo>
                  <a:lnTo>
                    <a:pt x="45263" y="47318"/>
                  </a:lnTo>
                  <a:lnTo>
                    <a:pt x="45286" y="47318"/>
                  </a:lnTo>
                  <a:lnTo>
                    <a:pt x="62382" y="32573"/>
                  </a:lnTo>
                  <a:lnTo>
                    <a:pt x="62313" y="32481"/>
                  </a:lnTo>
                  <a:lnTo>
                    <a:pt x="45263" y="47204"/>
                  </a:lnTo>
                  <a:lnTo>
                    <a:pt x="32458" y="43415"/>
                  </a:lnTo>
                  <a:lnTo>
                    <a:pt x="32435" y="43392"/>
                  </a:lnTo>
                  <a:lnTo>
                    <a:pt x="21000" y="50376"/>
                  </a:lnTo>
                  <a:lnTo>
                    <a:pt x="274" y="49828"/>
                  </a:lnTo>
                  <a:lnTo>
                    <a:pt x="19630" y="30610"/>
                  </a:lnTo>
                  <a:lnTo>
                    <a:pt x="19653" y="30564"/>
                  </a:lnTo>
                  <a:lnTo>
                    <a:pt x="14586" y="16983"/>
                  </a:lnTo>
                  <a:lnTo>
                    <a:pt x="23944" y="69"/>
                  </a:lnTo>
                  <a:lnTo>
                    <a:pt x="23853"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5" name="Google Shape;4575;p24"/>
            <p:cNvSpPr/>
            <p:nvPr/>
          </p:nvSpPr>
          <p:spPr>
            <a:xfrm>
              <a:off x="2789975" y="4016150"/>
              <a:ext cx="559825" cy="621450"/>
            </a:xfrm>
            <a:custGeom>
              <a:avLst/>
              <a:gdLst/>
              <a:ahLst/>
              <a:cxnLst/>
              <a:rect l="l" t="t" r="r" b="b"/>
              <a:pathLst>
                <a:path w="22393" h="24858" extrusionOk="0">
                  <a:moveTo>
                    <a:pt x="14495" y="1"/>
                  </a:moveTo>
                  <a:lnTo>
                    <a:pt x="15773" y="24538"/>
                  </a:lnTo>
                  <a:lnTo>
                    <a:pt x="15773" y="24538"/>
                  </a:lnTo>
                  <a:lnTo>
                    <a:pt x="1" y="7122"/>
                  </a:lnTo>
                  <a:lnTo>
                    <a:pt x="3059" y="21114"/>
                  </a:lnTo>
                  <a:lnTo>
                    <a:pt x="3173" y="21068"/>
                  </a:lnTo>
                  <a:lnTo>
                    <a:pt x="206" y="7533"/>
                  </a:lnTo>
                  <a:lnTo>
                    <a:pt x="15796" y="24743"/>
                  </a:lnTo>
                  <a:lnTo>
                    <a:pt x="15910" y="24857"/>
                  </a:lnTo>
                  <a:lnTo>
                    <a:pt x="15910" y="24857"/>
                  </a:lnTo>
                  <a:lnTo>
                    <a:pt x="14655" y="685"/>
                  </a:lnTo>
                  <a:lnTo>
                    <a:pt x="14655" y="685"/>
                  </a:lnTo>
                  <a:lnTo>
                    <a:pt x="22301" y="19402"/>
                  </a:lnTo>
                  <a:lnTo>
                    <a:pt x="22392" y="19357"/>
                  </a:lnTo>
                  <a:lnTo>
                    <a:pt x="14495"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6" name="Google Shape;4576;p24"/>
            <p:cNvSpPr/>
            <p:nvPr/>
          </p:nvSpPr>
          <p:spPr>
            <a:xfrm>
              <a:off x="3301275" y="3974500"/>
              <a:ext cx="559800" cy="621450"/>
            </a:xfrm>
            <a:custGeom>
              <a:avLst/>
              <a:gdLst/>
              <a:ahLst/>
              <a:cxnLst/>
              <a:rect l="l" t="t" r="r" b="b"/>
              <a:pathLst>
                <a:path w="22392" h="24858" extrusionOk="0">
                  <a:moveTo>
                    <a:pt x="14494" y="0"/>
                  </a:moveTo>
                  <a:lnTo>
                    <a:pt x="15750" y="24538"/>
                  </a:lnTo>
                  <a:lnTo>
                    <a:pt x="137" y="7282"/>
                  </a:lnTo>
                  <a:lnTo>
                    <a:pt x="0" y="7122"/>
                  </a:lnTo>
                  <a:lnTo>
                    <a:pt x="0" y="7122"/>
                  </a:lnTo>
                  <a:lnTo>
                    <a:pt x="3036" y="21114"/>
                  </a:lnTo>
                  <a:lnTo>
                    <a:pt x="3150" y="21068"/>
                  </a:lnTo>
                  <a:lnTo>
                    <a:pt x="206" y="7533"/>
                  </a:lnTo>
                  <a:lnTo>
                    <a:pt x="15773" y="24743"/>
                  </a:lnTo>
                  <a:lnTo>
                    <a:pt x="15887" y="24857"/>
                  </a:lnTo>
                  <a:lnTo>
                    <a:pt x="14631" y="685"/>
                  </a:lnTo>
                  <a:lnTo>
                    <a:pt x="22278" y="19402"/>
                  </a:lnTo>
                  <a:lnTo>
                    <a:pt x="22392" y="19356"/>
                  </a:lnTo>
                  <a:lnTo>
                    <a:pt x="14494"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7" name="Google Shape;4577;p24"/>
            <p:cNvSpPr/>
            <p:nvPr/>
          </p:nvSpPr>
          <p:spPr>
            <a:xfrm>
              <a:off x="2099525" y="3904300"/>
              <a:ext cx="811450" cy="811475"/>
            </a:xfrm>
            <a:custGeom>
              <a:avLst/>
              <a:gdLst/>
              <a:ahLst/>
              <a:cxnLst/>
              <a:rect l="l" t="t" r="r" b="b"/>
              <a:pathLst>
                <a:path w="32458" h="32459" extrusionOk="0">
                  <a:moveTo>
                    <a:pt x="32161" y="412"/>
                  </a:moveTo>
                  <a:lnTo>
                    <a:pt x="19242" y="32093"/>
                  </a:lnTo>
                  <a:lnTo>
                    <a:pt x="17941" y="12692"/>
                  </a:lnTo>
                  <a:lnTo>
                    <a:pt x="32161" y="412"/>
                  </a:lnTo>
                  <a:close/>
                  <a:moveTo>
                    <a:pt x="206" y="6301"/>
                  </a:moveTo>
                  <a:lnTo>
                    <a:pt x="17827" y="12715"/>
                  </a:lnTo>
                  <a:lnTo>
                    <a:pt x="19128" y="32230"/>
                  </a:lnTo>
                  <a:lnTo>
                    <a:pt x="6483" y="23990"/>
                  </a:lnTo>
                  <a:lnTo>
                    <a:pt x="206" y="6301"/>
                  </a:lnTo>
                  <a:close/>
                  <a:moveTo>
                    <a:pt x="32458" y="1"/>
                  </a:moveTo>
                  <a:lnTo>
                    <a:pt x="17872" y="12600"/>
                  </a:lnTo>
                  <a:lnTo>
                    <a:pt x="0" y="6095"/>
                  </a:lnTo>
                  <a:lnTo>
                    <a:pt x="6368" y="24059"/>
                  </a:lnTo>
                  <a:lnTo>
                    <a:pt x="6368" y="24082"/>
                  </a:lnTo>
                  <a:lnTo>
                    <a:pt x="19265" y="32458"/>
                  </a:lnTo>
                  <a:lnTo>
                    <a:pt x="19265" y="32367"/>
                  </a:lnTo>
                  <a:lnTo>
                    <a:pt x="32458"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8" name="Google Shape;4578;p24"/>
            <p:cNvSpPr/>
            <p:nvPr/>
          </p:nvSpPr>
          <p:spPr>
            <a:xfrm>
              <a:off x="2792275" y="4136550"/>
              <a:ext cx="368075" cy="63950"/>
            </a:xfrm>
            <a:custGeom>
              <a:avLst/>
              <a:gdLst/>
              <a:ahLst/>
              <a:cxnLst/>
              <a:rect l="l" t="t" r="r" b="b"/>
              <a:pathLst>
                <a:path w="14723" h="2558" extrusionOk="0">
                  <a:moveTo>
                    <a:pt x="14722" y="1"/>
                  </a:moveTo>
                  <a:lnTo>
                    <a:pt x="0" y="2443"/>
                  </a:lnTo>
                  <a:lnTo>
                    <a:pt x="23" y="2557"/>
                  </a:lnTo>
                  <a:lnTo>
                    <a:pt x="14722" y="115"/>
                  </a:lnTo>
                  <a:lnTo>
                    <a:pt x="14722"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79" name="Google Shape;4579;p24"/>
          <p:cNvSpPr/>
          <p:nvPr/>
        </p:nvSpPr>
        <p:spPr>
          <a:xfrm rot="4477220" flipH="1">
            <a:off x="-852987" y="1890957"/>
            <a:ext cx="1537742" cy="1230648"/>
          </a:xfrm>
          <a:custGeom>
            <a:avLst/>
            <a:gdLst/>
            <a:ahLst/>
            <a:cxnLst/>
            <a:rect l="l" t="t" r="r" b="b"/>
            <a:pathLst>
              <a:path w="29834" h="23876" extrusionOk="0">
                <a:moveTo>
                  <a:pt x="21959" y="1"/>
                </a:moveTo>
                <a:lnTo>
                  <a:pt x="1" y="23876"/>
                </a:lnTo>
                <a:lnTo>
                  <a:pt x="1" y="23876"/>
                </a:lnTo>
                <a:lnTo>
                  <a:pt x="29833" y="14175"/>
                </a:lnTo>
                <a:lnTo>
                  <a:pt x="21959"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80" name="Google Shape;4580;p24"/>
          <p:cNvGrpSpPr/>
          <p:nvPr/>
        </p:nvGrpSpPr>
        <p:grpSpPr>
          <a:xfrm flipH="1">
            <a:off x="-1414336" y="4276525"/>
            <a:ext cx="2134324" cy="2134324"/>
            <a:chOff x="3413675" y="1416350"/>
            <a:chExt cx="685925" cy="685925"/>
          </a:xfrm>
        </p:grpSpPr>
        <p:sp>
          <p:nvSpPr>
            <p:cNvPr id="4581" name="Google Shape;4581;p24"/>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2" name="Google Shape;4582;p24"/>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3" name="Google Shape;4583;p24"/>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4" name="Google Shape;4584;p24"/>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5" name="Google Shape;4585;p24"/>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6" name="Google Shape;4586;p24"/>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7" name="Google Shape;4587;p24"/>
          <p:cNvGrpSpPr/>
          <p:nvPr/>
        </p:nvGrpSpPr>
        <p:grpSpPr>
          <a:xfrm>
            <a:off x="-1539724" y="-1349691"/>
            <a:ext cx="3459295" cy="3196594"/>
            <a:chOff x="407025" y="3490600"/>
            <a:chExt cx="1442575" cy="1333025"/>
          </a:xfrm>
        </p:grpSpPr>
        <p:sp>
          <p:nvSpPr>
            <p:cNvPr id="4588" name="Google Shape;4588;p24"/>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9" name="Google Shape;4589;p24"/>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0" name="Google Shape;4590;p24"/>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1" name="Google Shape;4591;p24"/>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2" name="Google Shape;4592;p24"/>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3" name="Google Shape;4593;p24"/>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94" name="Google Shape;4594;p24"/>
          <p:cNvGrpSpPr/>
          <p:nvPr/>
        </p:nvGrpSpPr>
        <p:grpSpPr>
          <a:xfrm flipH="1">
            <a:off x="4378808" y="-729000"/>
            <a:ext cx="1390987" cy="1390987"/>
            <a:chOff x="3413675" y="1416350"/>
            <a:chExt cx="685925" cy="685925"/>
          </a:xfrm>
        </p:grpSpPr>
        <p:sp>
          <p:nvSpPr>
            <p:cNvPr id="4595" name="Google Shape;4595;p24"/>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6" name="Google Shape;4596;p24"/>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7" name="Google Shape;4597;p24"/>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8" name="Google Shape;4598;p24"/>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9" name="Google Shape;4599;p24"/>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0" name="Google Shape;4600;p24"/>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01" name="Google Shape;4601;p24"/>
          <p:cNvGrpSpPr/>
          <p:nvPr/>
        </p:nvGrpSpPr>
        <p:grpSpPr>
          <a:xfrm flipH="1">
            <a:off x="7284740" y="4408293"/>
            <a:ext cx="1674672" cy="391598"/>
            <a:chOff x="3504975" y="1233750"/>
            <a:chExt cx="324725" cy="75925"/>
          </a:xfrm>
        </p:grpSpPr>
        <p:sp>
          <p:nvSpPr>
            <p:cNvPr id="4602" name="Google Shape;4602;p24"/>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3" name="Google Shape;4603;p24"/>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4" name="Google Shape;4604;p24"/>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05" name="Google Shape;4605;p24"/>
          <p:cNvSpPr txBox="1">
            <a:spLocks noGrp="1"/>
          </p:cNvSpPr>
          <p:nvPr>
            <p:ph type="title"/>
          </p:nvPr>
        </p:nvSpPr>
        <p:spPr>
          <a:xfrm>
            <a:off x="720000" y="539400"/>
            <a:ext cx="3434700" cy="8730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500"/>
              <a:buNone/>
              <a:defRPr sz="5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606" name="Google Shape;4606;p24"/>
          <p:cNvSpPr txBox="1">
            <a:spLocks noGrp="1"/>
          </p:cNvSpPr>
          <p:nvPr>
            <p:ph type="subTitle" idx="1"/>
          </p:nvPr>
        </p:nvSpPr>
        <p:spPr>
          <a:xfrm>
            <a:off x="720000" y="2391763"/>
            <a:ext cx="3434700" cy="768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607" name="Google Shape;4607;p24"/>
          <p:cNvSpPr txBox="1">
            <a:spLocks noGrp="1"/>
          </p:cNvSpPr>
          <p:nvPr>
            <p:ph type="subTitle" idx="2"/>
          </p:nvPr>
        </p:nvSpPr>
        <p:spPr>
          <a:xfrm>
            <a:off x="720000" y="1982838"/>
            <a:ext cx="3434700" cy="408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608" name="Google Shape;4608;p24"/>
          <p:cNvSpPr/>
          <p:nvPr/>
        </p:nvSpPr>
        <p:spPr>
          <a:xfrm rot="-2119896" flipH="1">
            <a:off x="8005216" y="-646086"/>
            <a:ext cx="851363" cy="1592003"/>
          </a:xfrm>
          <a:custGeom>
            <a:avLst/>
            <a:gdLst/>
            <a:ahLst/>
            <a:cxnLst/>
            <a:rect l="l" t="t" r="r" b="b"/>
            <a:pathLst>
              <a:path w="25451" h="47592" extrusionOk="0">
                <a:moveTo>
                  <a:pt x="25450" y="0"/>
                </a:moveTo>
                <a:lnTo>
                  <a:pt x="0" y="25062"/>
                </a:lnTo>
                <a:lnTo>
                  <a:pt x="25062" y="47591"/>
                </a:lnTo>
                <a:lnTo>
                  <a:pt x="25450"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9" name="Google Shape;4609;p24"/>
          <p:cNvSpPr txBox="1"/>
          <p:nvPr/>
        </p:nvSpPr>
        <p:spPr>
          <a:xfrm>
            <a:off x="720000" y="3410800"/>
            <a:ext cx="3658800" cy="615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solidFill>
                  <a:schemeClr val="dk1"/>
                </a:solidFill>
                <a:latin typeface="Cambay"/>
                <a:ea typeface="Cambay"/>
                <a:cs typeface="Cambay"/>
                <a:sym typeface="Cambay"/>
              </a:rPr>
              <a:t>CREDITS: This presentation template was created by </a:t>
            </a:r>
            <a:r>
              <a:rPr lang="en" sz="1200" b="1">
                <a:solidFill>
                  <a:schemeClr val="lt2"/>
                </a:solidFill>
                <a:uFill>
                  <a:noFill/>
                </a:uFill>
                <a:latin typeface="Cambay"/>
                <a:ea typeface="Cambay"/>
                <a:cs typeface="Cambay"/>
                <a:sym typeface="Cambay"/>
                <a:hlinkClick r:id="rId2">
                  <a:extLst>
                    <a:ext uri="{A12FA001-AC4F-418D-AE19-62706E023703}">
                      <ahyp:hlinkClr xmlns:ahyp="http://schemas.microsoft.com/office/drawing/2018/hyperlinkcolor" val="tx"/>
                    </a:ext>
                  </a:extLst>
                </a:hlinkClick>
              </a:rPr>
              <a:t>Slidesgo</a:t>
            </a:r>
            <a:r>
              <a:rPr lang="en" sz="1200">
                <a:solidFill>
                  <a:schemeClr val="dk1"/>
                </a:solidFill>
                <a:latin typeface="Cambay"/>
                <a:ea typeface="Cambay"/>
                <a:cs typeface="Cambay"/>
                <a:sym typeface="Cambay"/>
              </a:rPr>
              <a:t>, including icons by </a:t>
            </a:r>
            <a:r>
              <a:rPr lang="en" sz="1200" b="1">
                <a:solidFill>
                  <a:schemeClr val="lt2"/>
                </a:solidFill>
                <a:uFill>
                  <a:noFill/>
                </a:uFill>
                <a:latin typeface="Cambay"/>
                <a:ea typeface="Cambay"/>
                <a:cs typeface="Cambay"/>
                <a:sym typeface="Cambay"/>
                <a:hlinkClick r:id="rId3">
                  <a:extLst>
                    <a:ext uri="{A12FA001-AC4F-418D-AE19-62706E023703}">
                      <ahyp:hlinkClr xmlns:ahyp="http://schemas.microsoft.com/office/drawing/2018/hyperlinkcolor" val="tx"/>
                    </a:ext>
                  </a:extLst>
                </a:hlinkClick>
              </a:rPr>
              <a:t>Flaticon</a:t>
            </a:r>
            <a:r>
              <a:rPr lang="en" sz="1200">
                <a:solidFill>
                  <a:schemeClr val="dk1"/>
                </a:solidFill>
                <a:latin typeface="Cambay"/>
                <a:ea typeface="Cambay"/>
                <a:cs typeface="Cambay"/>
                <a:sym typeface="Cambay"/>
              </a:rPr>
              <a:t>, infographics and images by </a:t>
            </a:r>
            <a:r>
              <a:rPr lang="en" sz="1200" b="1">
                <a:solidFill>
                  <a:schemeClr val="lt2"/>
                </a:solidFill>
                <a:uFill>
                  <a:noFill/>
                </a:uFill>
                <a:latin typeface="Cambay"/>
                <a:ea typeface="Cambay"/>
                <a:cs typeface="Cambay"/>
                <a:sym typeface="Cambay"/>
                <a:hlinkClick r:id="rId4">
                  <a:extLst>
                    <a:ext uri="{A12FA001-AC4F-418D-AE19-62706E023703}">
                      <ahyp:hlinkClr xmlns:ahyp="http://schemas.microsoft.com/office/drawing/2018/hyperlinkcolor" val="tx"/>
                    </a:ext>
                  </a:extLst>
                </a:hlinkClick>
              </a:rPr>
              <a:t>Freepik</a:t>
            </a:r>
            <a:endParaRPr sz="1200" b="1">
              <a:solidFill>
                <a:schemeClr val="lt2"/>
              </a:solidFill>
              <a:latin typeface="Cambay"/>
              <a:ea typeface="Cambay"/>
              <a:cs typeface="Cambay"/>
              <a:sym typeface="Cambay"/>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610"/>
        <p:cNvGrpSpPr/>
        <p:nvPr/>
      </p:nvGrpSpPr>
      <p:grpSpPr>
        <a:xfrm>
          <a:off x="0" y="0"/>
          <a:ext cx="0" cy="0"/>
          <a:chOff x="0" y="0"/>
          <a:chExt cx="0" cy="0"/>
        </a:xfrm>
      </p:grpSpPr>
      <p:grpSp>
        <p:nvGrpSpPr>
          <p:cNvPr id="4611" name="Google Shape;4611;p25"/>
          <p:cNvGrpSpPr/>
          <p:nvPr/>
        </p:nvGrpSpPr>
        <p:grpSpPr>
          <a:xfrm>
            <a:off x="74" y="63"/>
            <a:ext cx="9144153" cy="5143512"/>
            <a:chOff x="4263926" y="3811300"/>
            <a:chExt cx="2189272" cy="1231448"/>
          </a:xfrm>
        </p:grpSpPr>
        <p:sp>
          <p:nvSpPr>
            <p:cNvPr id="4612" name="Google Shape;4612;p25"/>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3" name="Google Shape;4613;p25"/>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4" name="Google Shape;4614;p25"/>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5" name="Google Shape;4615;p25"/>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6" name="Google Shape;4616;p25"/>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7" name="Google Shape;4617;p25"/>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8" name="Google Shape;4618;p25"/>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9" name="Google Shape;4619;p25"/>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0" name="Google Shape;4620;p25"/>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1" name="Google Shape;4621;p25"/>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2" name="Google Shape;4622;p25"/>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3" name="Google Shape;4623;p25"/>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4" name="Google Shape;4624;p25"/>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5" name="Google Shape;4625;p25"/>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6" name="Google Shape;4626;p25"/>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7" name="Google Shape;4627;p25"/>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8" name="Google Shape;4628;p25"/>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9" name="Google Shape;4629;p25"/>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0" name="Google Shape;4630;p25"/>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1" name="Google Shape;4631;p25"/>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2" name="Google Shape;4632;p25"/>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3" name="Google Shape;4633;p25"/>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4" name="Google Shape;4634;p25"/>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5" name="Google Shape;4635;p25"/>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6" name="Google Shape;4636;p25"/>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7" name="Google Shape;4637;p25"/>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8" name="Google Shape;4638;p25"/>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9" name="Google Shape;4639;p25"/>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0" name="Google Shape;4640;p25"/>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1" name="Google Shape;4641;p25"/>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2" name="Google Shape;4642;p25"/>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3" name="Google Shape;4643;p25"/>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4" name="Google Shape;4644;p25"/>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5" name="Google Shape;4645;p25"/>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6" name="Google Shape;4646;p25"/>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7" name="Google Shape;4647;p25"/>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8" name="Google Shape;4648;p25"/>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9" name="Google Shape;4649;p25"/>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0" name="Google Shape;4650;p25"/>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1" name="Google Shape;4651;p25"/>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2" name="Google Shape;4652;p25"/>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3" name="Google Shape;4653;p25"/>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4" name="Google Shape;4654;p25"/>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5" name="Google Shape;4655;p25"/>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6" name="Google Shape;4656;p25"/>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7" name="Google Shape;4657;p25"/>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8" name="Google Shape;4658;p25"/>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9" name="Google Shape;4659;p25"/>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0" name="Google Shape;4660;p25"/>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1" name="Google Shape;4661;p25"/>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2" name="Google Shape;4662;p25"/>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3" name="Google Shape;4663;p25"/>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4" name="Google Shape;4664;p25"/>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5" name="Google Shape;4665;p25"/>
          <p:cNvGrpSpPr/>
          <p:nvPr/>
        </p:nvGrpSpPr>
        <p:grpSpPr>
          <a:xfrm rot="10800000">
            <a:off x="-589742" y="-406995"/>
            <a:ext cx="9834790" cy="6880156"/>
            <a:chOff x="2056725" y="3456925"/>
            <a:chExt cx="1804350" cy="1262275"/>
          </a:xfrm>
        </p:grpSpPr>
        <p:sp>
          <p:nvSpPr>
            <p:cNvPr id="4666" name="Google Shape;4666;p25"/>
            <p:cNvSpPr/>
            <p:nvPr/>
          </p:nvSpPr>
          <p:spPr>
            <a:xfrm>
              <a:off x="2056725" y="3456925"/>
              <a:ext cx="1559550" cy="1262275"/>
            </a:xfrm>
            <a:custGeom>
              <a:avLst/>
              <a:gdLst/>
              <a:ahLst/>
              <a:cxnLst/>
              <a:rect l="l" t="t" r="r" b="b"/>
              <a:pathLst>
                <a:path w="62382" h="50491" extrusionOk="0">
                  <a:moveTo>
                    <a:pt x="23853" y="1"/>
                  </a:moveTo>
                  <a:lnTo>
                    <a:pt x="14471" y="16960"/>
                  </a:lnTo>
                  <a:lnTo>
                    <a:pt x="14449" y="16983"/>
                  </a:lnTo>
                  <a:lnTo>
                    <a:pt x="19516" y="30541"/>
                  </a:lnTo>
                  <a:lnTo>
                    <a:pt x="0" y="49943"/>
                  </a:lnTo>
                  <a:lnTo>
                    <a:pt x="21022" y="50490"/>
                  </a:lnTo>
                  <a:lnTo>
                    <a:pt x="32458" y="43529"/>
                  </a:lnTo>
                  <a:lnTo>
                    <a:pt x="45263" y="47318"/>
                  </a:lnTo>
                  <a:lnTo>
                    <a:pt x="45286" y="47318"/>
                  </a:lnTo>
                  <a:lnTo>
                    <a:pt x="62382" y="32573"/>
                  </a:lnTo>
                  <a:lnTo>
                    <a:pt x="62313" y="32481"/>
                  </a:lnTo>
                  <a:lnTo>
                    <a:pt x="45263" y="47204"/>
                  </a:lnTo>
                  <a:lnTo>
                    <a:pt x="32458" y="43415"/>
                  </a:lnTo>
                  <a:lnTo>
                    <a:pt x="32435" y="43392"/>
                  </a:lnTo>
                  <a:lnTo>
                    <a:pt x="21000" y="50376"/>
                  </a:lnTo>
                  <a:lnTo>
                    <a:pt x="274" y="49828"/>
                  </a:lnTo>
                  <a:lnTo>
                    <a:pt x="19630" y="30610"/>
                  </a:lnTo>
                  <a:lnTo>
                    <a:pt x="19653" y="30564"/>
                  </a:lnTo>
                  <a:lnTo>
                    <a:pt x="14586" y="16983"/>
                  </a:lnTo>
                  <a:lnTo>
                    <a:pt x="23944" y="69"/>
                  </a:lnTo>
                  <a:lnTo>
                    <a:pt x="23853"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7" name="Google Shape;4667;p25"/>
            <p:cNvSpPr/>
            <p:nvPr/>
          </p:nvSpPr>
          <p:spPr>
            <a:xfrm>
              <a:off x="2789975" y="4016150"/>
              <a:ext cx="559825" cy="621450"/>
            </a:xfrm>
            <a:custGeom>
              <a:avLst/>
              <a:gdLst/>
              <a:ahLst/>
              <a:cxnLst/>
              <a:rect l="l" t="t" r="r" b="b"/>
              <a:pathLst>
                <a:path w="22393" h="24858" extrusionOk="0">
                  <a:moveTo>
                    <a:pt x="14495" y="1"/>
                  </a:moveTo>
                  <a:lnTo>
                    <a:pt x="15773" y="24538"/>
                  </a:lnTo>
                  <a:lnTo>
                    <a:pt x="15773" y="24538"/>
                  </a:lnTo>
                  <a:lnTo>
                    <a:pt x="1" y="7122"/>
                  </a:lnTo>
                  <a:lnTo>
                    <a:pt x="3059" y="21114"/>
                  </a:lnTo>
                  <a:lnTo>
                    <a:pt x="3173" y="21068"/>
                  </a:lnTo>
                  <a:lnTo>
                    <a:pt x="206" y="7533"/>
                  </a:lnTo>
                  <a:lnTo>
                    <a:pt x="15796" y="24743"/>
                  </a:lnTo>
                  <a:lnTo>
                    <a:pt x="15910" y="24857"/>
                  </a:lnTo>
                  <a:lnTo>
                    <a:pt x="15910" y="24857"/>
                  </a:lnTo>
                  <a:lnTo>
                    <a:pt x="14655" y="685"/>
                  </a:lnTo>
                  <a:lnTo>
                    <a:pt x="14655" y="685"/>
                  </a:lnTo>
                  <a:lnTo>
                    <a:pt x="22301" y="19402"/>
                  </a:lnTo>
                  <a:lnTo>
                    <a:pt x="22392" y="19357"/>
                  </a:lnTo>
                  <a:lnTo>
                    <a:pt x="14495"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8" name="Google Shape;4668;p25"/>
            <p:cNvSpPr/>
            <p:nvPr/>
          </p:nvSpPr>
          <p:spPr>
            <a:xfrm>
              <a:off x="3301275" y="3974500"/>
              <a:ext cx="559800" cy="621450"/>
            </a:xfrm>
            <a:custGeom>
              <a:avLst/>
              <a:gdLst/>
              <a:ahLst/>
              <a:cxnLst/>
              <a:rect l="l" t="t" r="r" b="b"/>
              <a:pathLst>
                <a:path w="22392" h="24858" extrusionOk="0">
                  <a:moveTo>
                    <a:pt x="14494" y="0"/>
                  </a:moveTo>
                  <a:lnTo>
                    <a:pt x="15750" y="24538"/>
                  </a:lnTo>
                  <a:lnTo>
                    <a:pt x="137" y="7282"/>
                  </a:lnTo>
                  <a:lnTo>
                    <a:pt x="0" y="7122"/>
                  </a:lnTo>
                  <a:lnTo>
                    <a:pt x="0" y="7122"/>
                  </a:lnTo>
                  <a:lnTo>
                    <a:pt x="3036" y="21114"/>
                  </a:lnTo>
                  <a:lnTo>
                    <a:pt x="3150" y="21068"/>
                  </a:lnTo>
                  <a:lnTo>
                    <a:pt x="206" y="7533"/>
                  </a:lnTo>
                  <a:lnTo>
                    <a:pt x="15773" y="24743"/>
                  </a:lnTo>
                  <a:lnTo>
                    <a:pt x="15887" y="24857"/>
                  </a:lnTo>
                  <a:lnTo>
                    <a:pt x="14631" y="685"/>
                  </a:lnTo>
                  <a:lnTo>
                    <a:pt x="22278" y="19402"/>
                  </a:lnTo>
                  <a:lnTo>
                    <a:pt x="22392" y="19356"/>
                  </a:lnTo>
                  <a:lnTo>
                    <a:pt x="14494"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9" name="Google Shape;4669;p25"/>
            <p:cNvSpPr/>
            <p:nvPr/>
          </p:nvSpPr>
          <p:spPr>
            <a:xfrm>
              <a:off x="2099525" y="3904300"/>
              <a:ext cx="811450" cy="811475"/>
            </a:xfrm>
            <a:custGeom>
              <a:avLst/>
              <a:gdLst/>
              <a:ahLst/>
              <a:cxnLst/>
              <a:rect l="l" t="t" r="r" b="b"/>
              <a:pathLst>
                <a:path w="32458" h="32459" extrusionOk="0">
                  <a:moveTo>
                    <a:pt x="32161" y="412"/>
                  </a:moveTo>
                  <a:lnTo>
                    <a:pt x="19242" y="32093"/>
                  </a:lnTo>
                  <a:lnTo>
                    <a:pt x="17941" y="12692"/>
                  </a:lnTo>
                  <a:lnTo>
                    <a:pt x="32161" y="412"/>
                  </a:lnTo>
                  <a:close/>
                  <a:moveTo>
                    <a:pt x="206" y="6301"/>
                  </a:moveTo>
                  <a:lnTo>
                    <a:pt x="17827" y="12715"/>
                  </a:lnTo>
                  <a:lnTo>
                    <a:pt x="19128" y="32230"/>
                  </a:lnTo>
                  <a:lnTo>
                    <a:pt x="6483" y="23990"/>
                  </a:lnTo>
                  <a:lnTo>
                    <a:pt x="206" y="6301"/>
                  </a:lnTo>
                  <a:close/>
                  <a:moveTo>
                    <a:pt x="32458" y="1"/>
                  </a:moveTo>
                  <a:lnTo>
                    <a:pt x="17872" y="12600"/>
                  </a:lnTo>
                  <a:lnTo>
                    <a:pt x="0" y="6095"/>
                  </a:lnTo>
                  <a:lnTo>
                    <a:pt x="6368" y="24059"/>
                  </a:lnTo>
                  <a:lnTo>
                    <a:pt x="6368" y="24082"/>
                  </a:lnTo>
                  <a:lnTo>
                    <a:pt x="19265" y="32458"/>
                  </a:lnTo>
                  <a:lnTo>
                    <a:pt x="19265" y="32367"/>
                  </a:lnTo>
                  <a:lnTo>
                    <a:pt x="32458"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0" name="Google Shape;4670;p25"/>
            <p:cNvSpPr/>
            <p:nvPr/>
          </p:nvSpPr>
          <p:spPr>
            <a:xfrm>
              <a:off x="2792275" y="4136550"/>
              <a:ext cx="368075" cy="63950"/>
            </a:xfrm>
            <a:custGeom>
              <a:avLst/>
              <a:gdLst/>
              <a:ahLst/>
              <a:cxnLst/>
              <a:rect l="l" t="t" r="r" b="b"/>
              <a:pathLst>
                <a:path w="14723" h="2558" extrusionOk="0">
                  <a:moveTo>
                    <a:pt x="14722" y="1"/>
                  </a:moveTo>
                  <a:lnTo>
                    <a:pt x="0" y="2443"/>
                  </a:lnTo>
                  <a:lnTo>
                    <a:pt x="23" y="2557"/>
                  </a:lnTo>
                  <a:lnTo>
                    <a:pt x="14722" y="115"/>
                  </a:lnTo>
                  <a:lnTo>
                    <a:pt x="14722"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71" name="Google Shape;4671;p25"/>
          <p:cNvGrpSpPr/>
          <p:nvPr/>
        </p:nvGrpSpPr>
        <p:grpSpPr>
          <a:xfrm>
            <a:off x="-589739" y="-296850"/>
            <a:ext cx="1390987" cy="1390987"/>
            <a:chOff x="3413675" y="1416350"/>
            <a:chExt cx="685925" cy="685925"/>
          </a:xfrm>
        </p:grpSpPr>
        <p:sp>
          <p:nvSpPr>
            <p:cNvPr id="4672" name="Google Shape;4672;p25"/>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3" name="Google Shape;4673;p25"/>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4" name="Google Shape;4674;p25"/>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5" name="Google Shape;4675;p25"/>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6" name="Google Shape;4676;p25"/>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7" name="Google Shape;4677;p25"/>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78" name="Google Shape;4678;p25"/>
          <p:cNvGrpSpPr/>
          <p:nvPr/>
        </p:nvGrpSpPr>
        <p:grpSpPr>
          <a:xfrm>
            <a:off x="7168411" y="3005809"/>
            <a:ext cx="3459295" cy="3196594"/>
            <a:chOff x="407025" y="3490600"/>
            <a:chExt cx="1442575" cy="1333025"/>
          </a:xfrm>
        </p:grpSpPr>
        <p:sp>
          <p:nvSpPr>
            <p:cNvPr id="4679" name="Google Shape;4679;p25"/>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0" name="Google Shape;4680;p25"/>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1" name="Google Shape;4681;p25"/>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2" name="Google Shape;4682;p25"/>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3" name="Google Shape;4683;p25"/>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4" name="Google Shape;4684;p25"/>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85" name="Google Shape;4685;p25"/>
          <p:cNvGrpSpPr/>
          <p:nvPr/>
        </p:nvGrpSpPr>
        <p:grpSpPr>
          <a:xfrm>
            <a:off x="189005" y="4741743"/>
            <a:ext cx="1048180" cy="245101"/>
            <a:chOff x="3504975" y="1233750"/>
            <a:chExt cx="324725" cy="75925"/>
          </a:xfrm>
        </p:grpSpPr>
        <p:sp>
          <p:nvSpPr>
            <p:cNvPr id="4686" name="Google Shape;4686;p25"/>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7" name="Google Shape;4687;p25"/>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8" name="Google Shape;4688;p25"/>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89" name="Google Shape;4689;p25"/>
          <p:cNvSpPr/>
          <p:nvPr/>
        </p:nvSpPr>
        <p:spPr>
          <a:xfrm rot="6594455">
            <a:off x="8534907" y="-273937"/>
            <a:ext cx="1756897" cy="1453532"/>
          </a:xfrm>
          <a:custGeom>
            <a:avLst/>
            <a:gdLst/>
            <a:ahLst/>
            <a:cxnLst/>
            <a:rect l="l" t="t" r="r" b="b"/>
            <a:pathLst>
              <a:path w="18376" h="15203" extrusionOk="0">
                <a:moveTo>
                  <a:pt x="18375" y="0"/>
                </a:moveTo>
                <a:lnTo>
                  <a:pt x="1" y="11596"/>
                </a:lnTo>
                <a:lnTo>
                  <a:pt x="15910" y="15202"/>
                </a:lnTo>
                <a:lnTo>
                  <a:pt x="18375"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0" name="Google Shape;4690;p25"/>
          <p:cNvSpPr/>
          <p:nvPr/>
        </p:nvSpPr>
        <p:spPr>
          <a:xfrm rot="668766">
            <a:off x="-839511" y="2162734"/>
            <a:ext cx="1228875" cy="1016684"/>
          </a:xfrm>
          <a:custGeom>
            <a:avLst/>
            <a:gdLst/>
            <a:ahLst/>
            <a:cxnLst/>
            <a:rect l="l" t="t" r="r" b="b"/>
            <a:pathLst>
              <a:path w="18376" h="15203" extrusionOk="0">
                <a:moveTo>
                  <a:pt x="18375" y="0"/>
                </a:moveTo>
                <a:lnTo>
                  <a:pt x="1" y="11596"/>
                </a:lnTo>
                <a:lnTo>
                  <a:pt x="15910" y="15202"/>
                </a:lnTo>
                <a:lnTo>
                  <a:pt x="18375"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691"/>
        <p:cNvGrpSpPr/>
        <p:nvPr/>
      </p:nvGrpSpPr>
      <p:grpSpPr>
        <a:xfrm>
          <a:off x="0" y="0"/>
          <a:ext cx="0" cy="0"/>
          <a:chOff x="0" y="0"/>
          <a:chExt cx="0" cy="0"/>
        </a:xfrm>
      </p:grpSpPr>
      <p:grpSp>
        <p:nvGrpSpPr>
          <p:cNvPr id="4692" name="Google Shape;4692;p26"/>
          <p:cNvGrpSpPr/>
          <p:nvPr/>
        </p:nvGrpSpPr>
        <p:grpSpPr>
          <a:xfrm>
            <a:off x="74" y="63"/>
            <a:ext cx="9144153" cy="5143512"/>
            <a:chOff x="4263926" y="3811300"/>
            <a:chExt cx="2189272" cy="1231448"/>
          </a:xfrm>
        </p:grpSpPr>
        <p:sp>
          <p:nvSpPr>
            <p:cNvPr id="4693" name="Google Shape;4693;p26"/>
            <p:cNvSpPr/>
            <p:nvPr/>
          </p:nvSpPr>
          <p:spPr>
            <a:xfrm>
              <a:off x="64437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4" name="Google Shape;4694;p26"/>
            <p:cNvSpPr/>
            <p:nvPr/>
          </p:nvSpPr>
          <p:spPr>
            <a:xfrm>
              <a:off x="63650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5" name="Google Shape;4695;p26"/>
            <p:cNvSpPr/>
            <p:nvPr/>
          </p:nvSpPr>
          <p:spPr>
            <a:xfrm>
              <a:off x="62868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6" name="Google Shape;4696;p26"/>
            <p:cNvSpPr/>
            <p:nvPr/>
          </p:nvSpPr>
          <p:spPr>
            <a:xfrm>
              <a:off x="620807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7" name="Google Shape;4697;p26"/>
            <p:cNvSpPr/>
            <p:nvPr/>
          </p:nvSpPr>
          <p:spPr>
            <a:xfrm>
              <a:off x="61293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8" name="Google Shape;4698;p26"/>
            <p:cNvSpPr/>
            <p:nvPr/>
          </p:nvSpPr>
          <p:spPr>
            <a:xfrm>
              <a:off x="6050575"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9" name="Google Shape;4699;p26"/>
            <p:cNvSpPr/>
            <p:nvPr/>
          </p:nvSpPr>
          <p:spPr>
            <a:xfrm>
              <a:off x="597182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0" name="Google Shape;4700;p26"/>
            <p:cNvSpPr/>
            <p:nvPr/>
          </p:nvSpPr>
          <p:spPr>
            <a:xfrm>
              <a:off x="5893075"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1" name="Google Shape;4701;p26"/>
            <p:cNvSpPr/>
            <p:nvPr/>
          </p:nvSpPr>
          <p:spPr>
            <a:xfrm>
              <a:off x="58149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2" name="Google Shape;4702;p26"/>
            <p:cNvSpPr/>
            <p:nvPr/>
          </p:nvSpPr>
          <p:spPr>
            <a:xfrm>
              <a:off x="573615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3" name="Google Shape;4703;p26"/>
            <p:cNvSpPr/>
            <p:nvPr/>
          </p:nvSpPr>
          <p:spPr>
            <a:xfrm>
              <a:off x="5657400"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4" name="Google Shape;4704;p26"/>
            <p:cNvSpPr/>
            <p:nvPr/>
          </p:nvSpPr>
          <p:spPr>
            <a:xfrm>
              <a:off x="557867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5" name="Google Shape;4705;p26"/>
            <p:cNvSpPr/>
            <p:nvPr/>
          </p:nvSpPr>
          <p:spPr>
            <a:xfrm>
              <a:off x="5499925"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6" name="Google Shape;4706;p26"/>
            <p:cNvSpPr/>
            <p:nvPr/>
          </p:nvSpPr>
          <p:spPr>
            <a:xfrm>
              <a:off x="5421175"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7" name="Google Shape;4707;p26"/>
            <p:cNvSpPr/>
            <p:nvPr/>
          </p:nvSpPr>
          <p:spPr>
            <a:xfrm>
              <a:off x="5342425" y="3811300"/>
              <a:ext cx="1175" cy="1230875"/>
            </a:xfrm>
            <a:custGeom>
              <a:avLst/>
              <a:gdLst/>
              <a:ahLst/>
              <a:cxnLst/>
              <a:rect l="l" t="t" r="r" b="b"/>
              <a:pathLst>
                <a:path w="47"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8" name="Google Shape;4708;p26"/>
            <p:cNvSpPr/>
            <p:nvPr/>
          </p:nvSpPr>
          <p:spPr>
            <a:xfrm>
              <a:off x="526425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9" name="Google Shape;4709;p26"/>
            <p:cNvSpPr/>
            <p:nvPr/>
          </p:nvSpPr>
          <p:spPr>
            <a:xfrm>
              <a:off x="502800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0" name="Google Shape;4710;p26"/>
            <p:cNvSpPr/>
            <p:nvPr/>
          </p:nvSpPr>
          <p:spPr>
            <a:xfrm>
              <a:off x="487050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1" name="Google Shape;4711;p26"/>
            <p:cNvSpPr/>
            <p:nvPr/>
          </p:nvSpPr>
          <p:spPr>
            <a:xfrm>
              <a:off x="471357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2" name="Google Shape;4712;p26"/>
            <p:cNvSpPr/>
            <p:nvPr/>
          </p:nvSpPr>
          <p:spPr>
            <a:xfrm>
              <a:off x="47923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3" name="Google Shape;4713;p26"/>
            <p:cNvSpPr/>
            <p:nvPr/>
          </p:nvSpPr>
          <p:spPr>
            <a:xfrm>
              <a:off x="4949250" y="3811300"/>
              <a:ext cx="1175" cy="1230875"/>
            </a:xfrm>
            <a:custGeom>
              <a:avLst/>
              <a:gdLst/>
              <a:ahLst/>
              <a:cxnLst/>
              <a:rect l="l" t="t" r="r" b="b"/>
              <a:pathLst>
                <a:path w="47" h="49235" extrusionOk="0">
                  <a:moveTo>
                    <a:pt x="1" y="0"/>
                  </a:moveTo>
                  <a:lnTo>
                    <a:pt x="1"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4" name="Google Shape;4714;p26"/>
            <p:cNvSpPr/>
            <p:nvPr/>
          </p:nvSpPr>
          <p:spPr>
            <a:xfrm>
              <a:off x="5106750" y="3811300"/>
              <a:ext cx="600" cy="1230875"/>
            </a:xfrm>
            <a:custGeom>
              <a:avLst/>
              <a:gdLst/>
              <a:ahLst/>
              <a:cxnLst/>
              <a:rect l="l" t="t" r="r" b="b"/>
              <a:pathLst>
                <a:path w="24" h="49235" extrusionOk="0">
                  <a:moveTo>
                    <a:pt x="1" y="0"/>
                  </a:moveTo>
                  <a:lnTo>
                    <a:pt x="1"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5" name="Google Shape;4715;p26"/>
            <p:cNvSpPr/>
            <p:nvPr/>
          </p:nvSpPr>
          <p:spPr>
            <a:xfrm>
              <a:off x="5185500"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6" name="Google Shape;4716;p26"/>
            <p:cNvSpPr/>
            <p:nvPr/>
          </p:nvSpPr>
          <p:spPr>
            <a:xfrm>
              <a:off x="4634825" y="3811300"/>
              <a:ext cx="600" cy="1230875"/>
            </a:xfrm>
            <a:custGeom>
              <a:avLst/>
              <a:gdLst/>
              <a:ahLst/>
              <a:cxnLst/>
              <a:rect l="l" t="t" r="r" b="b"/>
              <a:pathLst>
                <a:path w="24" h="49235" extrusionOk="0">
                  <a:moveTo>
                    <a:pt x="1" y="0"/>
                  </a:moveTo>
                  <a:lnTo>
                    <a:pt x="1" y="49235"/>
                  </a:lnTo>
                  <a:lnTo>
                    <a:pt x="24" y="49235"/>
                  </a:lnTo>
                  <a:lnTo>
                    <a:pt x="24"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7" name="Google Shape;4717;p26"/>
            <p:cNvSpPr/>
            <p:nvPr/>
          </p:nvSpPr>
          <p:spPr>
            <a:xfrm>
              <a:off x="4556100" y="3811300"/>
              <a:ext cx="575" cy="1230875"/>
            </a:xfrm>
            <a:custGeom>
              <a:avLst/>
              <a:gdLst/>
              <a:ahLst/>
              <a:cxnLst/>
              <a:rect l="l" t="t" r="r" b="b"/>
              <a:pathLst>
                <a:path w="23"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8" name="Google Shape;4718;p26"/>
            <p:cNvSpPr/>
            <p:nvPr/>
          </p:nvSpPr>
          <p:spPr>
            <a:xfrm>
              <a:off x="447735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9" name="Google Shape;4719;p26"/>
            <p:cNvSpPr/>
            <p:nvPr/>
          </p:nvSpPr>
          <p:spPr>
            <a:xfrm>
              <a:off x="4398600" y="3811300"/>
              <a:ext cx="1150" cy="1230875"/>
            </a:xfrm>
            <a:custGeom>
              <a:avLst/>
              <a:gdLst/>
              <a:ahLst/>
              <a:cxnLst/>
              <a:rect l="l" t="t" r="r" b="b"/>
              <a:pathLst>
                <a:path w="46" h="49235" extrusionOk="0">
                  <a:moveTo>
                    <a:pt x="0" y="0"/>
                  </a:moveTo>
                  <a:lnTo>
                    <a:pt x="0" y="49235"/>
                  </a:lnTo>
                  <a:lnTo>
                    <a:pt x="46" y="49235"/>
                  </a:lnTo>
                  <a:lnTo>
                    <a:pt x="46"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0" name="Google Shape;4720;p26"/>
            <p:cNvSpPr/>
            <p:nvPr/>
          </p:nvSpPr>
          <p:spPr>
            <a:xfrm>
              <a:off x="4320425" y="3811300"/>
              <a:ext cx="600" cy="1230875"/>
            </a:xfrm>
            <a:custGeom>
              <a:avLst/>
              <a:gdLst/>
              <a:ahLst/>
              <a:cxnLst/>
              <a:rect l="l" t="t" r="r" b="b"/>
              <a:pathLst>
                <a:path w="24" h="49235" extrusionOk="0">
                  <a:moveTo>
                    <a:pt x="0" y="0"/>
                  </a:moveTo>
                  <a:lnTo>
                    <a:pt x="0" y="49235"/>
                  </a:lnTo>
                  <a:lnTo>
                    <a:pt x="23" y="49235"/>
                  </a:lnTo>
                  <a:lnTo>
                    <a:pt x="23"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1" name="Google Shape;4721;p26"/>
            <p:cNvSpPr/>
            <p:nvPr/>
          </p:nvSpPr>
          <p:spPr>
            <a:xfrm>
              <a:off x="4263926" y="50421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2" name="Google Shape;4722;p26"/>
            <p:cNvSpPr/>
            <p:nvPr/>
          </p:nvSpPr>
          <p:spPr>
            <a:xfrm>
              <a:off x="4263926" y="4990798"/>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3" name="Google Shape;4723;p26"/>
            <p:cNvSpPr/>
            <p:nvPr/>
          </p:nvSpPr>
          <p:spPr>
            <a:xfrm>
              <a:off x="4263926" y="4939998"/>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4" name="Google Shape;4724;p26"/>
            <p:cNvSpPr/>
            <p:nvPr/>
          </p:nvSpPr>
          <p:spPr>
            <a:xfrm>
              <a:off x="4263926" y="4888648"/>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5" name="Google Shape;4725;p26"/>
            <p:cNvSpPr/>
            <p:nvPr/>
          </p:nvSpPr>
          <p:spPr>
            <a:xfrm>
              <a:off x="4263926" y="48378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6" name="Google Shape;4726;p26"/>
            <p:cNvSpPr/>
            <p:nvPr/>
          </p:nvSpPr>
          <p:spPr>
            <a:xfrm>
              <a:off x="4263926" y="4786499"/>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7" name="Google Shape;4727;p26"/>
            <p:cNvSpPr/>
            <p:nvPr/>
          </p:nvSpPr>
          <p:spPr>
            <a:xfrm>
              <a:off x="4263926" y="47357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8" name="Google Shape;4728;p26"/>
            <p:cNvSpPr/>
            <p:nvPr/>
          </p:nvSpPr>
          <p:spPr>
            <a:xfrm>
              <a:off x="4263926" y="4684374"/>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9" name="Google Shape;4729;p26"/>
            <p:cNvSpPr/>
            <p:nvPr/>
          </p:nvSpPr>
          <p:spPr>
            <a:xfrm>
              <a:off x="4263926" y="4633574"/>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0" name="Google Shape;4730;p26"/>
            <p:cNvSpPr/>
            <p:nvPr/>
          </p:nvSpPr>
          <p:spPr>
            <a:xfrm>
              <a:off x="4263926" y="4582224"/>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1" name="Google Shape;4731;p26"/>
            <p:cNvSpPr/>
            <p:nvPr/>
          </p:nvSpPr>
          <p:spPr>
            <a:xfrm>
              <a:off x="4263926" y="4531424"/>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2" name="Google Shape;4732;p26"/>
            <p:cNvSpPr/>
            <p:nvPr/>
          </p:nvSpPr>
          <p:spPr>
            <a:xfrm>
              <a:off x="4263926" y="4480075"/>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3" name="Google Shape;4733;p26"/>
            <p:cNvSpPr/>
            <p:nvPr/>
          </p:nvSpPr>
          <p:spPr>
            <a:xfrm>
              <a:off x="4263926" y="4429300"/>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4" name="Google Shape;4734;p26"/>
            <p:cNvSpPr/>
            <p:nvPr/>
          </p:nvSpPr>
          <p:spPr>
            <a:xfrm>
              <a:off x="4263926" y="4377925"/>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5" name="Google Shape;4735;p26"/>
            <p:cNvSpPr/>
            <p:nvPr/>
          </p:nvSpPr>
          <p:spPr>
            <a:xfrm>
              <a:off x="4263926" y="4327150"/>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6" name="Google Shape;4736;p26"/>
            <p:cNvSpPr/>
            <p:nvPr/>
          </p:nvSpPr>
          <p:spPr>
            <a:xfrm>
              <a:off x="4263926" y="4275800"/>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7" name="Google Shape;4737;p26"/>
            <p:cNvSpPr/>
            <p:nvPr/>
          </p:nvSpPr>
          <p:spPr>
            <a:xfrm>
              <a:off x="4263926" y="4225000"/>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8" name="Google Shape;4738;p26"/>
            <p:cNvSpPr/>
            <p:nvPr/>
          </p:nvSpPr>
          <p:spPr>
            <a:xfrm>
              <a:off x="4263926" y="4173650"/>
              <a:ext cx="2189272" cy="1175"/>
            </a:xfrm>
            <a:custGeom>
              <a:avLst/>
              <a:gdLst/>
              <a:ahLst/>
              <a:cxnLst/>
              <a:rect l="l" t="t" r="r" b="b"/>
              <a:pathLst>
                <a:path w="108353" h="47"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9" name="Google Shape;4739;p26"/>
            <p:cNvSpPr/>
            <p:nvPr/>
          </p:nvSpPr>
          <p:spPr>
            <a:xfrm>
              <a:off x="4263926" y="4020726"/>
              <a:ext cx="2189272" cy="600"/>
            </a:xfrm>
            <a:custGeom>
              <a:avLst/>
              <a:gdLst/>
              <a:ahLst/>
              <a:cxnLst/>
              <a:rect l="l" t="t" r="r" b="b"/>
              <a:pathLst>
                <a:path w="108353" h="24"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0" name="Google Shape;4740;p26"/>
            <p:cNvSpPr/>
            <p:nvPr/>
          </p:nvSpPr>
          <p:spPr>
            <a:xfrm>
              <a:off x="4263926" y="386722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1" name="Google Shape;4741;p26"/>
            <p:cNvSpPr/>
            <p:nvPr/>
          </p:nvSpPr>
          <p:spPr>
            <a:xfrm>
              <a:off x="4263926" y="3918576"/>
              <a:ext cx="2189272" cy="600"/>
            </a:xfrm>
            <a:custGeom>
              <a:avLst/>
              <a:gdLst/>
              <a:ahLst/>
              <a:cxnLst/>
              <a:rect l="l" t="t" r="r" b="b"/>
              <a:pathLst>
                <a:path w="108353" h="24" extrusionOk="0">
                  <a:moveTo>
                    <a:pt x="1" y="1"/>
                  </a:moveTo>
                  <a:lnTo>
                    <a:pt x="1" y="23"/>
                  </a:lnTo>
                  <a:lnTo>
                    <a:pt x="108352" y="23"/>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2" name="Google Shape;4742;p26"/>
            <p:cNvSpPr/>
            <p:nvPr/>
          </p:nvSpPr>
          <p:spPr>
            <a:xfrm>
              <a:off x="4263926" y="3969376"/>
              <a:ext cx="2189272" cy="1150"/>
            </a:xfrm>
            <a:custGeom>
              <a:avLst/>
              <a:gdLst/>
              <a:ahLst/>
              <a:cxnLst/>
              <a:rect l="l" t="t" r="r" b="b"/>
              <a:pathLst>
                <a:path w="108353" h="46" extrusionOk="0">
                  <a:moveTo>
                    <a:pt x="1" y="0"/>
                  </a:moveTo>
                  <a:lnTo>
                    <a:pt x="1" y="46"/>
                  </a:lnTo>
                  <a:lnTo>
                    <a:pt x="108352" y="46"/>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3" name="Google Shape;4743;p26"/>
            <p:cNvSpPr/>
            <p:nvPr/>
          </p:nvSpPr>
          <p:spPr>
            <a:xfrm>
              <a:off x="4263926" y="4071501"/>
              <a:ext cx="2189272" cy="1175"/>
            </a:xfrm>
            <a:custGeom>
              <a:avLst/>
              <a:gdLst/>
              <a:ahLst/>
              <a:cxnLst/>
              <a:rect l="l" t="t" r="r" b="b"/>
              <a:pathLst>
                <a:path w="108353" h="47" extrusionOk="0">
                  <a:moveTo>
                    <a:pt x="1" y="1"/>
                  </a:moveTo>
                  <a:lnTo>
                    <a:pt x="1" y="46"/>
                  </a:lnTo>
                  <a:lnTo>
                    <a:pt x="108352" y="46"/>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4" name="Google Shape;4744;p26"/>
            <p:cNvSpPr/>
            <p:nvPr/>
          </p:nvSpPr>
          <p:spPr>
            <a:xfrm>
              <a:off x="4263926" y="4122876"/>
              <a:ext cx="2189272" cy="575"/>
            </a:xfrm>
            <a:custGeom>
              <a:avLst/>
              <a:gdLst/>
              <a:ahLst/>
              <a:cxnLst/>
              <a:rect l="l" t="t" r="r" b="b"/>
              <a:pathLst>
                <a:path w="108353" h="23" extrusionOk="0">
                  <a:moveTo>
                    <a:pt x="1" y="0"/>
                  </a:moveTo>
                  <a:lnTo>
                    <a:pt x="1" y="23"/>
                  </a:lnTo>
                  <a:lnTo>
                    <a:pt x="108352" y="23"/>
                  </a:lnTo>
                  <a:lnTo>
                    <a:pt x="108352" y="0"/>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5" name="Google Shape;4745;p26"/>
            <p:cNvSpPr/>
            <p:nvPr/>
          </p:nvSpPr>
          <p:spPr>
            <a:xfrm>
              <a:off x="4263926" y="3816426"/>
              <a:ext cx="2189272" cy="600"/>
            </a:xfrm>
            <a:custGeom>
              <a:avLst/>
              <a:gdLst/>
              <a:ahLst/>
              <a:cxnLst/>
              <a:rect l="l" t="t" r="r" b="b"/>
              <a:pathLst>
                <a:path w="108353" h="24" extrusionOk="0">
                  <a:moveTo>
                    <a:pt x="1" y="1"/>
                  </a:moveTo>
                  <a:lnTo>
                    <a:pt x="1" y="24"/>
                  </a:lnTo>
                  <a:lnTo>
                    <a:pt x="108352" y="24"/>
                  </a:lnTo>
                  <a:lnTo>
                    <a:pt x="108352" y="1"/>
                  </a:lnTo>
                  <a:close/>
                </a:path>
              </a:pathLst>
            </a:custGeom>
            <a:solidFill>
              <a:srgbClr val="002AB1">
                <a:alpha val="7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46" name="Google Shape;4746;p26"/>
          <p:cNvSpPr/>
          <p:nvPr/>
        </p:nvSpPr>
        <p:spPr>
          <a:xfrm rot="1845688">
            <a:off x="4161193" y="-662623"/>
            <a:ext cx="1586793" cy="1647811"/>
          </a:xfrm>
          <a:custGeom>
            <a:avLst/>
            <a:gdLst/>
            <a:ahLst/>
            <a:cxnLst/>
            <a:rect l="l" t="t" r="r" b="b"/>
            <a:pathLst>
              <a:path w="10090" h="10478" extrusionOk="0">
                <a:moveTo>
                  <a:pt x="6072" y="1"/>
                </a:moveTo>
                <a:lnTo>
                  <a:pt x="1" y="10478"/>
                </a:lnTo>
                <a:lnTo>
                  <a:pt x="10090" y="4520"/>
                </a:lnTo>
                <a:lnTo>
                  <a:pt x="6072"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7" name="Google Shape;4747;p26"/>
          <p:cNvSpPr/>
          <p:nvPr/>
        </p:nvSpPr>
        <p:spPr>
          <a:xfrm>
            <a:off x="7835271" y="3385063"/>
            <a:ext cx="1756883" cy="1453521"/>
          </a:xfrm>
          <a:custGeom>
            <a:avLst/>
            <a:gdLst/>
            <a:ahLst/>
            <a:cxnLst/>
            <a:rect l="l" t="t" r="r" b="b"/>
            <a:pathLst>
              <a:path w="18376" h="15203" extrusionOk="0">
                <a:moveTo>
                  <a:pt x="18375" y="0"/>
                </a:moveTo>
                <a:lnTo>
                  <a:pt x="1" y="11596"/>
                </a:lnTo>
                <a:lnTo>
                  <a:pt x="15910" y="15202"/>
                </a:lnTo>
                <a:lnTo>
                  <a:pt x="18375"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48" name="Google Shape;4748;p26"/>
          <p:cNvGrpSpPr/>
          <p:nvPr/>
        </p:nvGrpSpPr>
        <p:grpSpPr>
          <a:xfrm>
            <a:off x="-829289" y="-6567380"/>
            <a:ext cx="11567753" cy="7972096"/>
            <a:chOff x="5457700" y="3883200"/>
            <a:chExt cx="1633725" cy="1125875"/>
          </a:xfrm>
        </p:grpSpPr>
        <p:sp>
          <p:nvSpPr>
            <p:cNvPr id="4749" name="Google Shape;4749;p26"/>
            <p:cNvSpPr/>
            <p:nvPr/>
          </p:nvSpPr>
          <p:spPr>
            <a:xfrm>
              <a:off x="5457700" y="3883200"/>
              <a:ext cx="1427175" cy="1125875"/>
            </a:xfrm>
            <a:custGeom>
              <a:avLst/>
              <a:gdLst/>
              <a:ahLst/>
              <a:cxnLst/>
              <a:rect l="l" t="t" r="r" b="b"/>
              <a:pathLst>
                <a:path w="57087" h="45035" extrusionOk="0">
                  <a:moveTo>
                    <a:pt x="24811" y="0"/>
                  </a:moveTo>
                  <a:lnTo>
                    <a:pt x="15247" y="14540"/>
                  </a:lnTo>
                  <a:lnTo>
                    <a:pt x="15225" y="14563"/>
                  </a:lnTo>
                  <a:lnTo>
                    <a:pt x="18831" y="27048"/>
                  </a:lnTo>
                  <a:lnTo>
                    <a:pt x="91" y="43003"/>
                  </a:lnTo>
                  <a:lnTo>
                    <a:pt x="0" y="43095"/>
                  </a:lnTo>
                  <a:lnTo>
                    <a:pt x="18785" y="45035"/>
                  </a:lnTo>
                  <a:lnTo>
                    <a:pt x="18808" y="45035"/>
                  </a:lnTo>
                  <a:lnTo>
                    <a:pt x="29513" y="39579"/>
                  </a:lnTo>
                  <a:lnTo>
                    <a:pt x="40743" y="43848"/>
                  </a:lnTo>
                  <a:lnTo>
                    <a:pt x="40766" y="43871"/>
                  </a:lnTo>
                  <a:lnTo>
                    <a:pt x="57086" y="31819"/>
                  </a:lnTo>
                  <a:lnTo>
                    <a:pt x="57041" y="31750"/>
                  </a:lnTo>
                  <a:lnTo>
                    <a:pt x="40743" y="43734"/>
                  </a:lnTo>
                  <a:lnTo>
                    <a:pt x="29536" y="39465"/>
                  </a:lnTo>
                  <a:lnTo>
                    <a:pt x="29513" y="39465"/>
                  </a:lnTo>
                  <a:lnTo>
                    <a:pt x="18785" y="44921"/>
                  </a:lnTo>
                  <a:lnTo>
                    <a:pt x="251" y="43003"/>
                  </a:lnTo>
                  <a:lnTo>
                    <a:pt x="18922" y="27117"/>
                  </a:lnTo>
                  <a:lnTo>
                    <a:pt x="18945" y="27094"/>
                  </a:lnTo>
                  <a:lnTo>
                    <a:pt x="15339" y="14586"/>
                  </a:lnTo>
                  <a:lnTo>
                    <a:pt x="24902" y="46"/>
                  </a:lnTo>
                  <a:lnTo>
                    <a:pt x="24811"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0" name="Google Shape;4750;p26"/>
            <p:cNvSpPr/>
            <p:nvPr/>
          </p:nvSpPr>
          <p:spPr>
            <a:xfrm>
              <a:off x="6149875" y="4418450"/>
              <a:ext cx="480500" cy="558675"/>
            </a:xfrm>
            <a:custGeom>
              <a:avLst/>
              <a:gdLst/>
              <a:ahLst/>
              <a:cxnLst/>
              <a:rect l="l" t="t" r="r" b="b"/>
              <a:pathLst>
                <a:path w="19220" h="22347" extrusionOk="0">
                  <a:moveTo>
                    <a:pt x="13490" y="1"/>
                  </a:moveTo>
                  <a:lnTo>
                    <a:pt x="12942" y="22073"/>
                  </a:lnTo>
                  <a:lnTo>
                    <a:pt x="137" y="5547"/>
                  </a:lnTo>
                  <a:lnTo>
                    <a:pt x="0" y="5387"/>
                  </a:lnTo>
                  <a:lnTo>
                    <a:pt x="1781" y="18124"/>
                  </a:lnTo>
                  <a:lnTo>
                    <a:pt x="1895" y="18101"/>
                  </a:lnTo>
                  <a:lnTo>
                    <a:pt x="160" y="5752"/>
                  </a:lnTo>
                  <a:lnTo>
                    <a:pt x="13033" y="22346"/>
                  </a:lnTo>
                  <a:lnTo>
                    <a:pt x="13581" y="617"/>
                  </a:lnTo>
                  <a:lnTo>
                    <a:pt x="19128" y="17896"/>
                  </a:lnTo>
                  <a:lnTo>
                    <a:pt x="19219" y="17873"/>
                  </a:lnTo>
                  <a:lnTo>
                    <a:pt x="13490" y="1"/>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1" name="Google Shape;4751;p26"/>
            <p:cNvSpPr/>
            <p:nvPr/>
          </p:nvSpPr>
          <p:spPr>
            <a:xfrm>
              <a:off x="6610950" y="4416175"/>
              <a:ext cx="480475" cy="559225"/>
            </a:xfrm>
            <a:custGeom>
              <a:avLst/>
              <a:gdLst/>
              <a:ahLst/>
              <a:cxnLst/>
              <a:rect l="l" t="t" r="r" b="b"/>
              <a:pathLst>
                <a:path w="19219" h="22369" extrusionOk="0">
                  <a:moveTo>
                    <a:pt x="13467" y="0"/>
                  </a:moveTo>
                  <a:lnTo>
                    <a:pt x="12919" y="22072"/>
                  </a:lnTo>
                  <a:lnTo>
                    <a:pt x="114" y="5547"/>
                  </a:lnTo>
                  <a:lnTo>
                    <a:pt x="0" y="5387"/>
                  </a:lnTo>
                  <a:lnTo>
                    <a:pt x="1758" y="18123"/>
                  </a:lnTo>
                  <a:lnTo>
                    <a:pt x="1872" y="18101"/>
                  </a:lnTo>
                  <a:lnTo>
                    <a:pt x="160" y="5752"/>
                  </a:lnTo>
                  <a:lnTo>
                    <a:pt x="13010" y="22369"/>
                  </a:lnTo>
                  <a:lnTo>
                    <a:pt x="13558" y="616"/>
                  </a:lnTo>
                  <a:lnTo>
                    <a:pt x="19105" y="17895"/>
                  </a:lnTo>
                  <a:lnTo>
                    <a:pt x="19219" y="17872"/>
                  </a:lnTo>
                  <a:lnTo>
                    <a:pt x="13467"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2" name="Google Shape;4752;p26"/>
            <p:cNvSpPr/>
            <p:nvPr/>
          </p:nvSpPr>
          <p:spPr>
            <a:xfrm>
              <a:off x="5541000" y="4301475"/>
              <a:ext cx="737275" cy="704175"/>
            </a:xfrm>
            <a:custGeom>
              <a:avLst/>
              <a:gdLst/>
              <a:ahLst/>
              <a:cxnLst/>
              <a:rect l="l" t="t" r="r" b="b"/>
              <a:pathLst>
                <a:path w="29491" h="28167" extrusionOk="0">
                  <a:moveTo>
                    <a:pt x="29194" y="343"/>
                  </a:moveTo>
                  <a:lnTo>
                    <a:pt x="15430" y="27847"/>
                  </a:lnTo>
                  <a:lnTo>
                    <a:pt x="15430" y="27847"/>
                  </a:lnTo>
                  <a:lnTo>
                    <a:pt x="15613" y="10363"/>
                  </a:lnTo>
                  <a:lnTo>
                    <a:pt x="29194" y="343"/>
                  </a:lnTo>
                  <a:close/>
                  <a:moveTo>
                    <a:pt x="160" y="3424"/>
                  </a:moveTo>
                  <a:lnTo>
                    <a:pt x="15499" y="10386"/>
                  </a:lnTo>
                  <a:lnTo>
                    <a:pt x="15339" y="27961"/>
                  </a:lnTo>
                  <a:lnTo>
                    <a:pt x="4566" y="19721"/>
                  </a:lnTo>
                  <a:lnTo>
                    <a:pt x="160" y="3424"/>
                  </a:lnTo>
                  <a:close/>
                  <a:moveTo>
                    <a:pt x="29491" y="0"/>
                  </a:moveTo>
                  <a:lnTo>
                    <a:pt x="15545" y="10272"/>
                  </a:lnTo>
                  <a:lnTo>
                    <a:pt x="92" y="3287"/>
                  </a:lnTo>
                  <a:lnTo>
                    <a:pt x="1" y="3242"/>
                  </a:lnTo>
                  <a:lnTo>
                    <a:pt x="4474" y="19767"/>
                  </a:lnTo>
                  <a:lnTo>
                    <a:pt x="15362" y="28121"/>
                  </a:lnTo>
                  <a:lnTo>
                    <a:pt x="15430" y="28167"/>
                  </a:lnTo>
                  <a:lnTo>
                    <a:pt x="15430" y="28075"/>
                  </a:lnTo>
                  <a:lnTo>
                    <a:pt x="29491"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3" name="Google Shape;4753;p26"/>
            <p:cNvSpPr/>
            <p:nvPr/>
          </p:nvSpPr>
          <p:spPr>
            <a:xfrm>
              <a:off x="6152150" y="4526300"/>
              <a:ext cx="333275" cy="32550"/>
            </a:xfrm>
            <a:custGeom>
              <a:avLst/>
              <a:gdLst/>
              <a:ahLst/>
              <a:cxnLst/>
              <a:rect l="l" t="t" r="r" b="b"/>
              <a:pathLst>
                <a:path w="13331" h="1302" extrusionOk="0">
                  <a:moveTo>
                    <a:pt x="13330" y="0"/>
                  </a:moveTo>
                  <a:lnTo>
                    <a:pt x="0" y="1210"/>
                  </a:lnTo>
                  <a:lnTo>
                    <a:pt x="0" y="1302"/>
                  </a:lnTo>
                  <a:lnTo>
                    <a:pt x="13330" y="115"/>
                  </a:lnTo>
                  <a:lnTo>
                    <a:pt x="13330" y="0"/>
                  </a:lnTo>
                  <a:close/>
                </a:path>
              </a:pathLst>
            </a:custGeom>
            <a:gradFill>
              <a:gsLst>
                <a:gs pos="0">
                  <a:srgbClr val="002AB1">
                    <a:alpha val="31764"/>
                  </a:srgbClr>
                </a:gs>
                <a:gs pos="100000">
                  <a:srgbClr val="3EE7F0">
                    <a:alpha val="17254"/>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54" name="Google Shape;4754;p26"/>
          <p:cNvGrpSpPr/>
          <p:nvPr/>
        </p:nvGrpSpPr>
        <p:grpSpPr>
          <a:xfrm>
            <a:off x="4571998" y="416845"/>
            <a:ext cx="6432293" cy="6055903"/>
            <a:chOff x="5187775" y="635000"/>
            <a:chExt cx="1791825" cy="1686975"/>
          </a:xfrm>
        </p:grpSpPr>
        <p:sp>
          <p:nvSpPr>
            <p:cNvPr id="4755" name="Google Shape;4755;p26"/>
            <p:cNvSpPr/>
            <p:nvPr/>
          </p:nvSpPr>
          <p:spPr>
            <a:xfrm>
              <a:off x="6404950" y="1750600"/>
              <a:ext cx="8000" cy="7025"/>
            </a:xfrm>
            <a:custGeom>
              <a:avLst/>
              <a:gdLst/>
              <a:ahLst/>
              <a:cxnLst/>
              <a:rect l="l" t="t" r="r" b="b"/>
              <a:pathLst>
                <a:path w="320" h="281" extrusionOk="0">
                  <a:moveTo>
                    <a:pt x="147" y="0"/>
                  </a:moveTo>
                  <a:cubicBezTo>
                    <a:pt x="91" y="0"/>
                    <a:pt x="42" y="41"/>
                    <a:pt x="23" y="98"/>
                  </a:cubicBezTo>
                  <a:cubicBezTo>
                    <a:pt x="0" y="166"/>
                    <a:pt x="46" y="257"/>
                    <a:pt x="114" y="280"/>
                  </a:cubicBezTo>
                  <a:cubicBezTo>
                    <a:pt x="206" y="280"/>
                    <a:pt x="274" y="235"/>
                    <a:pt x="297" y="166"/>
                  </a:cubicBezTo>
                  <a:cubicBezTo>
                    <a:pt x="320" y="98"/>
                    <a:pt x="274" y="29"/>
                    <a:pt x="183" y="6"/>
                  </a:cubicBezTo>
                  <a:cubicBezTo>
                    <a:pt x="171" y="2"/>
                    <a:pt x="158"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6" name="Google Shape;4756;p26"/>
            <p:cNvSpPr/>
            <p:nvPr/>
          </p:nvSpPr>
          <p:spPr>
            <a:xfrm>
              <a:off x="6253150" y="1585725"/>
              <a:ext cx="11450" cy="10525"/>
            </a:xfrm>
            <a:custGeom>
              <a:avLst/>
              <a:gdLst/>
              <a:ahLst/>
              <a:cxnLst/>
              <a:rect l="l" t="t" r="r" b="b"/>
              <a:pathLst>
                <a:path w="458" h="421" extrusionOk="0">
                  <a:moveTo>
                    <a:pt x="238" y="1"/>
                  </a:moveTo>
                  <a:cubicBezTo>
                    <a:pt x="155" y="1"/>
                    <a:pt x="63" y="65"/>
                    <a:pt x="23" y="165"/>
                  </a:cubicBezTo>
                  <a:cubicBezTo>
                    <a:pt x="1" y="279"/>
                    <a:pt x="69" y="393"/>
                    <a:pt x="183" y="416"/>
                  </a:cubicBezTo>
                  <a:cubicBezTo>
                    <a:pt x="198" y="419"/>
                    <a:pt x="213" y="420"/>
                    <a:pt x="227" y="420"/>
                  </a:cubicBezTo>
                  <a:cubicBezTo>
                    <a:pt x="325" y="420"/>
                    <a:pt x="414" y="355"/>
                    <a:pt x="434" y="256"/>
                  </a:cubicBezTo>
                  <a:cubicBezTo>
                    <a:pt x="457" y="165"/>
                    <a:pt x="389" y="51"/>
                    <a:pt x="274" y="5"/>
                  </a:cubicBezTo>
                  <a:cubicBezTo>
                    <a:pt x="263"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7" name="Google Shape;4757;p26"/>
            <p:cNvSpPr/>
            <p:nvPr/>
          </p:nvSpPr>
          <p:spPr>
            <a:xfrm>
              <a:off x="6085375" y="1643350"/>
              <a:ext cx="9725" cy="8850"/>
            </a:xfrm>
            <a:custGeom>
              <a:avLst/>
              <a:gdLst/>
              <a:ahLst/>
              <a:cxnLst/>
              <a:rect l="l" t="t" r="r" b="b"/>
              <a:pathLst>
                <a:path w="389" h="354" extrusionOk="0">
                  <a:moveTo>
                    <a:pt x="193" y="1"/>
                  </a:moveTo>
                  <a:cubicBezTo>
                    <a:pt x="115" y="1"/>
                    <a:pt x="44" y="63"/>
                    <a:pt x="24" y="142"/>
                  </a:cubicBezTo>
                  <a:cubicBezTo>
                    <a:pt x="1" y="234"/>
                    <a:pt x="69" y="325"/>
                    <a:pt x="161" y="348"/>
                  </a:cubicBezTo>
                  <a:cubicBezTo>
                    <a:pt x="176" y="352"/>
                    <a:pt x="192" y="353"/>
                    <a:pt x="207" y="353"/>
                  </a:cubicBezTo>
                  <a:cubicBezTo>
                    <a:pt x="281" y="353"/>
                    <a:pt x="347" y="309"/>
                    <a:pt x="366" y="234"/>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8" name="Google Shape;4758;p26"/>
            <p:cNvSpPr/>
            <p:nvPr/>
          </p:nvSpPr>
          <p:spPr>
            <a:xfrm>
              <a:off x="6088800" y="1627950"/>
              <a:ext cx="10300" cy="9950"/>
            </a:xfrm>
            <a:custGeom>
              <a:avLst/>
              <a:gdLst/>
              <a:ahLst/>
              <a:cxnLst/>
              <a:rect l="l" t="t" r="r" b="b"/>
              <a:pathLst>
                <a:path w="412" h="398" extrusionOk="0">
                  <a:moveTo>
                    <a:pt x="209" y="1"/>
                  </a:moveTo>
                  <a:cubicBezTo>
                    <a:pt x="115" y="1"/>
                    <a:pt x="44" y="65"/>
                    <a:pt x="24" y="165"/>
                  </a:cubicBezTo>
                  <a:cubicBezTo>
                    <a:pt x="1" y="256"/>
                    <a:pt x="47" y="370"/>
                    <a:pt x="161" y="393"/>
                  </a:cubicBezTo>
                  <a:cubicBezTo>
                    <a:pt x="173" y="396"/>
                    <a:pt x="185" y="397"/>
                    <a:pt x="198" y="397"/>
                  </a:cubicBezTo>
                  <a:cubicBezTo>
                    <a:pt x="280" y="397"/>
                    <a:pt x="369" y="335"/>
                    <a:pt x="389" y="256"/>
                  </a:cubicBezTo>
                  <a:cubicBezTo>
                    <a:pt x="412" y="142"/>
                    <a:pt x="343" y="51"/>
                    <a:pt x="252" y="5"/>
                  </a:cubicBezTo>
                  <a:cubicBezTo>
                    <a:pt x="237" y="2"/>
                    <a:pt x="223" y="1"/>
                    <a:pt x="20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9" name="Google Shape;4759;p26"/>
            <p:cNvSpPr/>
            <p:nvPr/>
          </p:nvSpPr>
          <p:spPr>
            <a:xfrm>
              <a:off x="6072825" y="1627375"/>
              <a:ext cx="9150" cy="8275"/>
            </a:xfrm>
            <a:custGeom>
              <a:avLst/>
              <a:gdLst/>
              <a:ahLst/>
              <a:cxnLst/>
              <a:rect l="l" t="t" r="r" b="b"/>
              <a:pathLst>
                <a:path w="366" h="331" extrusionOk="0">
                  <a:moveTo>
                    <a:pt x="192" y="1"/>
                  </a:moveTo>
                  <a:cubicBezTo>
                    <a:pt x="114" y="1"/>
                    <a:pt x="43" y="60"/>
                    <a:pt x="24" y="119"/>
                  </a:cubicBezTo>
                  <a:cubicBezTo>
                    <a:pt x="1" y="211"/>
                    <a:pt x="69" y="302"/>
                    <a:pt x="138" y="325"/>
                  </a:cubicBezTo>
                  <a:cubicBezTo>
                    <a:pt x="153" y="329"/>
                    <a:pt x="169" y="331"/>
                    <a:pt x="184" y="331"/>
                  </a:cubicBezTo>
                  <a:cubicBezTo>
                    <a:pt x="258" y="331"/>
                    <a:pt x="324" y="286"/>
                    <a:pt x="343" y="211"/>
                  </a:cubicBezTo>
                  <a:cubicBezTo>
                    <a:pt x="366" y="119"/>
                    <a:pt x="320" y="28"/>
                    <a:pt x="229" y="5"/>
                  </a:cubicBezTo>
                  <a:cubicBezTo>
                    <a:pt x="217" y="2"/>
                    <a:pt x="205" y="1"/>
                    <a:pt x="19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0" name="Google Shape;4760;p26"/>
            <p:cNvSpPr/>
            <p:nvPr/>
          </p:nvSpPr>
          <p:spPr>
            <a:xfrm>
              <a:off x="5702500" y="1262700"/>
              <a:ext cx="9725" cy="8325"/>
            </a:xfrm>
            <a:custGeom>
              <a:avLst/>
              <a:gdLst/>
              <a:ahLst/>
              <a:cxnLst/>
              <a:rect l="l" t="t" r="r" b="b"/>
              <a:pathLst>
                <a:path w="389" h="333" extrusionOk="0">
                  <a:moveTo>
                    <a:pt x="182" y="1"/>
                  </a:moveTo>
                  <a:cubicBezTo>
                    <a:pt x="108" y="1"/>
                    <a:pt x="42" y="45"/>
                    <a:pt x="23" y="121"/>
                  </a:cubicBezTo>
                  <a:cubicBezTo>
                    <a:pt x="0" y="212"/>
                    <a:pt x="69" y="304"/>
                    <a:pt x="160" y="326"/>
                  </a:cubicBezTo>
                  <a:cubicBezTo>
                    <a:pt x="176" y="330"/>
                    <a:pt x="191" y="332"/>
                    <a:pt x="207" y="332"/>
                  </a:cubicBezTo>
                  <a:cubicBezTo>
                    <a:pt x="281" y="332"/>
                    <a:pt x="346" y="288"/>
                    <a:pt x="365" y="212"/>
                  </a:cubicBezTo>
                  <a:cubicBezTo>
                    <a:pt x="388" y="121"/>
                    <a:pt x="320" y="30"/>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1" name="Google Shape;4761;p26"/>
            <p:cNvSpPr/>
            <p:nvPr/>
          </p:nvSpPr>
          <p:spPr>
            <a:xfrm>
              <a:off x="6409500" y="1544750"/>
              <a:ext cx="6875" cy="6300"/>
            </a:xfrm>
            <a:custGeom>
              <a:avLst/>
              <a:gdLst/>
              <a:ahLst/>
              <a:cxnLst/>
              <a:rect l="l" t="t" r="r" b="b"/>
              <a:pathLst>
                <a:path w="275" h="252" extrusionOk="0">
                  <a:moveTo>
                    <a:pt x="160" y="0"/>
                  </a:moveTo>
                  <a:cubicBezTo>
                    <a:pt x="92" y="0"/>
                    <a:pt x="24" y="23"/>
                    <a:pt x="24" y="92"/>
                  </a:cubicBezTo>
                  <a:cubicBezTo>
                    <a:pt x="1" y="160"/>
                    <a:pt x="46" y="229"/>
                    <a:pt x="115" y="252"/>
                  </a:cubicBezTo>
                  <a:cubicBezTo>
                    <a:pt x="160" y="252"/>
                    <a:pt x="229" y="229"/>
                    <a:pt x="252" y="160"/>
                  </a:cubicBezTo>
                  <a:cubicBezTo>
                    <a:pt x="275" y="92"/>
                    <a:pt x="229"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2" name="Google Shape;4762;p26"/>
            <p:cNvSpPr/>
            <p:nvPr/>
          </p:nvSpPr>
          <p:spPr>
            <a:xfrm>
              <a:off x="6525350" y="1792825"/>
              <a:ext cx="7425" cy="7175"/>
            </a:xfrm>
            <a:custGeom>
              <a:avLst/>
              <a:gdLst/>
              <a:ahLst/>
              <a:cxnLst/>
              <a:rect l="l" t="t" r="r" b="b"/>
              <a:pathLst>
                <a:path w="297" h="287" extrusionOk="0">
                  <a:moveTo>
                    <a:pt x="137" y="1"/>
                  </a:moveTo>
                  <a:cubicBezTo>
                    <a:pt x="69" y="1"/>
                    <a:pt x="19" y="41"/>
                    <a:pt x="0" y="98"/>
                  </a:cubicBezTo>
                  <a:cubicBezTo>
                    <a:pt x="0" y="189"/>
                    <a:pt x="46" y="258"/>
                    <a:pt x="114" y="280"/>
                  </a:cubicBezTo>
                  <a:cubicBezTo>
                    <a:pt x="126" y="284"/>
                    <a:pt x="138" y="286"/>
                    <a:pt x="149" y="286"/>
                  </a:cubicBezTo>
                  <a:cubicBezTo>
                    <a:pt x="205" y="286"/>
                    <a:pt x="255" y="242"/>
                    <a:pt x="274" y="166"/>
                  </a:cubicBezTo>
                  <a:cubicBezTo>
                    <a:pt x="297" y="98"/>
                    <a:pt x="251" y="29"/>
                    <a:pt x="183" y="6"/>
                  </a:cubicBezTo>
                  <a:cubicBezTo>
                    <a:pt x="167" y="2"/>
                    <a:pt x="151" y="1"/>
                    <a:pt x="13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3" name="Google Shape;4763;p26"/>
            <p:cNvSpPr/>
            <p:nvPr/>
          </p:nvSpPr>
          <p:spPr>
            <a:xfrm>
              <a:off x="6545325" y="1590850"/>
              <a:ext cx="11425" cy="10000"/>
            </a:xfrm>
            <a:custGeom>
              <a:avLst/>
              <a:gdLst/>
              <a:ahLst/>
              <a:cxnLst/>
              <a:rect l="l" t="t" r="r" b="b"/>
              <a:pathLst>
                <a:path w="457" h="400" extrusionOk="0">
                  <a:moveTo>
                    <a:pt x="238" y="1"/>
                  </a:moveTo>
                  <a:cubicBezTo>
                    <a:pt x="155" y="1"/>
                    <a:pt x="66" y="66"/>
                    <a:pt x="46" y="165"/>
                  </a:cubicBezTo>
                  <a:cubicBezTo>
                    <a:pt x="0" y="256"/>
                    <a:pt x="69" y="371"/>
                    <a:pt x="183" y="393"/>
                  </a:cubicBezTo>
                  <a:cubicBezTo>
                    <a:pt x="202" y="397"/>
                    <a:pt x="220" y="399"/>
                    <a:pt x="238" y="399"/>
                  </a:cubicBezTo>
                  <a:cubicBezTo>
                    <a:pt x="326" y="399"/>
                    <a:pt x="396" y="352"/>
                    <a:pt x="434" y="256"/>
                  </a:cubicBezTo>
                  <a:cubicBezTo>
                    <a:pt x="457" y="142"/>
                    <a:pt x="388" y="28"/>
                    <a:pt x="274" y="5"/>
                  </a:cubicBezTo>
                  <a:cubicBezTo>
                    <a:pt x="262" y="2"/>
                    <a:pt x="250" y="1"/>
                    <a:pt x="2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4" name="Google Shape;4764;p26"/>
            <p:cNvSpPr/>
            <p:nvPr/>
          </p:nvSpPr>
          <p:spPr>
            <a:xfrm>
              <a:off x="6443750" y="1815075"/>
              <a:ext cx="9725" cy="8850"/>
            </a:xfrm>
            <a:custGeom>
              <a:avLst/>
              <a:gdLst/>
              <a:ahLst/>
              <a:cxnLst/>
              <a:rect l="l" t="t" r="r" b="b"/>
              <a:pathLst>
                <a:path w="389" h="354" extrusionOk="0">
                  <a:moveTo>
                    <a:pt x="182" y="1"/>
                  </a:moveTo>
                  <a:cubicBezTo>
                    <a:pt x="108" y="1"/>
                    <a:pt x="42" y="45"/>
                    <a:pt x="23" y="121"/>
                  </a:cubicBezTo>
                  <a:cubicBezTo>
                    <a:pt x="0" y="235"/>
                    <a:pt x="46" y="326"/>
                    <a:pt x="160" y="349"/>
                  </a:cubicBezTo>
                  <a:cubicBezTo>
                    <a:pt x="172" y="352"/>
                    <a:pt x="184" y="353"/>
                    <a:pt x="196" y="353"/>
                  </a:cubicBezTo>
                  <a:cubicBezTo>
                    <a:pt x="274" y="353"/>
                    <a:pt x="346" y="291"/>
                    <a:pt x="365" y="212"/>
                  </a:cubicBezTo>
                  <a:cubicBezTo>
                    <a:pt x="388" y="121"/>
                    <a:pt x="343" y="29"/>
                    <a:pt x="228"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5" name="Google Shape;4765;p26"/>
            <p:cNvSpPr/>
            <p:nvPr/>
          </p:nvSpPr>
          <p:spPr>
            <a:xfrm>
              <a:off x="6470000" y="1775750"/>
              <a:ext cx="11425" cy="10500"/>
            </a:xfrm>
            <a:custGeom>
              <a:avLst/>
              <a:gdLst/>
              <a:ahLst/>
              <a:cxnLst/>
              <a:rect l="l" t="t" r="r" b="b"/>
              <a:pathLst>
                <a:path w="457" h="420" extrusionOk="0">
                  <a:moveTo>
                    <a:pt x="230" y="0"/>
                  </a:moveTo>
                  <a:cubicBezTo>
                    <a:pt x="132" y="0"/>
                    <a:pt x="43" y="65"/>
                    <a:pt x="23" y="165"/>
                  </a:cubicBezTo>
                  <a:cubicBezTo>
                    <a:pt x="0" y="256"/>
                    <a:pt x="69" y="370"/>
                    <a:pt x="183" y="416"/>
                  </a:cubicBezTo>
                  <a:cubicBezTo>
                    <a:pt x="195" y="419"/>
                    <a:pt x="207" y="420"/>
                    <a:pt x="219" y="420"/>
                  </a:cubicBezTo>
                  <a:cubicBezTo>
                    <a:pt x="302" y="420"/>
                    <a:pt x="391" y="355"/>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6" name="Google Shape;4766;p26"/>
            <p:cNvSpPr/>
            <p:nvPr/>
          </p:nvSpPr>
          <p:spPr>
            <a:xfrm>
              <a:off x="6440325" y="1675275"/>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6" y="291"/>
                    <a:pt x="365" y="212"/>
                  </a:cubicBezTo>
                  <a:cubicBezTo>
                    <a:pt x="388"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7" name="Google Shape;4767;p26"/>
            <p:cNvSpPr/>
            <p:nvPr/>
          </p:nvSpPr>
          <p:spPr>
            <a:xfrm>
              <a:off x="6555025" y="1619400"/>
              <a:ext cx="9150" cy="8800"/>
            </a:xfrm>
            <a:custGeom>
              <a:avLst/>
              <a:gdLst/>
              <a:ahLst/>
              <a:cxnLst/>
              <a:rect l="l" t="t" r="r" b="b"/>
              <a:pathLst>
                <a:path w="366" h="352" extrusionOk="0">
                  <a:moveTo>
                    <a:pt x="193" y="0"/>
                  </a:moveTo>
                  <a:cubicBezTo>
                    <a:pt x="114" y="0"/>
                    <a:pt x="43" y="62"/>
                    <a:pt x="23" y="142"/>
                  </a:cubicBezTo>
                  <a:cubicBezTo>
                    <a:pt x="0" y="233"/>
                    <a:pt x="46" y="324"/>
                    <a:pt x="137" y="347"/>
                  </a:cubicBezTo>
                  <a:cubicBezTo>
                    <a:pt x="149" y="350"/>
                    <a:pt x="161" y="351"/>
                    <a:pt x="173" y="351"/>
                  </a:cubicBezTo>
                  <a:cubicBezTo>
                    <a:pt x="251" y="351"/>
                    <a:pt x="323" y="289"/>
                    <a:pt x="343" y="210"/>
                  </a:cubicBezTo>
                  <a:cubicBezTo>
                    <a:pt x="365" y="119"/>
                    <a:pt x="320" y="27"/>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8" name="Google Shape;4768;p26"/>
            <p:cNvSpPr/>
            <p:nvPr/>
          </p:nvSpPr>
          <p:spPr>
            <a:xfrm>
              <a:off x="6411775" y="1487550"/>
              <a:ext cx="7450" cy="6575"/>
            </a:xfrm>
            <a:custGeom>
              <a:avLst/>
              <a:gdLst/>
              <a:ahLst/>
              <a:cxnLst/>
              <a:rect l="l" t="t" r="r" b="b"/>
              <a:pathLst>
                <a:path w="298" h="263" extrusionOk="0">
                  <a:moveTo>
                    <a:pt x="147" y="0"/>
                  </a:moveTo>
                  <a:cubicBezTo>
                    <a:pt x="92" y="0"/>
                    <a:pt x="43" y="41"/>
                    <a:pt x="24" y="97"/>
                  </a:cubicBezTo>
                  <a:cubicBezTo>
                    <a:pt x="1" y="166"/>
                    <a:pt x="47" y="234"/>
                    <a:pt x="115" y="257"/>
                  </a:cubicBezTo>
                  <a:cubicBezTo>
                    <a:pt x="127" y="261"/>
                    <a:pt x="139" y="263"/>
                    <a:pt x="151" y="263"/>
                  </a:cubicBezTo>
                  <a:cubicBezTo>
                    <a:pt x="206" y="263"/>
                    <a:pt x="256" y="22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9" name="Google Shape;4769;p26"/>
            <p:cNvSpPr/>
            <p:nvPr/>
          </p:nvSpPr>
          <p:spPr>
            <a:xfrm>
              <a:off x="6552175" y="1694725"/>
              <a:ext cx="10850" cy="9925"/>
            </a:xfrm>
            <a:custGeom>
              <a:avLst/>
              <a:gdLst/>
              <a:ahLst/>
              <a:cxnLst/>
              <a:rect l="l" t="t" r="r" b="b"/>
              <a:pathLst>
                <a:path w="434" h="397" extrusionOk="0">
                  <a:moveTo>
                    <a:pt x="231" y="0"/>
                  </a:moveTo>
                  <a:cubicBezTo>
                    <a:pt x="137" y="0"/>
                    <a:pt x="63" y="65"/>
                    <a:pt x="23" y="164"/>
                  </a:cubicBezTo>
                  <a:cubicBezTo>
                    <a:pt x="0" y="256"/>
                    <a:pt x="68" y="370"/>
                    <a:pt x="183" y="393"/>
                  </a:cubicBezTo>
                  <a:cubicBezTo>
                    <a:pt x="195" y="396"/>
                    <a:pt x="207" y="397"/>
                    <a:pt x="220" y="397"/>
                  </a:cubicBezTo>
                  <a:cubicBezTo>
                    <a:pt x="302" y="397"/>
                    <a:pt x="391" y="335"/>
                    <a:pt x="411" y="256"/>
                  </a:cubicBezTo>
                  <a:cubicBezTo>
                    <a:pt x="434" y="141"/>
                    <a:pt x="365" y="50"/>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0" name="Google Shape;4770;p26"/>
            <p:cNvSpPr/>
            <p:nvPr/>
          </p:nvSpPr>
          <p:spPr>
            <a:xfrm>
              <a:off x="6418625" y="1541175"/>
              <a:ext cx="7450" cy="7175"/>
            </a:xfrm>
            <a:custGeom>
              <a:avLst/>
              <a:gdLst/>
              <a:ahLst/>
              <a:cxnLst/>
              <a:rect l="l" t="t" r="r" b="b"/>
              <a:pathLst>
                <a:path w="298" h="287" extrusionOk="0">
                  <a:moveTo>
                    <a:pt x="147" y="1"/>
                  </a:moveTo>
                  <a:cubicBezTo>
                    <a:pt x="86" y="1"/>
                    <a:pt x="24" y="45"/>
                    <a:pt x="24" y="121"/>
                  </a:cubicBezTo>
                  <a:cubicBezTo>
                    <a:pt x="1" y="189"/>
                    <a:pt x="47" y="258"/>
                    <a:pt x="115" y="280"/>
                  </a:cubicBezTo>
                  <a:cubicBezTo>
                    <a:pt x="127" y="284"/>
                    <a:pt x="140" y="286"/>
                    <a:pt x="153" y="286"/>
                  </a:cubicBezTo>
                  <a:cubicBezTo>
                    <a:pt x="214" y="286"/>
                    <a:pt x="279" y="245"/>
                    <a:pt x="298" y="189"/>
                  </a:cubicBezTo>
                  <a:cubicBezTo>
                    <a:pt x="298" y="98"/>
                    <a:pt x="252" y="29"/>
                    <a:pt x="183" y="7"/>
                  </a:cubicBezTo>
                  <a:cubicBezTo>
                    <a:pt x="172"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1" name="Google Shape;4771;p26"/>
            <p:cNvSpPr/>
            <p:nvPr/>
          </p:nvSpPr>
          <p:spPr>
            <a:xfrm>
              <a:off x="5440575" y="1009925"/>
              <a:ext cx="10300" cy="9400"/>
            </a:xfrm>
            <a:custGeom>
              <a:avLst/>
              <a:gdLst/>
              <a:ahLst/>
              <a:cxnLst/>
              <a:rect l="l" t="t" r="r" b="b"/>
              <a:pathLst>
                <a:path w="412" h="376" extrusionOk="0">
                  <a:moveTo>
                    <a:pt x="204" y="1"/>
                  </a:moveTo>
                  <a:cubicBezTo>
                    <a:pt x="125" y="1"/>
                    <a:pt x="42" y="48"/>
                    <a:pt x="23" y="143"/>
                  </a:cubicBezTo>
                  <a:cubicBezTo>
                    <a:pt x="0" y="234"/>
                    <a:pt x="69" y="349"/>
                    <a:pt x="160" y="371"/>
                  </a:cubicBezTo>
                  <a:cubicBezTo>
                    <a:pt x="172" y="374"/>
                    <a:pt x="184" y="376"/>
                    <a:pt x="197" y="376"/>
                  </a:cubicBezTo>
                  <a:cubicBezTo>
                    <a:pt x="280" y="376"/>
                    <a:pt x="369" y="314"/>
                    <a:pt x="388" y="234"/>
                  </a:cubicBezTo>
                  <a:cubicBezTo>
                    <a:pt x="411" y="143"/>
                    <a:pt x="343" y="29"/>
                    <a:pt x="251" y="6"/>
                  </a:cubicBezTo>
                  <a:cubicBezTo>
                    <a:pt x="236" y="2"/>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2" name="Google Shape;4772;p26"/>
            <p:cNvSpPr/>
            <p:nvPr/>
          </p:nvSpPr>
          <p:spPr>
            <a:xfrm>
              <a:off x="6499100" y="1836225"/>
              <a:ext cx="11425" cy="10525"/>
            </a:xfrm>
            <a:custGeom>
              <a:avLst/>
              <a:gdLst/>
              <a:ahLst/>
              <a:cxnLst/>
              <a:rect l="l" t="t" r="r" b="b"/>
              <a:pathLst>
                <a:path w="457" h="421" extrusionOk="0">
                  <a:moveTo>
                    <a:pt x="230" y="1"/>
                  </a:moveTo>
                  <a:cubicBezTo>
                    <a:pt x="132" y="1"/>
                    <a:pt x="43" y="66"/>
                    <a:pt x="23" y="165"/>
                  </a:cubicBezTo>
                  <a:cubicBezTo>
                    <a:pt x="0" y="279"/>
                    <a:pt x="69" y="370"/>
                    <a:pt x="160" y="416"/>
                  </a:cubicBezTo>
                  <a:cubicBezTo>
                    <a:pt x="175" y="419"/>
                    <a:pt x="190" y="420"/>
                    <a:pt x="204" y="420"/>
                  </a:cubicBezTo>
                  <a:cubicBezTo>
                    <a:pt x="302" y="420"/>
                    <a:pt x="391" y="356"/>
                    <a:pt x="411" y="256"/>
                  </a:cubicBezTo>
                  <a:cubicBezTo>
                    <a:pt x="457"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3" name="Google Shape;4773;p26"/>
            <p:cNvSpPr/>
            <p:nvPr/>
          </p:nvSpPr>
          <p:spPr>
            <a:xfrm>
              <a:off x="6463725" y="1832800"/>
              <a:ext cx="8575" cy="5275"/>
            </a:xfrm>
            <a:custGeom>
              <a:avLst/>
              <a:gdLst/>
              <a:ahLst/>
              <a:cxnLst/>
              <a:rect l="l" t="t" r="r" b="b"/>
              <a:pathLst>
                <a:path w="343" h="211" extrusionOk="0">
                  <a:moveTo>
                    <a:pt x="154" y="1"/>
                  </a:moveTo>
                  <a:cubicBezTo>
                    <a:pt x="91" y="1"/>
                    <a:pt x="20" y="60"/>
                    <a:pt x="0" y="119"/>
                  </a:cubicBezTo>
                  <a:lnTo>
                    <a:pt x="320" y="211"/>
                  </a:lnTo>
                  <a:cubicBezTo>
                    <a:pt x="342" y="119"/>
                    <a:pt x="274" y="28"/>
                    <a:pt x="183" y="5"/>
                  </a:cubicBezTo>
                  <a:cubicBezTo>
                    <a:pt x="174" y="2"/>
                    <a:pt x="164" y="1"/>
                    <a:pt x="15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4" name="Google Shape;4774;p26"/>
            <p:cNvSpPr/>
            <p:nvPr/>
          </p:nvSpPr>
          <p:spPr>
            <a:xfrm>
              <a:off x="6851750" y="1438250"/>
              <a:ext cx="9725" cy="9100"/>
            </a:xfrm>
            <a:custGeom>
              <a:avLst/>
              <a:gdLst/>
              <a:ahLst/>
              <a:cxnLst/>
              <a:rect l="l" t="t" r="r" b="b"/>
              <a:pathLst>
                <a:path w="389" h="364" extrusionOk="0">
                  <a:moveTo>
                    <a:pt x="180" y="0"/>
                  </a:moveTo>
                  <a:cubicBezTo>
                    <a:pt x="101" y="0"/>
                    <a:pt x="41" y="58"/>
                    <a:pt x="23" y="129"/>
                  </a:cubicBezTo>
                  <a:cubicBezTo>
                    <a:pt x="0" y="243"/>
                    <a:pt x="46" y="335"/>
                    <a:pt x="160" y="357"/>
                  </a:cubicBezTo>
                  <a:cubicBezTo>
                    <a:pt x="175" y="361"/>
                    <a:pt x="191" y="363"/>
                    <a:pt x="205" y="363"/>
                  </a:cubicBezTo>
                  <a:cubicBezTo>
                    <a:pt x="280" y="363"/>
                    <a:pt x="346" y="316"/>
                    <a:pt x="366" y="220"/>
                  </a:cubicBezTo>
                  <a:cubicBezTo>
                    <a:pt x="388" y="129"/>
                    <a:pt x="343" y="38"/>
                    <a:pt x="251" y="15"/>
                  </a:cubicBezTo>
                  <a:cubicBezTo>
                    <a:pt x="226" y="5"/>
                    <a:pt x="202" y="0"/>
                    <a:pt x="18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5" name="Google Shape;4775;p26"/>
            <p:cNvSpPr/>
            <p:nvPr/>
          </p:nvSpPr>
          <p:spPr>
            <a:xfrm>
              <a:off x="6845475" y="1415650"/>
              <a:ext cx="9725" cy="9400"/>
            </a:xfrm>
            <a:custGeom>
              <a:avLst/>
              <a:gdLst/>
              <a:ahLst/>
              <a:cxnLst/>
              <a:rect l="l" t="t" r="r" b="b"/>
              <a:pathLst>
                <a:path w="389" h="376" extrusionOk="0">
                  <a:moveTo>
                    <a:pt x="183" y="0"/>
                  </a:moveTo>
                  <a:cubicBezTo>
                    <a:pt x="109" y="0"/>
                    <a:pt x="42" y="48"/>
                    <a:pt x="23" y="143"/>
                  </a:cubicBezTo>
                  <a:cubicBezTo>
                    <a:pt x="0" y="234"/>
                    <a:pt x="46" y="326"/>
                    <a:pt x="137" y="371"/>
                  </a:cubicBezTo>
                  <a:cubicBezTo>
                    <a:pt x="152" y="374"/>
                    <a:pt x="167" y="376"/>
                    <a:pt x="181" y="376"/>
                  </a:cubicBezTo>
                  <a:cubicBezTo>
                    <a:pt x="274" y="376"/>
                    <a:pt x="346" y="314"/>
                    <a:pt x="365" y="234"/>
                  </a:cubicBezTo>
                  <a:cubicBezTo>
                    <a:pt x="388" y="120"/>
                    <a:pt x="343" y="29"/>
                    <a:pt x="228" y="6"/>
                  </a:cubicBezTo>
                  <a:cubicBezTo>
                    <a:pt x="213" y="2"/>
                    <a:pt x="198" y="0"/>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6" name="Google Shape;4776;p26"/>
            <p:cNvSpPr/>
            <p:nvPr/>
          </p:nvSpPr>
          <p:spPr>
            <a:xfrm>
              <a:off x="6867725" y="1599525"/>
              <a:ext cx="8000" cy="7600"/>
            </a:xfrm>
            <a:custGeom>
              <a:avLst/>
              <a:gdLst/>
              <a:ahLst/>
              <a:cxnLst/>
              <a:rect l="l" t="t" r="r" b="b"/>
              <a:pathLst>
                <a:path w="320" h="304" extrusionOk="0">
                  <a:moveTo>
                    <a:pt x="206" y="1"/>
                  </a:moveTo>
                  <a:cubicBezTo>
                    <a:pt x="115" y="1"/>
                    <a:pt x="46" y="46"/>
                    <a:pt x="23" y="115"/>
                  </a:cubicBezTo>
                  <a:cubicBezTo>
                    <a:pt x="0" y="206"/>
                    <a:pt x="46" y="297"/>
                    <a:pt x="115" y="297"/>
                  </a:cubicBezTo>
                  <a:cubicBezTo>
                    <a:pt x="131" y="301"/>
                    <a:pt x="147" y="303"/>
                    <a:pt x="163" y="303"/>
                  </a:cubicBezTo>
                  <a:cubicBezTo>
                    <a:pt x="236" y="303"/>
                    <a:pt x="301" y="262"/>
                    <a:pt x="320" y="206"/>
                  </a:cubicBezTo>
                  <a:cubicBezTo>
                    <a:pt x="320" y="115"/>
                    <a:pt x="274" y="24"/>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7" name="Google Shape;4777;p26"/>
            <p:cNvSpPr/>
            <p:nvPr/>
          </p:nvSpPr>
          <p:spPr>
            <a:xfrm>
              <a:off x="6866575" y="1359725"/>
              <a:ext cx="8600" cy="7725"/>
            </a:xfrm>
            <a:custGeom>
              <a:avLst/>
              <a:gdLst/>
              <a:ahLst/>
              <a:cxnLst/>
              <a:rect l="l" t="t" r="r" b="b"/>
              <a:pathLst>
                <a:path w="344" h="309" extrusionOk="0">
                  <a:moveTo>
                    <a:pt x="160" y="0"/>
                  </a:moveTo>
                  <a:cubicBezTo>
                    <a:pt x="86" y="0"/>
                    <a:pt x="20" y="45"/>
                    <a:pt x="1" y="120"/>
                  </a:cubicBezTo>
                  <a:cubicBezTo>
                    <a:pt x="1" y="212"/>
                    <a:pt x="46" y="280"/>
                    <a:pt x="115" y="303"/>
                  </a:cubicBezTo>
                  <a:cubicBezTo>
                    <a:pt x="131" y="307"/>
                    <a:pt x="146" y="309"/>
                    <a:pt x="162" y="309"/>
                  </a:cubicBezTo>
                  <a:cubicBezTo>
                    <a:pt x="236" y="309"/>
                    <a:pt x="301" y="264"/>
                    <a:pt x="320" y="189"/>
                  </a:cubicBezTo>
                  <a:cubicBezTo>
                    <a:pt x="343" y="97"/>
                    <a:pt x="297"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8" name="Google Shape;4778;p26"/>
            <p:cNvSpPr/>
            <p:nvPr/>
          </p:nvSpPr>
          <p:spPr>
            <a:xfrm>
              <a:off x="6698825" y="1787725"/>
              <a:ext cx="10850" cy="10200"/>
            </a:xfrm>
            <a:custGeom>
              <a:avLst/>
              <a:gdLst/>
              <a:ahLst/>
              <a:cxnLst/>
              <a:rect l="l" t="t" r="r" b="b"/>
              <a:pathLst>
                <a:path w="434" h="408" extrusionOk="0">
                  <a:moveTo>
                    <a:pt x="230" y="1"/>
                  </a:moveTo>
                  <a:cubicBezTo>
                    <a:pt x="132" y="1"/>
                    <a:pt x="43" y="65"/>
                    <a:pt x="23" y="165"/>
                  </a:cubicBezTo>
                  <a:cubicBezTo>
                    <a:pt x="0" y="256"/>
                    <a:pt x="69" y="370"/>
                    <a:pt x="160" y="393"/>
                  </a:cubicBezTo>
                  <a:cubicBezTo>
                    <a:pt x="184" y="403"/>
                    <a:pt x="209" y="407"/>
                    <a:pt x="232" y="407"/>
                  </a:cubicBezTo>
                  <a:cubicBezTo>
                    <a:pt x="319" y="407"/>
                    <a:pt x="393" y="346"/>
                    <a:pt x="411" y="256"/>
                  </a:cubicBezTo>
                  <a:cubicBezTo>
                    <a:pt x="434" y="142"/>
                    <a:pt x="388" y="28"/>
                    <a:pt x="274" y="5"/>
                  </a:cubicBezTo>
                  <a:cubicBezTo>
                    <a:pt x="259" y="2"/>
                    <a:pt x="245"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9" name="Google Shape;4779;p26"/>
            <p:cNvSpPr/>
            <p:nvPr/>
          </p:nvSpPr>
          <p:spPr>
            <a:xfrm>
              <a:off x="6655450" y="1510975"/>
              <a:ext cx="9725" cy="8825"/>
            </a:xfrm>
            <a:custGeom>
              <a:avLst/>
              <a:gdLst/>
              <a:ahLst/>
              <a:cxnLst/>
              <a:rect l="l" t="t" r="r" b="b"/>
              <a:pathLst>
                <a:path w="389" h="353" extrusionOk="0">
                  <a:moveTo>
                    <a:pt x="193" y="0"/>
                  </a:moveTo>
                  <a:cubicBezTo>
                    <a:pt x="115" y="0"/>
                    <a:pt x="43" y="62"/>
                    <a:pt x="23" y="142"/>
                  </a:cubicBezTo>
                  <a:cubicBezTo>
                    <a:pt x="0" y="233"/>
                    <a:pt x="46" y="324"/>
                    <a:pt x="137" y="347"/>
                  </a:cubicBezTo>
                  <a:cubicBezTo>
                    <a:pt x="157" y="351"/>
                    <a:pt x="176" y="353"/>
                    <a:pt x="194" y="353"/>
                  </a:cubicBezTo>
                  <a:cubicBezTo>
                    <a:pt x="281" y="353"/>
                    <a:pt x="347" y="309"/>
                    <a:pt x="366" y="233"/>
                  </a:cubicBezTo>
                  <a:cubicBezTo>
                    <a:pt x="388" y="142"/>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0" name="Google Shape;4780;p26"/>
            <p:cNvSpPr/>
            <p:nvPr/>
          </p:nvSpPr>
          <p:spPr>
            <a:xfrm>
              <a:off x="6597825" y="1354050"/>
              <a:ext cx="10275" cy="9400"/>
            </a:xfrm>
            <a:custGeom>
              <a:avLst/>
              <a:gdLst/>
              <a:ahLst/>
              <a:cxnLst/>
              <a:rect l="l" t="t" r="r" b="b"/>
              <a:pathLst>
                <a:path w="411" h="376" extrusionOk="0">
                  <a:moveTo>
                    <a:pt x="214" y="0"/>
                  </a:moveTo>
                  <a:cubicBezTo>
                    <a:pt x="131" y="0"/>
                    <a:pt x="43" y="63"/>
                    <a:pt x="23" y="142"/>
                  </a:cubicBezTo>
                  <a:cubicBezTo>
                    <a:pt x="0" y="256"/>
                    <a:pt x="69" y="347"/>
                    <a:pt x="160" y="370"/>
                  </a:cubicBezTo>
                  <a:cubicBezTo>
                    <a:pt x="179" y="374"/>
                    <a:pt x="197" y="376"/>
                    <a:pt x="215" y="376"/>
                  </a:cubicBezTo>
                  <a:cubicBezTo>
                    <a:pt x="302" y="376"/>
                    <a:pt x="369" y="328"/>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1" name="Google Shape;4781;p26"/>
            <p:cNvSpPr/>
            <p:nvPr/>
          </p:nvSpPr>
          <p:spPr>
            <a:xfrm>
              <a:off x="6548175" y="1227375"/>
              <a:ext cx="9150" cy="8275"/>
            </a:xfrm>
            <a:custGeom>
              <a:avLst/>
              <a:gdLst/>
              <a:ahLst/>
              <a:cxnLst/>
              <a:rect l="l" t="t" r="r" b="b"/>
              <a:pathLst>
                <a:path w="366" h="331" extrusionOk="0">
                  <a:moveTo>
                    <a:pt x="171" y="0"/>
                  </a:moveTo>
                  <a:cubicBezTo>
                    <a:pt x="97" y="0"/>
                    <a:pt x="43" y="62"/>
                    <a:pt x="23" y="142"/>
                  </a:cubicBezTo>
                  <a:cubicBezTo>
                    <a:pt x="0" y="210"/>
                    <a:pt x="46" y="301"/>
                    <a:pt x="137" y="324"/>
                  </a:cubicBezTo>
                  <a:cubicBezTo>
                    <a:pt x="153" y="328"/>
                    <a:pt x="169" y="330"/>
                    <a:pt x="184" y="330"/>
                  </a:cubicBezTo>
                  <a:cubicBezTo>
                    <a:pt x="258" y="330"/>
                    <a:pt x="324" y="286"/>
                    <a:pt x="343" y="210"/>
                  </a:cubicBezTo>
                  <a:cubicBezTo>
                    <a:pt x="365" y="119"/>
                    <a:pt x="297" y="27"/>
                    <a:pt x="206" y="5"/>
                  </a:cubicBezTo>
                  <a:cubicBezTo>
                    <a:pt x="194" y="2"/>
                    <a:pt x="182" y="0"/>
                    <a:pt x="17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2" name="Google Shape;4782;p26"/>
            <p:cNvSpPr/>
            <p:nvPr/>
          </p:nvSpPr>
          <p:spPr>
            <a:xfrm>
              <a:off x="6559000" y="1255075"/>
              <a:ext cx="11450" cy="10200"/>
            </a:xfrm>
            <a:custGeom>
              <a:avLst/>
              <a:gdLst/>
              <a:ahLst/>
              <a:cxnLst/>
              <a:rect l="l" t="t" r="r" b="b"/>
              <a:pathLst>
                <a:path w="458" h="408" extrusionOk="0">
                  <a:moveTo>
                    <a:pt x="203" y="1"/>
                  </a:moveTo>
                  <a:cubicBezTo>
                    <a:pt x="116" y="1"/>
                    <a:pt x="42" y="62"/>
                    <a:pt x="24" y="152"/>
                  </a:cubicBezTo>
                  <a:cubicBezTo>
                    <a:pt x="1" y="266"/>
                    <a:pt x="69" y="380"/>
                    <a:pt x="161" y="403"/>
                  </a:cubicBezTo>
                  <a:cubicBezTo>
                    <a:pt x="175" y="406"/>
                    <a:pt x="190" y="407"/>
                    <a:pt x="205" y="407"/>
                  </a:cubicBezTo>
                  <a:cubicBezTo>
                    <a:pt x="303" y="407"/>
                    <a:pt x="392" y="343"/>
                    <a:pt x="412" y="243"/>
                  </a:cubicBezTo>
                  <a:cubicBezTo>
                    <a:pt x="457" y="152"/>
                    <a:pt x="389" y="38"/>
                    <a:pt x="275" y="15"/>
                  </a:cubicBezTo>
                  <a:cubicBezTo>
                    <a:pt x="250" y="5"/>
                    <a:pt x="226" y="1"/>
                    <a:pt x="20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3" name="Google Shape;4783;p26"/>
            <p:cNvSpPr/>
            <p:nvPr/>
          </p:nvSpPr>
          <p:spPr>
            <a:xfrm>
              <a:off x="6533325" y="1229600"/>
              <a:ext cx="6300" cy="5475"/>
            </a:xfrm>
            <a:custGeom>
              <a:avLst/>
              <a:gdLst/>
              <a:ahLst/>
              <a:cxnLst/>
              <a:rect l="l" t="t" r="r" b="b"/>
              <a:pathLst>
                <a:path w="252" h="219" extrusionOk="0">
                  <a:moveTo>
                    <a:pt x="111" y="1"/>
                  </a:moveTo>
                  <a:cubicBezTo>
                    <a:pt x="68" y="1"/>
                    <a:pt x="19" y="38"/>
                    <a:pt x="1" y="75"/>
                  </a:cubicBezTo>
                  <a:cubicBezTo>
                    <a:pt x="1" y="144"/>
                    <a:pt x="24" y="212"/>
                    <a:pt x="92" y="212"/>
                  </a:cubicBezTo>
                  <a:cubicBezTo>
                    <a:pt x="100" y="217"/>
                    <a:pt x="110" y="218"/>
                    <a:pt x="119" y="218"/>
                  </a:cubicBezTo>
                  <a:cubicBezTo>
                    <a:pt x="161" y="218"/>
                    <a:pt x="210" y="181"/>
                    <a:pt x="229" y="144"/>
                  </a:cubicBezTo>
                  <a:cubicBezTo>
                    <a:pt x="252" y="75"/>
                    <a:pt x="206" y="7"/>
                    <a:pt x="138" y="7"/>
                  </a:cubicBezTo>
                  <a:cubicBezTo>
                    <a:pt x="129" y="3"/>
                    <a:pt x="120" y="1"/>
                    <a:pt x="11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4" name="Google Shape;4784;p26"/>
            <p:cNvSpPr/>
            <p:nvPr/>
          </p:nvSpPr>
          <p:spPr>
            <a:xfrm>
              <a:off x="6545875" y="1256425"/>
              <a:ext cx="7450" cy="6600"/>
            </a:xfrm>
            <a:custGeom>
              <a:avLst/>
              <a:gdLst/>
              <a:ahLst/>
              <a:cxnLst/>
              <a:rect l="l" t="t" r="r" b="b"/>
              <a:pathLst>
                <a:path w="298" h="264" extrusionOk="0">
                  <a:moveTo>
                    <a:pt x="146" y="1"/>
                  </a:moveTo>
                  <a:cubicBezTo>
                    <a:pt x="85" y="1"/>
                    <a:pt x="20" y="42"/>
                    <a:pt x="1" y="98"/>
                  </a:cubicBezTo>
                  <a:cubicBezTo>
                    <a:pt x="1" y="167"/>
                    <a:pt x="47" y="258"/>
                    <a:pt x="115" y="258"/>
                  </a:cubicBezTo>
                  <a:cubicBezTo>
                    <a:pt x="127" y="262"/>
                    <a:pt x="139" y="264"/>
                    <a:pt x="151" y="264"/>
                  </a:cubicBezTo>
                  <a:cubicBezTo>
                    <a:pt x="206" y="264"/>
                    <a:pt x="256" y="223"/>
                    <a:pt x="275" y="167"/>
                  </a:cubicBezTo>
                  <a:cubicBezTo>
                    <a:pt x="298" y="98"/>
                    <a:pt x="252" y="30"/>
                    <a:pt x="184" y="7"/>
                  </a:cubicBezTo>
                  <a:cubicBezTo>
                    <a:pt x="171" y="3"/>
                    <a:pt x="159"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5" name="Google Shape;4785;p26"/>
            <p:cNvSpPr/>
            <p:nvPr/>
          </p:nvSpPr>
          <p:spPr>
            <a:xfrm>
              <a:off x="6668575" y="1792250"/>
              <a:ext cx="10300" cy="8875"/>
            </a:xfrm>
            <a:custGeom>
              <a:avLst/>
              <a:gdLst/>
              <a:ahLst/>
              <a:cxnLst/>
              <a:rect l="l" t="t" r="r" b="b"/>
              <a:pathLst>
                <a:path w="412" h="355" extrusionOk="0">
                  <a:moveTo>
                    <a:pt x="204" y="1"/>
                  </a:moveTo>
                  <a:cubicBezTo>
                    <a:pt x="125" y="1"/>
                    <a:pt x="42" y="49"/>
                    <a:pt x="23" y="144"/>
                  </a:cubicBezTo>
                  <a:cubicBezTo>
                    <a:pt x="0" y="235"/>
                    <a:pt x="69" y="326"/>
                    <a:pt x="160" y="349"/>
                  </a:cubicBezTo>
                  <a:cubicBezTo>
                    <a:pt x="176" y="353"/>
                    <a:pt x="192" y="355"/>
                    <a:pt x="209" y="355"/>
                  </a:cubicBezTo>
                  <a:cubicBezTo>
                    <a:pt x="288" y="355"/>
                    <a:pt x="370" y="311"/>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6" name="Google Shape;4786;p26"/>
            <p:cNvSpPr/>
            <p:nvPr/>
          </p:nvSpPr>
          <p:spPr>
            <a:xfrm>
              <a:off x="6445450" y="1343200"/>
              <a:ext cx="11450" cy="9975"/>
            </a:xfrm>
            <a:custGeom>
              <a:avLst/>
              <a:gdLst/>
              <a:ahLst/>
              <a:cxnLst/>
              <a:rect l="l" t="t" r="r" b="b"/>
              <a:pathLst>
                <a:path w="458" h="399" extrusionOk="0">
                  <a:moveTo>
                    <a:pt x="232" y="1"/>
                  </a:moveTo>
                  <a:cubicBezTo>
                    <a:pt x="138" y="1"/>
                    <a:pt x="63" y="66"/>
                    <a:pt x="24" y="165"/>
                  </a:cubicBezTo>
                  <a:cubicBezTo>
                    <a:pt x="1" y="256"/>
                    <a:pt x="69" y="370"/>
                    <a:pt x="183" y="393"/>
                  </a:cubicBezTo>
                  <a:cubicBezTo>
                    <a:pt x="199" y="397"/>
                    <a:pt x="214" y="399"/>
                    <a:pt x="230" y="399"/>
                  </a:cubicBezTo>
                  <a:cubicBezTo>
                    <a:pt x="310" y="399"/>
                    <a:pt x="393" y="351"/>
                    <a:pt x="412" y="256"/>
                  </a:cubicBezTo>
                  <a:cubicBezTo>
                    <a:pt x="457" y="142"/>
                    <a:pt x="389" y="51"/>
                    <a:pt x="275" y="5"/>
                  </a:cubicBezTo>
                  <a:cubicBezTo>
                    <a:pt x="260" y="2"/>
                    <a:pt x="245" y="1"/>
                    <a:pt x="2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7" name="Google Shape;4787;p26"/>
            <p:cNvSpPr/>
            <p:nvPr/>
          </p:nvSpPr>
          <p:spPr>
            <a:xfrm>
              <a:off x="6580125" y="1388975"/>
              <a:ext cx="6300" cy="5300"/>
            </a:xfrm>
            <a:custGeom>
              <a:avLst/>
              <a:gdLst/>
              <a:ahLst/>
              <a:cxnLst/>
              <a:rect l="l" t="t" r="r" b="b"/>
              <a:pathLst>
                <a:path w="252" h="212" extrusionOk="0">
                  <a:moveTo>
                    <a:pt x="160" y="0"/>
                  </a:moveTo>
                  <a:cubicBezTo>
                    <a:pt x="92" y="0"/>
                    <a:pt x="46" y="23"/>
                    <a:pt x="23" y="91"/>
                  </a:cubicBezTo>
                  <a:cubicBezTo>
                    <a:pt x="0" y="137"/>
                    <a:pt x="46" y="183"/>
                    <a:pt x="92" y="206"/>
                  </a:cubicBezTo>
                  <a:cubicBezTo>
                    <a:pt x="104" y="210"/>
                    <a:pt x="116" y="212"/>
                    <a:pt x="127" y="212"/>
                  </a:cubicBezTo>
                  <a:cubicBezTo>
                    <a:pt x="176" y="212"/>
                    <a:pt x="210" y="174"/>
                    <a:pt x="229" y="137"/>
                  </a:cubicBezTo>
                  <a:cubicBezTo>
                    <a:pt x="252" y="69"/>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8" name="Google Shape;4788;p26"/>
            <p:cNvSpPr/>
            <p:nvPr/>
          </p:nvSpPr>
          <p:spPr>
            <a:xfrm>
              <a:off x="6766150" y="1658150"/>
              <a:ext cx="8575" cy="7750"/>
            </a:xfrm>
            <a:custGeom>
              <a:avLst/>
              <a:gdLst/>
              <a:ahLst/>
              <a:cxnLst/>
              <a:rect l="l" t="t" r="r" b="b"/>
              <a:pathLst>
                <a:path w="343" h="310" extrusionOk="0">
                  <a:moveTo>
                    <a:pt x="161" y="1"/>
                  </a:moveTo>
                  <a:cubicBezTo>
                    <a:pt x="92" y="1"/>
                    <a:pt x="42" y="45"/>
                    <a:pt x="23" y="121"/>
                  </a:cubicBezTo>
                  <a:cubicBezTo>
                    <a:pt x="1" y="212"/>
                    <a:pt x="46" y="281"/>
                    <a:pt x="137" y="303"/>
                  </a:cubicBezTo>
                  <a:cubicBezTo>
                    <a:pt x="149" y="307"/>
                    <a:pt x="162" y="309"/>
                    <a:pt x="174" y="309"/>
                  </a:cubicBezTo>
                  <a:cubicBezTo>
                    <a:pt x="235" y="309"/>
                    <a:pt x="301" y="265"/>
                    <a:pt x="320" y="189"/>
                  </a:cubicBezTo>
                  <a:cubicBezTo>
                    <a:pt x="343" y="121"/>
                    <a:pt x="297"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9" name="Google Shape;4789;p26"/>
            <p:cNvSpPr/>
            <p:nvPr/>
          </p:nvSpPr>
          <p:spPr>
            <a:xfrm>
              <a:off x="6432900" y="1008200"/>
              <a:ext cx="8025" cy="7175"/>
            </a:xfrm>
            <a:custGeom>
              <a:avLst/>
              <a:gdLst/>
              <a:ahLst/>
              <a:cxnLst/>
              <a:rect l="l" t="t" r="r" b="b"/>
              <a:pathLst>
                <a:path w="321" h="287" extrusionOk="0">
                  <a:moveTo>
                    <a:pt x="160" y="1"/>
                  </a:moveTo>
                  <a:cubicBezTo>
                    <a:pt x="92" y="1"/>
                    <a:pt x="42" y="42"/>
                    <a:pt x="23" y="98"/>
                  </a:cubicBezTo>
                  <a:cubicBezTo>
                    <a:pt x="1" y="189"/>
                    <a:pt x="46" y="258"/>
                    <a:pt x="115" y="281"/>
                  </a:cubicBezTo>
                  <a:cubicBezTo>
                    <a:pt x="131" y="285"/>
                    <a:pt x="146" y="287"/>
                    <a:pt x="161" y="287"/>
                  </a:cubicBezTo>
                  <a:cubicBezTo>
                    <a:pt x="229" y="287"/>
                    <a:pt x="278" y="246"/>
                    <a:pt x="297" y="189"/>
                  </a:cubicBezTo>
                  <a:cubicBezTo>
                    <a:pt x="320" y="98"/>
                    <a:pt x="274" y="7"/>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0" name="Google Shape;4790;p26"/>
            <p:cNvSpPr/>
            <p:nvPr/>
          </p:nvSpPr>
          <p:spPr>
            <a:xfrm>
              <a:off x="6571000" y="1299800"/>
              <a:ext cx="9725" cy="8850"/>
            </a:xfrm>
            <a:custGeom>
              <a:avLst/>
              <a:gdLst/>
              <a:ahLst/>
              <a:cxnLst/>
              <a:rect l="l" t="t" r="r" b="b"/>
              <a:pathLst>
                <a:path w="389" h="354" extrusionOk="0">
                  <a:moveTo>
                    <a:pt x="195" y="1"/>
                  </a:moveTo>
                  <a:cubicBezTo>
                    <a:pt x="108" y="1"/>
                    <a:pt x="42" y="45"/>
                    <a:pt x="23" y="121"/>
                  </a:cubicBezTo>
                  <a:cubicBezTo>
                    <a:pt x="0" y="212"/>
                    <a:pt x="69" y="326"/>
                    <a:pt x="160" y="349"/>
                  </a:cubicBezTo>
                  <a:cubicBezTo>
                    <a:pt x="172" y="352"/>
                    <a:pt x="184" y="353"/>
                    <a:pt x="196" y="353"/>
                  </a:cubicBezTo>
                  <a:cubicBezTo>
                    <a:pt x="274" y="353"/>
                    <a:pt x="346" y="291"/>
                    <a:pt x="365" y="212"/>
                  </a:cubicBezTo>
                  <a:cubicBezTo>
                    <a:pt x="388" y="121"/>
                    <a:pt x="343" y="29"/>
                    <a:pt x="251" y="6"/>
                  </a:cubicBezTo>
                  <a:cubicBezTo>
                    <a:pt x="232" y="3"/>
                    <a:pt x="213"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1" name="Google Shape;4791;p26"/>
            <p:cNvSpPr/>
            <p:nvPr/>
          </p:nvSpPr>
          <p:spPr>
            <a:xfrm>
              <a:off x="6560725" y="1275300"/>
              <a:ext cx="8000" cy="7700"/>
            </a:xfrm>
            <a:custGeom>
              <a:avLst/>
              <a:gdLst/>
              <a:ahLst/>
              <a:cxnLst/>
              <a:rect l="l" t="t" r="r" b="b"/>
              <a:pathLst>
                <a:path w="320" h="308" extrusionOk="0">
                  <a:moveTo>
                    <a:pt x="170" y="0"/>
                  </a:moveTo>
                  <a:cubicBezTo>
                    <a:pt x="97" y="0"/>
                    <a:pt x="43" y="60"/>
                    <a:pt x="23" y="119"/>
                  </a:cubicBezTo>
                  <a:cubicBezTo>
                    <a:pt x="0" y="210"/>
                    <a:pt x="46" y="279"/>
                    <a:pt x="115" y="302"/>
                  </a:cubicBezTo>
                  <a:cubicBezTo>
                    <a:pt x="130" y="306"/>
                    <a:pt x="146" y="308"/>
                    <a:pt x="161" y="308"/>
                  </a:cubicBezTo>
                  <a:cubicBezTo>
                    <a:pt x="234" y="308"/>
                    <a:pt x="297" y="263"/>
                    <a:pt x="297" y="188"/>
                  </a:cubicBezTo>
                  <a:cubicBezTo>
                    <a:pt x="320" y="119"/>
                    <a:pt x="274" y="28"/>
                    <a:pt x="206" y="5"/>
                  </a:cubicBezTo>
                  <a:cubicBezTo>
                    <a:pt x="194" y="2"/>
                    <a:pt x="182" y="0"/>
                    <a:pt x="17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2" name="Google Shape;4792;p26"/>
            <p:cNvSpPr/>
            <p:nvPr/>
          </p:nvSpPr>
          <p:spPr>
            <a:xfrm>
              <a:off x="6468850" y="1097800"/>
              <a:ext cx="9150" cy="8300"/>
            </a:xfrm>
            <a:custGeom>
              <a:avLst/>
              <a:gdLst/>
              <a:ahLst/>
              <a:cxnLst/>
              <a:rect l="l" t="t" r="r" b="b"/>
              <a:pathLst>
                <a:path w="366" h="332" extrusionOk="0">
                  <a:moveTo>
                    <a:pt x="182" y="0"/>
                  </a:moveTo>
                  <a:cubicBezTo>
                    <a:pt x="108" y="0"/>
                    <a:pt x="42" y="45"/>
                    <a:pt x="23" y="120"/>
                  </a:cubicBezTo>
                  <a:cubicBezTo>
                    <a:pt x="1" y="212"/>
                    <a:pt x="69" y="303"/>
                    <a:pt x="137" y="326"/>
                  </a:cubicBezTo>
                  <a:cubicBezTo>
                    <a:pt x="153" y="330"/>
                    <a:pt x="169" y="332"/>
                    <a:pt x="184" y="332"/>
                  </a:cubicBezTo>
                  <a:cubicBezTo>
                    <a:pt x="258" y="332"/>
                    <a:pt x="324" y="287"/>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3" name="Google Shape;4793;p26"/>
            <p:cNvSpPr/>
            <p:nvPr/>
          </p:nvSpPr>
          <p:spPr>
            <a:xfrm>
              <a:off x="6707950" y="1377975"/>
              <a:ext cx="10300" cy="8875"/>
            </a:xfrm>
            <a:custGeom>
              <a:avLst/>
              <a:gdLst/>
              <a:ahLst/>
              <a:cxnLst/>
              <a:rect l="l" t="t" r="r" b="b"/>
              <a:pathLst>
                <a:path w="412" h="355" extrusionOk="0">
                  <a:moveTo>
                    <a:pt x="204" y="1"/>
                  </a:moveTo>
                  <a:cubicBezTo>
                    <a:pt x="125" y="1"/>
                    <a:pt x="42" y="48"/>
                    <a:pt x="23" y="143"/>
                  </a:cubicBezTo>
                  <a:cubicBezTo>
                    <a:pt x="0" y="235"/>
                    <a:pt x="69" y="326"/>
                    <a:pt x="160" y="349"/>
                  </a:cubicBezTo>
                  <a:cubicBezTo>
                    <a:pt x="176" y="353"/>
                    <a:pt x="192" y="355"/>
                    <a:pt x="209" y="355"/>
                  </a:cubicBezTo>
                  <a:cubicBezTo>
                    <a:pt x="288" y="355"/>
                    <a:pt x="369" y="310"/>
                    <a:pt x="388" y="235"/>
                  </a:cubicBezTo>
                  <a:cubicBezTo>
                    <a:pt x="411" y="121"/>
                    <a:pt x="343" y="29"/>
                    <a:pt x="251" y="7"/>
                  </a:cubicBezTo>
                  <a:cubicBezTo>
                    <a:pt x="236" y="3"/>
                    <a:pt x="220" y="1"/>
                    <a:pt x="20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4" name="Google Shape;4794;p26"/>
            <p:cNvSpPr/>
            <p:nvPr/>
          </p:nvSpPr>
          <p:spPr>
            <a:xfrm>
              <a:off x="5839450" y="1408225"/>
              <a:ext cx="9150" cy="7725"/>
            </a:xfrm>
            <a:custGeom>
              <a:avLst/>
              <a:gdLst/>
              <a:ahLst/>
              <a:cxnLst/>
              <a:rect l="l" t="t" r="r" b="b"/>
              <a:pathLst>
                <a:path w="366" h="309" extrusionOk="0">
                  <a:moveTo>
                    <a:pt x="182" y="0"/>
                  </a:moveTo>
                  <a:cubicBezTo>
                    <a:pt x="108" y="0"/>
                    <a:pt x="42" y="45"/>
                    <a:pt x="23" y="120"/>
                  </a:cubicBezTo>
                  <a:cubicBezTo>
                    <a:pt x="0" y="212"/>
                    <a:pt x="69" y="303"/>
                    <a:pt x="137" y="303"/>
                  </a:cubicBezTo>
                  <a:cubicBezTo>
                    <a:pt x="153" y="307"/>
                    <a:pt x="170" y="309"/>
                    <a:pt x="185" y="309"/>
                  </a:cubicBezTo>
                  <a:cubicBezTo>
                    <a:pt x="259" y="309"/>
                    <a:pt x="324" y="268"/>
                    <a:pt x="343" y="212"/>
                  </a:cubicBezTo>
                  <a:cubicBezTo>
                    <a:pt x="365" y="120"/>
                    <a:pt x="297" y="29"/>
                    <a:pt x="228"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5" name="Google Shape;4795;p26"/>
            <p:cNvSpPr/>
            <p:nvPr/>
          </p:nvSpPr>
          <p:spPr>
            <a:xfrm>
              <a:off x="5954700" y="1343200"/>
              <a:ext cx="9725" cy="9375"/>
            </a:xfrm>
            <a:custGeom>
              <a:avLst/>
              <a:gdLst/>
              <a:ahLst/>
              <a:cxnLst/>
              <a:rect l="l" t="t" r="r" b="b"/>
              <a:pathLst>
                <a:path w="389" h="375" extrusionOk="0">
                  <a:moveTo>
                    <a:pt x="193" y="1"/>
                  </a:moveTo>
                  <a:cubicBezTo>
                    <a:pt x="115" y="1"/>
                    <a:pt x="44" y="63"/>
                    <a:pt x="24" y="142"/>
                  </a:cubicBezTo>
                  <a:cubicBezTo>
                    <a:pt x="1" y="233"/>
                    <a:pt x="47" y="348"/>
                    <a:pt x="161" y="370"/>
                  </a:cubicBezTo>
                  <a:cubicBezTo>
                    <a:pt x="173" y="373"/>
                    <a:pt x="185" y="375"/>
                    <a:pt x="197" y="375"/>
                  </a:cubicBezTo>
                  <a:cubicBezTo>
                    <a:pt x="275" y="375"/>
                    <a:pt x="346" y="313"/>
                    <a:pt x="366" y="233"/>
                  </a:cubicBezTo>
                  <a:cubicBezTo>
                    <a:pt x="389" y="142"/>
                    <a:pt x="343"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6" name="Google Shape;4796;p26"/>
            <p:cNvSpPr/>
            <p:nvPr/>
          </p:nvSpPr>
          <p:spPr>
            <a:xfrm>
              <a:off x="6616075" y="1591975"/>
              <a:ext cx="6875" cy="6025"/>
            </a:xfrm>
            <a:custGeom>
              <a:avLst/>
              <a:gdLst/>
              <a:ahLst/>
              <a:cxnLst/>
              <a:rect l="l" t="t" r="r" b="b"/>
              <a:pathLst>
                <a:path w="275" h="241" extrusionOk="0">
                  <a:moveTo>
                    <a:pt x="124" y="0"/>
                  </a:moveTo>
                  <a:cubicBezTo>
                    <a:pt x="70" y="0"/>
                    <a:pt x="23" y="41"/>
                    <a:pt x="23" y="97"/>
                  </a:cubicBezTo>
                  <a:cubicBezTo>
                    <a:pt x="0" y="166"/>
                    <a:pt x="46" y="211"/>
                    <a:pt x="92" y="234"/>
                  </a:cubicBezTo>
                  <a:cubicBezTo>
                    <a:pt x="104" y="238"/>
                    <a:pt x="116" y="240"/>
                    <a:pt x="128" y="240"/>
                  </a:cubicBezTo>
                  <a:cubicBezTo>
                    <a:pt x="183" y="240"/>
                    <a:pt x="233" y="199"/>
                    <a:pt x="252" y="143"/>
                  </a:cubicBezTo>
                  <a:cubicBezTo>
                    <a:pt x="274" y="97"/>
                    <a:pt x="229" y="29"/>
                    <a:pt x="160" y="6"/>
                  </a:cubicBezTo>
                  <a:cubicBezTo>
                    <a:pt x="148" y="2"/>
                    <a:pt x="136" y="0"/>
                    <a:pt x="12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7" name="Google Shape;4797;p26"/>
            <p:cNvSpPr/>
            <p:nvPr/>
          </p:nvSpPr>
          <p:spPr>
            <a:xfrm>
              <a:off x="6589250" y="1479550"/>
              <a:ext cx="9725" cy="8850"/>
            </a:xfrm>
            <a:custGeom>
              <a:avLst/>
              <a:gdLst/>
              <a:ahLst/>
              <a:cxnLst/>
              <a:rect l="l" t="t" r="r" b="b"/>
              <a:pathLst>
                <a:path w="389" h="354" extrusionOk="0">
                  <a:moveTo>
                    <a:pt x="184" y="1"/>
                  </a:moveTo>
                  <a:cubicBezTo>
                    <a:pt x="109" y="1"/>
                    <a:pt x="43" y="48"/>
                    <a:pt x="23" y="143"/>
                  </a:cubicBezTo>
                  <a:cubicBezTo>
                    <a:pt x="1" y="235"/>
                    <a:pt x="46" y="326"/>
                    <a:pt x="138" y="349"/>
                  </a:cubicBezTo>
                  <a:cubicBezTo>
                    <a:pt x="150" y="352"/>
                    <a:pt x="162" y="353"/>
                    <a:pt x="175" y="353"/>
                  </a:cubicBezTo>
                  <a:cubicBezTo>
                    <a:pt x="257" y="353"/>
                    <a:pt x="346" y="291"/>
                    <a:pt x="366" y="212"/>
                  </a:cubicBezTo>
                  <a:cubicBezTo>
                    <a:pt x="389" y="121"/>
                    <a:pt x="320" y="29"/>
                    <a:pt x="229" y="6"/>
                  </a:cubicBezTo>
                  <a:cubicBezTo>
                    <a:pt x="214" y="3"/>
                    <a:pt x="198"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8" name="Google Shape;4798;p26"/>
            <p:cNvSpPr/>
            <p:nvPr/>
          </p:nvSpPr>
          <p:spPr>
            <a:xfrm>
              <a:off x="6485400" y="1534900"/>
              <a:ext cx="8000" cy="7175"/>
            </a:xfrm>
            <a:custGeom>
              <a:avLst/>
              <a:gdLst/>
              <a:ahLst/>
              <a:cxnLst/>
              <a:rect l="l" t="t" r="r" b="b"/>
              <a:pathLst>
                <a:path w="320" h="287" extrusionOk="0">
                  <a:moveTo>
                    <a:pt x="147" y="1"/>
                  </a:moveTo>
                  <a:cubicBezTo>
                    <a:pt x="92" y="1"/>
                    <a:pt x="42" y="41"/>
                    <a:pt x="23" y="98"/>
                  </a:cubicBezTo>
                  <a:cubicBezTo>
                    <a:pt x="0" y="166"/>
                    <a:pt x="46" y="258"/>
                    <a:pt x="115" y="280"/>
                  </a:cubicBezTo>
                  <a:cubicBezTo>
                    <a:pt x="130" y="284"/>
                    <a:pt x="145" y="286"/>
                    <a:pt x="159" y="286"/>
                  </a:cubicBezTo>
                  <a:cubicBezTo>
                    <a:pt x="228" y="286"/>
                    <a:pt x="278" y="242"/>
                    <a:pt x="297" y="166"/>
                  </a:cubicBezTo>
                  <a:cubicBezTo>
                    <a:pt x="320" y="98"/>
                    <a:pt x="274" y="6"/>
                    <a:pt x="183" y="6"/>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9" name="Google Shape;4799;p26"/>
            <p:cNvSpPr/>
            <p:nvPr/>
          </p:nvSpPr>
          <p:spPr>
            <a:xfrm>
              <a:off x="5448000" y="1569150"/>
              <a:ext cx="7425" cy="4725"/>
            </a:xfrm>
            <a:custGeom>
              <a:avLst/>
              <a:gdLst/>
              <a:ahLst/>
              <a:cxnLst/>
              <a:rect l="l" t="t" r="r" b="b"/>
              <a:pathLst>
                <a:path w="297" h="189" extrusionOk="0">
                  <a:moveTo>
                    <a:pt x="125" y="0"/>
                  </a:moveTo>
                  <a:cubicBezTo>
                    <a:pt x="69" y="0"/>
                    <a:pt x="19" y="44"/>
                    <a:pt x="0" y="120"/>
                  </a:cubicBezTo>
                  <a:lnTo>
                    <a:pt x="274" y="189"/>
                  </a:lnTo>
                  <a:cubicBezTo>
                    <a:pt x="297" y="120"/>
                    <a:pt x="251" y="29"/>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0" name="Google Shape;4800;p26"/>
            <p:cNvSpPr/>
            <p:nvPr/>
          </p:nvSpPr>
          <p:spPr>
            <a:xfrm>
              <a:off x="6871725" y="1715800"/>
              <a:ext cx="8000" cy="7150"/>
            </a:xfrm>
            <a:custGeom>
              <a:avLst/>
              <a:gdLst/>
              <a:ahLst/>
              <a:cxnLst/>
              <a:rect l="l" t="t" r="r" b="b"/>
              <a:pathLst>
                <a:path w="320" h="286" extrusionOk="0">
                  <a:moveTo>
                    <a:pt x="148" y="0"/>
                  </a:moveTo>
                  <a:cubicBezTo>
                    <a:pt x="92" y="0"/>
                    <a:pt x="42" y="45"/>
                    <a:pt x="23" y="120"/>
                  </a:cubicBezTo>
                  <a:cubicBezTo>
                    <a:pt x="0" y="189"/>
                    <a:pt x="46" y="257"/>
                    <a:pt x="114" y="280"/>
                  </a:cubicBezTo>
                  <a:cubicBezTo>
                    <a:pt x="130" y="284"/>
                    <a:pt x="146" y="286"/>
                    <a:pt x="161" y="286"/>
                  </a:cubicBezTo>
                  <a:cubicBezTo>
                    <a:pt x="228" y="286"/>
                    <a:pt x="278" y="245"/>
                    <a:pt x="297" y="189"/>
                  </a:cubicBezTo>
                  <a:cubicBezTo>
                    <a:pt x="320" y="97"/>
                    <a:pt x="274" y="29"/>
                    <a:pt x="183" y="6"/>
                  </a:cubicBezTo>
                  <a:cubicBezTo>
                    <a:pt x="171" y="2"/>
                    <a:pt x="159" y="0"/>
                    <a:pt x="14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1" name="Google Shape;4801;p26"/>
            <p:cNvSpPr/>
            <p:nvPr/>
          </p:nvSpPr>
          <p:spPr>
            <a:xfrm>
              <a:off x="6868300" y="1744325"/>
              <a:ext cx="6300" cy="5875"/>
            </a:xfrm>
            <a:custGeom>
              <a:avLst/>
              <a:gdLst/>
              <a:ahLst/>
              <a:cxnLst/>
              <a:rect l="l" t="t" r="r" b="b"/>
              <a:pathLst>
                <a:path w="252" h="235" extrusionOk="0">
                  <a:moveTo>
                    <a:pt x="111" y="0"/>
                  </a:moveTo>
                  <a:cubicBezTo>
                    <a:pt x="69" y="0"/>
                    <a:pt x="19" y="41"/>
                    <a:pt x="0" y="98"/>
                  </a:cubicBezTo>
                  <a:cubicBezTo>
                    <a:pt x="0" y="143"/>
                    <a:pt x="23" y="212"/>
                    <a:pt x="92" y="235"/>
                  </a:cubicBezTo>
                  <a:cubicBezTo>
                    <a:pt x="137" y="235"/>
                    <a:pt x="206" y="212"/>
                    <a:pt x="228" y="143"/>
                  </a:cubicBezTo>
                  <a:cubicBezTo>
                    <a:pt x="251" y="75"/>
                    <a:pt x="206" y="29"/>
                    <a:pt x="137" y="6"/>
                  </a:cubicBezTo>
                  <a:cubicBezTo>
                    <a:pt x="129" y="2"/>
                    <a:pt x="120" y="0"/>
                    <a:pt x="11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2" name="Google Shape;4802;p26"/>
            <p:cNvSpPr/>
            <p:nvPr/>
          </p:nvSpPr>
          <p:spPr>
            <a:xfrm>
              <a:off x="6243450" y="1783175"/>
              <a:ext cx="10875" cy="6400"/>
            </a:xfrm>
            <a:custGeom>
              <a:avLst/>
              <a:gdLst/>
              <a:ahLst/>
              <a:cxnLst/>
              <a:rect l="l" t="t" r="r" b="b"/>
              <a:pathLst>
                <a:path w="435" h="256" extrusionOk="0">
                  <a:moveTo>
                    <a:pt x="209" y="0"/>
                  </a:moveTo>
                  <a:cubicBezTo>
                    <a:pt x="115" y="0"/>
                    <a:pt x="40" y="65"/>
                    <a:pt x="1" y="164"/>
                  </a:cubicBezTo>
                  <a:lnTo>
                    <a:pt x="389" y="256"/>
                  </a:lnTo>
                  <a:cubicBezTo>
                    <a:pt x="434" y="141"/>
                    <a:pt x="366" y="27"/>
                    <a:pt x="252" y="4"/>
                  </a:cubicBezTo>
                  <a:cubicBezTo>
                    <a:pt x="237" y="2"/>
                    <a:pt x="222" y="0"/>
                    <a:pt x="20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3" name="Google Shape;4803;p26"/>
            <p:cNvSpPr/>
            <p:nvPr/>
          </p:nvSpPr>
          <p:spPr>
            <a:xfrm>
              <a:off x="5840575" y="1121200"/>
              <a:ext cx="8025" cy="7700"/>
            </a:xfrm>
            <a:custGeom>
              <a:avLst/>
              <a:gdLst/>
              <a:ahLst/>
              <a:cxnLst/>
              <a:rect l="l" t="t" r="r" b="b"/>
              <a:pathLst>
                <a:path w="321" h="308" extrusionOk="0">
                  <a:moveTo>
                    <a:pt x="161" y="0"/>
                  </a:moveTo>
                  <a:cubicBezTo>
                    <a:pt x="93" y="0"/>
                    <a:pt x="43" y="45"/>
                    <a:pt x="24" y="120"/>
                  </a:cubicBezTo>
                  <a:cubicBezTo>
                    <a:pt x="1" y="189"/>
                    <a:pt x="47" y="280"/>
                    <a:pt x="138" y="303"/>
                  </a:cubicBezTo>
                  <a:cubicBezTo>
                    <a:pt x="147" y="306"/>
                    <a:pt x="157" y="307"/>
                    <a:pt x="166" y="307"/>
                  </a:cubicBezTo>
                  <a:cubicBezTo>
                    <a:pt x="230" y="307"/>
                    <a:pt x="301" y="248"/>
                    <a:pt x="320" y="189"/>
                  </a:cubicBezTo>
                  <a:cubicBezTo>
                    <a:pt x="320" y="97"/>
                    <a:pt x="275"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4" name="Google Shape;4804;p26"/>
            <p:cNvSpPr/>
            <p:nvPr/>
          </p:nvSpPr>
          <p:spPr>
            <a:xfrm>
              <a:off x="5744725" y="1028750"/>
              <a:ext cx="8000" cy="7700"/>
            </a:xfrm>
            <a:custGeom>
              <a:avLst/>
              <a:gdLst/>
              <a:ahLst/>
              <a:cxnLst/>
              <a:rect l="l" t="t" r="r" b="b"/>
              <a:pathLst>
                <a:path w="320" h="308" extrusionOk="0">
                  <a:moveTo>
                    <a:pt x="161" y="1"/>
                  </a:moveTo>
                  <a:cubicBezTo>
                    <a:pt x="92" y="1"/>
                    <a:pt x="42" y="45"/>
                    <a:pt x="23" y="121"/>
                  </a:cubicBezTo>
                  <a:cubicBezTo>
                    <a:pt x="0" y="189"/>
                    <a:pt x="46" y="280"/>
                    <a:pt x="114" y="303"/>
                  </a:cubicBezTo>
                  <a:cubicBezTo>
                    <a:pt x="127" y="306"/>
                    <a:pt x="139" y="308"/>
                    <a:pt x="151" y="308"/>
                  </a:cubicBezTo>
                  <a:cubicBezTo>
                    <a:pt x="228" y="308"/>
                    <a:pt x="297" y="248"/>
                    <a:pt x="297" y="189"/>
                  </a:cubicBezTo>
                  <a:cubicBezTo>
                    <a:pt x="320" y="98"/>
                    <a:pt x="274" y="29"/>
                    <a:pt x="206" y="6"/>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5" name="Google Shape;4805;p26"/>
            <p:cNvSpPr/>
            <p:nvPr/>
          </p:nvSpPr>
          <p:spPr>
            <a:xfrm>
              <a:off x="6021475" y="1322675"/>
              <a:ext cx="10300" cy="9400"/>
            </a:xfrm>
            <a:custGeom>
              <a:avLst/>
              <a:gdLst/>
              <a:ahLst/>
              <a:cxnLst/>
              <a:rect l="l" t="t" r="r" b="b"/>
              <a:pathLst>
                <a:path w="412" h="376" extrusionOk="0">
                  <a:moveTo>
                    <a:pt x="215" y="0"/>
                  </a:moveTo>
                  <a:cubicBezTo>
                    <a:pt x="132" y="0"/>
                    <a:pt x="43" y="62"/>
                    <a:pt x="23" y="141"/>
                  </a:cubicBezTo>
                  <a:cubicBezTo>
                    <a:pt x="0" y="256"/>
                    <a:pt x="69" y="347"/>
                    <a:pt x="160" y="370"/>
                  </a:cubicBezTo>
                  <a:cubicBezTo>
                    <a:pt x="175" y="373"/>
                    <a:pt x="191" y="375"/>
                    <a:pt x="207" y="375"/>
                  </a:cubicBezTo>
                  <a:cubicBezTo>
                    <a:pt x="287" y="375"/>
                    <a:pt x="369" y="328"/>
                    <a:pt x="389" y="233"/>
                  </a:cubicBezTo>
                  <a:cubicBezTo>
                    <a:pt x="411" y="141"/>
                    <a:pt x="366" y="27"/>
                    <a:pt x="252" y="4"/>
                  </a:cubicBezTo>
                  <a:cubicBezTo>
                    <a:pt x="240" y="1"/>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6" name="Google Shape;4806;p26"/>
            <p:cNvSpPr/>
            <p:nvPr/>
          </p:nvSpPr>
          <p:spPr>
            <a:xfrm>
              <a:off x="5918750" y="1214250"/>
              <a:ext cx="9175" cy="8800"/>
            </a:xfrm>
            <a:custGeom>
              <a:avLst/>
              <a:gdLst/>
              <a:ahLst/>
              <a:cxnLst/>
              <a:rect l="l" t="t" r="r" b="b"/>
              <a:pathLst>
                <a:path w="367" h="352" extrusionOk="0">
                  <a:moveTo>
                    <a:pt x="193" y="0"/>
                  </a:moveTo>
                  <a:cubicBezTo>
                    <a:pt x="115" y="0"/>
                    <a:pt x="44" y="62"/>
                    <a:pt x="24" y="142"/>
                  </a:cubicBezTo>
                  <a:cubicBezTo>
                    <a:pt x="1" y="233"/>
                    <a:pt x="47" y="324"/>
                    <a:pt x="138" y="347"/>
                  </a:cubicBezTo>
                  <a:cubicBezTo>
                    <a:pt x="150" y="350"/>
                    <a:pt x="162" y="351"/>
                    <a:pt x="174" y="351"/>
                  </a:cubicBezTo>
                  <a:cubicBezTo>
                    <a:pt x="252" y="351"/>
                    <a:pt x="323" y="289"/>
                    <a:pt x="343" y="210"/>
                  </a:cubicBezTo>
                  <a:cubicBezTo>
                    <a:pt x="366" y="119"/>
                    <a:pt x="298" y="27"/>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7" name="Google Shape;4807;p26"/>
            <p:cNvSpPr/>
            <p:nvPr/>
          </p:nvSpPr>
          <p:spPr>
            <a:xfrm>
              <a:off x="6280550" y="1778600"/>
              <a:ext cx="9725" cy="8800"/>
            </a:xfrm>
            <a:custGeom>
              <a:avLst/>
              <a:gdLst/>
              <a:ahLst/>
              <a:cxnLst/>
              <a:rect l="l" t="t" r="r" b="b"/>
              <a:pathLst>
                <a:path w="389" h="352" extrusionOk="0">
                  <a:moveTo>
                    <a:pt x="193" y="0"/>
                  </a:moveTo>
                  <a:cubicBezTo>
                    <a:pt x="114" y="0"/>
                    <a:pt x="43" y="63"/>
                    <a:pt x="23" y="142"/>
                  </a:cubicBezTo>
                  <a:cubicBezTo>
                    <a:pt x="0" y="233"/>
                    <a:pt x="69" y="324"/>
                    <a:pt x="160" y="347"/>
                  </a:cubicBezTo>
                  <a:cubicBezTo>
                    <a:pt x="169" y="350"/>
                    <a:pt x="179" y="352"/>
                    <a:pt x="189" y="352"/>
                  </a:cubicBezTo>
                  <a:cubicBezTo>
                    <a:pt x="257" y="352"/>
                    <a:pt x="346" y="290"/>
                    <a:pt x="365" y="210"/>
                  </a:cubicBezTo>
                  <a:cubicBezTo>
                    <a:pt x="388" y="119"/>
                    <a:pt x="320" y="28"/>
                    <a:pt x="228" y="5"/>
                  </a:cubicBezTo>
                  <a:cubicBezTo>
                    <a:pt x="216" y="2"/>
                    <a:pt x="204"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8" name="Google Shape;4808;p26"/>
            <p:cNvSpPr/>
            <p:nvPr/>
          </p:nvSpPr>
          <p:spPr>
            <a:xfrm>
              <a:off x="5959275" y="1432175"/>
              <a:ext cx="6300" cy="5475"/>
            </a:xfrm>
            <a:custGeom>
              <a:avLst/>
              <a:gdLst/>
              <a:ahLst/>
              <a:cxnLst/>
              <a:rect l="l" t="t" r="r" b="b"/>
              <a:pathLst>
                <a:path w="252" h="219" extrusionOk="0">
                  <a:moveTo>
                    <a:pt x="123" y="1"/>
                  </a:moveTo>
                  <a:cubicBezTo>
                    <a:pt x="69" y="1"/>
                    <a:pt x="23" y="38"/>
                    <a:pt x="23" y="75"/>
                  </a:cubicBezTo>
                  <a:cubicBezTo>
                    <a:pt x="1" y="144"/>
                    <a:pt x="46" y="190"/>
                    <a:pt x="92" y="212"/>
                  </a:cubicBezTo>
                  <a:cubicBezTo>
                    <a:pt x="104" y="217"/>
                    <a:pt x="117" y="218"/>
                    <a:pt x="129" y="218"/>
                  </a:cubicBezTo>
                  <a:cubicBezTo>
                    <a:pt x="183" y="218"/>
                    <a:pt x="229" y="181"/>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9" name="Google Shape;4809;p26"/>
            <p:cNvSpPr/>
            <p:nvPr/>
          </p:nvSpPr>
          <p:spPr>
            <a:xfrm>
              <a:off x="5970125" y="1422625"/>
              <a:ext cx="6875" cy="6450"/>
            </a:xfrm>
            <a:custGeom>
              <a:avLst/>
              <a:gdLst/>
              <a:ahLst/>
              <a:cxnLst/>
              <a:rect l="l" t="t" r="r" b="b"/>
              <a:pathLst>
                <a:path w="275" h="258" extrusionOk="0">
                  <a:moveTo>
                    <a:pt x="160" y="1"/>
                  </a:moveTo>
                  <a:cubicBezTo>
                    <a:pt x="92" y="1"/>
                    <a:pt x="23" y="24"/>
                    <a:pt x="23" y="92"/>
                  </a:cubicBezTo>
                  <a:cubicBezTo>
                    <a:pt x="0" y="161"/>
                    <a:pt x="46" y="229"/>
                    <a:pt x="92" y="252"/>
                  </a:cubicBezTo>
                  <a:cubicBezTo>
                    <a:pt x="104" y="256"/>
                    <a:pt x="116" y="258"/>
                    <a:pt x="128" y="258"/>
                  </a:cubicBezTo>
                  <a:cubicBezTo>
                    <a:pt x="183" y="258"/>
                    <a:pt x="232" y="217"/>
                    <a:pt x="251" y="161"/>
                  </a:cubicBezTo>
                  <a:cubicBezTo>
                    <a:pt x="274" y="92"/>
                    <a:pt x="228"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0" name="Google Shape;4810;p26"/>
            <p:cNvSpPr/>
            <p:nvPr/>
          </p:nvSpPr>
          <p:spPr>
            <a:xfrm>
              <a:off x="6725625" y="1401950"/>
              <a:ext cx="10875" cy="9400"/>
            </a:xfrm>
            <a:custGeom>
              <a:avLst/>
              <a:gdLst/>
              <a:ahLst/>
              <a:cxnLst/>
              <a:rect l="l" t="t" r="r" b="b"/>
              <a:pathLst>
                <a:path w="435" h="376" extrusionOk="0">
                  <a:moveTo>
                    <a:pt x="220" y="0"/>
                  </a:moveTo>
                  <a:cubicBezTo>
                    <a:pt x="132" y="0"/>
                    <a:pt x="66" y="48"/>
                    <a:pt x="47" y="143"/>
                  </a:cubicBezTo>
                  <a:cubicBezTo>
                    <a:pt x="1" y="234"/>
                    <a:pt x="69" y="349"/>
                    <a:pt x="161" y="371"/>
                  </a:cubicBezTo>
                  <a:cubicBezTo>
                    <a:pt x="176" y="374"/>
                    <a:pt x="190" y="376"/>
                    <a:pt x="204" y="376"/>
                  </a:cubicBezTo>
                  <a:cubicBezTo>
                    <a:pt x="298" y="376"/>
                    <a:pt x="369" y="314"/>
                    <a:pt x="389" y="234"/>
                  </a:cubicBezTo>
                  <a:cubicBezTo>
                    <a:pt x="435" y="120"/>
                    <a:pt x="366" y="29"/>
                    <a:pt x="275" y="6"/>
                  </a:cubicBezTo>
                  <a:cubicBezTo>
                    <a:pt x="256" y="2"/>
                    <a:pt x="237"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1" name="Google Shape;4811;p26"/>
            <p:cNvSpPr/>
            <p:nvPr/>
          </p:nvSpPr>
          <p:spPr>
            <a:xfrm>
              <a:off x="6704525" y="1685550"/>
              <a:ext cx="10300" cy="8875"/>
            </a:xfrm>
            <a:custGeom>
              <a:avLst/>
              <a:gdLst/>
              <a:ahLst/>
              <a:cxnLst/>
              <a:rect l="l" t="t" r="r" b="b"/>
              <a:pathLst>
                <a:path w="412" h="355" extrusionOk="0">
                  <a:moveTo>
                    <a:pt x="206" y="1"/>
                  </a:moveTo>
                  <a:cubicBezTo>
                    <a:pt x="132" y="1"/>
                    <a:pt x="65" y="48"/>
                    <a:pt x="46" y="143"/>
                  </a:cubicBezTo>
                  <a:cubicBezTo>
                    <a:pt x="0" y="235"/>
                    <a:pt x="69" y="326"/>
                    <a:pt x="160" y="349"/>
                  </a:cubicBezTo>
                  <a:cubicBezTo>
                    <a:pt x="175" y="353"/>
                    <a:pt x="191" y="354"/>
                    <a:pt x="207" y="354"/>
                  </a:cubicBezTo>
                  <a:cubicBezTo>
                    <a:pt x="287" y="354"/>
                    <a:pt x="369" y="307"/>
                    <a:pt x="388" y="212"/>
                  </a:cubicBezTo>
                  <a:cubicBezTo>
                    <a:pt x="411" y="120"/>
                    <a:pt x="343" y="29"/>
                    <a:pt x="251" y="6"/>
                  </a:cubicBezTo>
                  <a:cubicBezTo>
                    <a:pt x="236" y="3"/>
                    <a:pt x="221" y="1"/>
                    <a:pt x="2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2" name="Google Shape;4812;p26"/>
            <p:cNvSpPr/>
            <p:nvPr/>
          </p:nvSpPr>
          <p:spPr>
            <a:xfrm>
              <a:off x="6188100" y="1518950"/>
              <a:ext cx="10875" cy="9950"/>
            </a:xfrm>
            <a:custGeom>
              <a:avLst/>
              <a:gdLst/>
              <a:ahLst/>
              <a:cxnLst/>
              <a:rect l="l" t="t" r="r" b="b"/>
              <a:pathLst>
                <a:path w="435" h="398" extrusionOk="0">
                  <a:moveTo>
                    <a:pt x="231" y="1"/>
                  </a:moveTo>
                  <a:cubicBezTo>
                    <a:pt x="137" y="1"/>
                    <a:pt x="63" y="63"/>
                    <a:pt x="23" y="142"/>
                  </a:cubicBezTo>
                  <a:cubicBezTo>
                    <a:pt x="0" y="256"/>
                    <a:pt x="69" y="371"/>
                    <a:pt x="183" y="393"/>
                  </a:cubicBezTo>
                  <a:cubicBezTo>
                    <a:pt x="195" y="396"/>
                    <a:pt x="207" y="398"/>
                    <a:pt x="220" y="398"/>
                  </a:cubicBezTo>
                  <a:cubicBezTo>
                    <a:pt x="303" y="398"/>
                    <a:pt x="391" y="336"/>
                    <a:pt x="411" y="256"/>
                  </a:cubicBezTo>
                  <a:cubicBezTo>
                    <a:pt x="434" y="142"/>
                    <a:pt x="366" y="28"/>
                    <a:pt x="274" y="5"/>
                  </a:cubicBezTo>
                  <a:cubicBezTo>
                    <a:pt x="259"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3" name="Google Shape;4813;p26"/>
            <p:cNvSpPr/>
            <p:nvPr/>
          </p:nvSpPr>
          <p:spPr>
            <a:xfrm>
              <a:off x="6388400" y="1590975"/>
              <a:ext cx="6875" cy="6450"/>
            </a:xfrm>
            <a:custGeom>
              <a:avLst/>
              <a:gdLst/>
              <a:ahLst/>
              <a:cxnLst/>
              <a:rect l="l" t="t" r="r" b="b"/>
              <a:pathLst>
                <a:path w="275" h="258" extrusionOk="0">
                  <a:moveTo>
                    <a:pt x="160" y="0"/>
                  </a:moveTo>
                  <a:cubicBezTo>
                    <a:pt x="91" y="0"/>
                    <a:pt x="23" y="23"/>
                    <a:pt x="0" y="92"/>
                  </a:cubicBezTo>
                  <a:cubicBezTo>
                    <a:pt x="0" y="160"/>
                    <a:pt x="46" y="229"/>
                    <a:pt x="114" y="251"/>
                  </a:cubicBezTo>
                  <a:cubicBezTo>
                    <a:pt x="122" y="255"/>
                    <a:pt x="132" y="257"/>
                    <a:pt x="142" y="257"/>
                  </a:cubicBezTo>
                  <a:cubicBezTo>
                    <a:pt x="189" y="257"/>
                    <a:pt x="251"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4" name="Google Shape;4814;p26"/>
            <p:cNvSpPr/>
            <p:nvPr/>
          </p:nvSpPr>
          <p:spPr>
            <a:xfrm>
              <a:off x="6388400" y="1611975"/>
              <a:ext cx="11425" cy="9975"/>
            </a:xfrm>
            <a:custGeom>
              <a:avLst/>
              <a:gdLst/>
              <a:ahLst/>
              <a:cxnLst/>
              <a:rect l="l" t="t" r="r" b="b"/>
              <a:pathLst>
                <a:path w="457" h="399" extrusionOk="0">
                  <a:moveTo>
                    <a:pt x="230" y="0"/>
                  </a:moveTo>
                  <a:cubicBezTo>
                    <a:pt x="132" y="0"/>
                    <a:pt x="43" y="65"/>
                    <a:pt x="23" y="165"/>
                  </a:cubicBezTo>
                  <a:cubicBezTo>
                    <a:pt x="0" y="256"/>
                    <a:pt x="69" y="370"/>
                    <a:pt x="183" y="393"/>
                  </a:cubicBezTo>
                  <a:cubicBezTo>
                    <a:pt x="198" y="397"/>
                    <a:pt x="214" y="399"/>
                    <a:pt x="230" y="399"/>
                  </a:cubicBezTo>
                  <a:cubicBezTo>
                    <a:pt x="310" y="399"/>
                    <a:pt x="392" y="351"/>
                    <a:pt x="411" y="256"/>
                  </a:cubicBezTo>
                  <a:cubicBezTo>
                    <a:pt x="457" y="142"/>
                    <a:pt x="388" y="28"/>
                    <a:pt x="274" y="5"/>
                  </a:cubicBezTo>
                  <a:cubicBezTo>
                    <a:pt x="259" y="2"/>
                    <a:pt x="245"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5" name="Google Shape;4815;p26"/>
            <p:cNvSpPr/>
            <p:nvPr/>
          </p:nvSpPr>
          <p:spPr>
            <a:xfrm>
              <a:off x="6497375" y="1253000"/>
              <a:ext cx="6875" cy="5900"/>
            </a:xfrm>
            <a:custGeom>
              <a:avLst/>
              <a:gdLst/>
              <a:ahLst/>
              <a:cxnLst/>
              <a:rect l="l" t="t" r="r" b="b"/>
              <a:pathLst>
                <a:path w="275" h="236" extrusionOk="0">
                  <a:moveTo>
                    <a:pt x="134" y="1"/>
                  </a:moveTo>
                  <a:cubicBezTo>
                    <a:pt x="91" y="1"/>
                    <a:pt x="42" y="38"/>
                    <a:pt x="24" y="75"/>
                  </a:cubicBezTo>
                  <a:cubicBezTo>
                    <a:pt x="1" y="144"/>
                    <a:pt x="46" y="212"/>
                    <a:pt x="115" y="235"/>
                  </a:cubicBezTo>
                  <a:cubicBezTo>
                    <a:pt x="161" y="235"/>
                    <a:pt x="229" y="212"/>
                    <a:pt x="252" y="144"/>
                  </a:cubicBezTo>
                  <a:cubicBezTo>
                    <a:pt x="275" y="75"/>
                    <a:pt x="229" y="7"/>
                    <a:pt x="161"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6" name="Google Shape;4816;p26"/>
            <p:cNvSpPr/>
            <p:nvPr/>
          </p:nvSpPr>
          <p:spPr>
            <a:xfrm>
              <a:off x="6746750" y="1478400"/>
              <a:ext cx="9150" cy="8325"/>
            </a:xfrm>
            <a:custGeom>
              <a:avLst/>
              <a:gdLst/>
              <a:ahLst/>
              <a:cxnLst/>
              <a:rect l="l" t="t" r="r" b="b"/>
              <a:pathLst>
                <a:path w="366" h="333"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30"/>
                    <a:pt x="229" y="7"/>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7" name="Google Shape;4817;p26"/>
            <p:cNvSpPr/>
            <p:nvPr/>
          </p:nvSpPr>
          <p:spPr>
            <a:xfrm>
              <a:off x="6710800" y="1642750"/>
              <a:ext cx="8000" cy="7175"/>
            </a:xfrm>
            <a:custGeom>
              <a:avLst/>
              <a:gdLst/>
              <a:ahLst/>
              <a:cxnLst/>
              <a:rect l="l" t="t" r="r" b="b"/>
              <a:pathLst>
                <a:path w="320" h="287" extrusionOk="0">
                  <a:moveTo>
                    <a:pt x="145" y="1"/>
                  </a:moveTo>
                  <a:cubicBezTo>
                    <a:pt x="85" y="1"/>
                    <a:pt x="23" y="41"/>
                    <a:pt x="23" y="98"/>
                  </a:cubicBezTo>
                  <a:cubicBezTo>
                    <a:pt x="0" y="189"/>
                    <a:pt x="46" y="258"/>
                    <a:pt x="115" y="280"/>
                  </a:cubicBezTo>
                  <a:cubicBezTo>
                    <a:pt x="126" y="284"/>
                    <a:pt x="139" y="286"/>
                    <a:pt x="151" y="286"/>
                  </a:cubicBezTo>
                  <a:cubicBezTo>
                    <a:pt x="212" y="286"/>
                    <a:pt x="278" y="242"/>
                    <a:pt x="297" y="166"/>
                  </a:cubicBezTo>
                  <a:cubicBezTo>
                    <a:pt x="320" y="98"/>
                    <a:pt x="274" y="29"/>
                    <a:pt x="183" y="6"/>
                  </a:cubicBezTo>
                  <a:cubicBezTo>
                    <a:pt x="171" y="2"/>
                    <a:pt x="158" y="1"/>
                    <a:pt x="14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8" name="Google Shape;4818;p26"/>
            <p:cNvSpPr/>
            <p:nvPr/>
          </p:nvSpPr>
          <p:spPr>
            <a:xfrm>
              <a:off x="6239450" y="1672575"/>
              <a:ext cx="8025" cy="7550"/>
            </a:xfrm>
            <a:custGeom>
              <a:avLst/>
              <a:gdLst/>
              <a:ahLst/>
              <a:cxnLst/>
              <a:rect l="l" t="t" r="r" b="b"/>
              <a:pathLst>
                <a:path w="321" h="302" extrusionOk="0">
                  <a:moveTo>
                    <a:pt x="206" y="0"/>
                  </a:moveTo>
                  <a:cubicBezTo>
                    <a:pt x="138" y="0"/>
                    <a:pt x="46" y="46"/>
                    <a:pt x="24" y="114"/>
                  </a:cubicBezTo>
                  <a:cubicBezTo>
                    <a:pt x="1" y="183"/>
                    <a:pt x="46" y="274"/>
                    <a:pt x="138" y="297"/>
                  </a:cubicBezTo>
                  <a:cubicBezTo>
                    <a:pt x="147" y="300"/>
                    <a:pt x="156" y="302"/>
                    <a:pt x="166" y="302"/>
                  </a:cubicBezTo>
                  <a:cubicBezTo>
                    <a:pt x="229" y="302"/>
                    <a:pt x="297" y="242"/>
                    <a:pt x="297" y="183"/>
                  </a:cubicBezTo>
                  <a:cubicBezTo>
                    <a:pt x="320" y="114"/>
                    <a:pt x="275" y="23"/>
                    <a:pt x="2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9" name="Google Shape;4819;p26"/>
            <p:cNvSpPr/>
            <p:nvPr/>
          </p:nvSpPr>
          <p:spPr>
            <a:xfrm>
              <a:off x="6507075" y="1246725"/>
              <a:ext cx="11450" cy="10250"/>
            </a:xfrm>
            <a:custGeom>
              <a:avLst/>
              <a:gdLst/>
              <a:ahLst/>
              <a:cxnLst/>
              <a:rect l="l" t="t" r="r" b="b"/>
              <a:pathLst>
                <a:path w="458" h="410" extrusionOk="0">
                  <a:moveTo>
                    <a:pt x="218" y="1"/>
                  </a:moveTo>
                  <a:cubicBezTo>
                    <a:pt x="125" y="1"/>
                    <a:pt x="43" y="49"/>
                    <a:pt x="24" y="144"/>
                  </a:cubicBezTo>
                  <a:cubicBezTo>
                    <a:pt x="1" y="258"/>
                    <a:pt x="69" y="372"/>
                    <a:pt x="161" y="395"/>
                  </a:cubicBezTo>
                  <a:cubicBezTo>
                    <a:pt x="185" y="404"/>
                    <a:pt x="209" y="409"/>
                    <a:pt x="233" y="409"/>
                  </a:cubicBezTo>
                  <a:cubicBezTo>
                    <a:pt x="319" y="409"/>
                    <a:pt x="394" y="348"/>
                    <a:pt x="412" y="258"/>
                  </a:cubicBezTo>
                  <a:cubicBezTo>
                    <a:pt x="457" y="144"/>
                    <a:pt x="389" y="30"/>
                    <a:pt x="275" y="7"/>
                  </a:cubicBezTo>
                  <a:cubicBezTo>
                    <a:pt x="256" y="3"/>
                    <a:pt x="237" y="1"/>
                    <a:pt x="21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0" name="Google Shape;4820;p26"/>
            <p:cNvSpPr/>
            <p:nvPr/>
          </p:nvSpPr>
          <p:spPr>
            <a:xfrm>
              <a:off x="5658550" y="1606225"/>
              <a:ext cx="7450" cy="6600"/>
            </a:xfrm>
            <a:custGeom>
              <a:avLst/>
              <a:gdLst/>
              <a:ahLst/>
              <a:cxnLst/>
              <a:rect l="l" t="t" r="r" b="b"/>
              <a:pathLst>
                <a:path w="298" h="264" extrusionOk="0">
                  <a:moveTo>
                    <a:pt x="147" y="1"/>
                  </a:moveTo>
                  <a:cubicBezTo>
                    <a:pt x="92" y="1"/>
                    <a:pt x="42" y="42"/>
                    <a:pt x="23" y="98"/>
                  </a:cubicBezTo>
                  <a:cubicBezTo>
                    <a:pt x="1" y="166"/>
                    <a:pt x="46" y="235"/>
                    <a:pt x="115" y="258"/>
                  </a:cubicBezTo>
                  <a:cubicBezTo>
                    <a:pt x="131" y="262"/>
                    <a:pt x="146" y="264"/>
                    <a:pt x="161" y="264"/>
                  </a:cubicBezTo>
                  <a:cubicBezTo>
                    <a:pt x="228" y="264"/>
                    <a:pt x="274" y="223"/>
                    <a:pt x="274" y="166"/>
                  </a:cubicBezTo>
                  <a:cubicBezTo>
                    <a:pt x="297" y="98"/>
                    <a:pt x="252"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1" name="Google Shape;4821;p26"/>
            <p:cNvSpPr/>
            <p:nvPr/>
          </p:nvSpPr>
          <p:spPr>
            <a:xfrm>
              <a:off x="6769000" y="1557875"/>
              <a:ext cx="7450" cy="7025"/>
            </a:xfrm>
            <a:custGeom>
              <a:avLst/>
              <a:gdLst/>
              <a:ahLst/>
              <a:cxnLst/>
              <a:rect l="l" t="t" r="r" b="b"/>
              <a:pathLst>
                <a:path w="298" h="281" extrusionOk="0">
                  <a:moveTo>
                    <a:pt x="183" y="0"/>
                  </a:moveTo>
                  <a:cubicBezTo>
                    <a:pt x="115" y="0"/>
                    <a:pt x="46" y="46"/>
                    <a:pt x="23" y="115"/>
                  </a:cubicBezTo>
                  <a:cubicBezTo>
                    <a:pt x="1" y="183"/>
                    <a:pt x="46" y="252"/>
                    <a:pt x="115" y="274"/>
                  </a:cubicBezTo>
                  <a:cubicBezTo>
                    <a:pt x="127" y="278"/>
                    <a:pt x="140" y="280"/>
                    <a:pt x="153" y="280"/>
                  </a:cubicBezTo>
                  <a:cubicBezTo>
                    <a:pt x="213" y="280"/>
                    <a:pt x="275" y="239"/>
                    <a:pt x="275"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2" name="Google Shape;4822;p26"/>
            <p:cNvSpPr/>
            <p:nvPr/>
          </p:nvSpPr>
          <p:spPr>
            <a:xfrm>
              <a:off x="6642325" y="1483550"/>
              <a:ext cx="9150" cy="8275"/>
            </a:xfrm>
            <a:custGeom>
              <a:avLst/>
              <a:gdLst/>
              <a:ahLst/>
              <a:cxnLst/>
              <a:rect l="l" t="t" r="r" b="b"/>
              <a:pathLst>
                <a:path w="366" h="331" extrusionOk="0">
                  <a:moveTo>
                    <a:pt x="182" y="0"/>
                  </a:moveTo>
                  <a:cubicBezTo>
                    <a:pt x="108" y="0"/>
                    <a:pt x="42" y="45"/>
                    <a:pt x="23" y="120"/>
                  </a:cubicBezTo>
                  <a:cubicBezTo>
                    <a:pt x="0" y="212"/>
                    <a:pt x="69" y="303"/>
                    <a:pt x="160" y="326"/>
                  </a:cubicBezTo>
                  <a:cubicBezTo>
                    <a:pt x="172" y="329"/>
                    <a:pt x="184" y="330"/>
                    <a:pt x="196" y="330"/>
                  </a:cubicBezTo>
                  <a:cubicBezTo>
                    <a:pt x="269" y="330"/>
                    <a:pt x="323" y="271"/>
                    <a:pt x="343" y="212"/>
                  </a:cubicBezTo>
                  <a:cubicBezTo>
                    <a:pt x="366" y="120"/>
                    <a:pt x="320"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3" name="Google Shape;4823;p26"/>
            <p:cNvSpPr/>
            <p:nvPr/>
          </p:nvSpPr>
          <p:spPr>
            <a:xfrm>
              <a:off x="6686250" y="1541175"/>
              <a:ext cx="6875" cy="6450"/>
            </a:xfrm>
            <a:custGeom>
              <a:avLst/>
              <a:gdLst/>
              <a:ahLst/>
              <a:cxnLst/>
              <a:rect l="l" t="t" r="r" b="b"/>
              <a:pathLst>
                <a:path w="275" h="258" extrusionOk="0">
                  <a:moveTo>
                    <a:pt x="147" y="1"/>
                  </a:moveTo>
                  <a:cubicBezTo>
                    <a:pt x="92" y="1"/>
                    <a:pt x="43" y="41"/>
                    <a:pt x="24" y="98"/>
                  </a:cubicBezTo>
                  <a:cubicBezTo>
                    <a:pt x="1" y="166"/>
                    <a:pt x="47" y="235"/>
                    <a:pt x="115" y="258"/>
                  </a:cubicBezTo>
                  <a:cubicBezTo>
                    <a:pt x="184" y="258"/>
                    <a:pt x="252" y="235"/>
                    <a:pt x="275" y="166"/>
                  </a:cubicBezTo>
                  <a:cubicBezTo>
                    <a:pt x="275" y="98"/>
                    <a:pt x="229" y="29"/>
                    <a:pt x="184" y="7"/>
                  </a:cubicBezTo>
                  <a:cubicBezTo>
                    <a:pt x="171" y="2"/>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4" name="Google Shape;4824;p26"/>
            <p:cNvSpPr/>
            <p:nvPr/>
          </p:nvSpPr>
          <p:spPr>
            <a:xfrm>
              <a:off x="5208900" y="942175"/>
              <a:ext cx="6300" cy="5875"/>
            </a:xfrm>
            <a:custGeom>
              <a:avLst/>
              <a:gdLst/>
              <a:ahLst/>
              <a:cxnLst/>
              <a:rect l="l" t="t" r="r" b="b"/>
              <a:pathLst>
                <a:path w="252" h="235" extrusionOk="0">
                  <a:moveTo>
                    <a:pt x="160" y="0"/>
                  </a:moveTo>
                  <a:cubicBezTo>
                    <a:pt x="92" y="0"/>
                    <a:pt x="23" y="23"/>
                    <a:pt x="0" y="91"/>
                  </a:cubicBezTo>
                  <a:cubicBezTo>
                    <a:pt x="0" y="160"/>
                    <a:pt x="23" y="228"/>
                    <a:pt x="92" y="228"/>
                  </a:cubicBezTo>
                  <a:cubicBezTo>
                    <a:pt x="104" y="232"/>
                    <a:pt x="116" y="234"/>
                    <a:pt x="128" y="234"/>
                  </a:cubicBezTo>
                  <a:cubicBezTo>
                    <a:pt x="182" y="234"/>
                    <a:pt x="228" y="193"/>
                    <a:pt x="228" y="137"/>
                  </a:cubicBezTo>
                  <a:cubicBezTo>
                    <a:pt x="251" y="91"/>
                    <a:pt x="206"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5" name="Google Shape;4825;p26"/>
            <p:cNvSpPr/>
            <p:nvPr/>
          </p:nvSpPr>
          <p:spPr>
            <a:xfrm>
              <a:off x="6297100" y="1002500"/>
              <a:ext cx="9725" cy="8850"/>
            </a:xfrm>
            <a:custGeom>
              <a:avLst/>
              <a:gdLst/>
              <a:ahLst/>
              <a:cxnLst/>
              <a:rect l="l" t="t" r="r" b="b"/>
              <a:pathLst>
                <a:path w="389" h="354" extrusionOk="0">
                  <a:moveTo>
                    <a:pt x="182" y="1"/>
                  </a:moveTo>
                  <a:cubicBezTo>
                    <a:pt x="108" y="1"/>
                    <a:pt x="42" y="45"/>
                    <a:pt x="23" y="121"/>
                  </a:cubicBezTo>
                  <a:cubicBezTo>
                    <a:pt x="0" y="212"/>
                    <a:pt x="69" y="303"/>
                    <a:pt x="160" y="349"/>
                  </a:cubicBezTo>
                  <a:cubicBezTo>
                    <a:pt x="172" y="352"/>
                    <a:pt x="184" y="353"/>
                    <a:pt x="196" y="353"/>
                  </a:cubicBezTo>
                  <a:cubicBezTo>
                    <a:pt x="274" y="353"/>
                    <a:pt x="345" y="291"/>
                    <a:pt x="365" y="212"/>
                  </a:cubicBezTo>
                  <a:cubicBezTo>
                    <a:pt x="388" y="121"/>
                    <a:pt x="320" y="29"/>
                    <a:pt x="228"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6" name="Google Shape;4826;p26"/>
            <p:cNvSpPr/>
            <p:nvPr/>
          </p:nvSpPr>
          <p:spPr>
            <a:xfrm>
              <a:off x="6605225" y="1625625"/>
              <a:ext cx="10875" cy="9425"/>
            </a:xfrm>
            <a:custGeom>
              <a:avLst/>
              <a:gdLst/>
              <a:ahLst/>
              <a:cxnLst/>
              <a:rect l="l" t="t" r="r" b="b"/>
              <a:pathLst>
                <a:path w="435" h="377" extrusionOk="0">
                  <a:moveTo>
                    <a:pt x="220" y="1"/>
                  </a:moveTo>
                  <a:cubicBezTo>
                    <a:pt x="131" y="1"/>
                    <a:pt x="62" y="49"/>
                    <a:pt x="24" y="144"/>
                  </a:cubicBezTo>
                  <a:cubicBezTo>
                    <a:pt x="1" y="235"/>
                    <a:pt x="69" y="349"/>
                    <a:pt x="161" y="372"/>
                  </a:cubicBezTo>
                  <a:cubicBezTo>
                    <a:pt x="176" y="375"/>
                    <a:pt x="190" y="376"/>
                    <a:pt x="204" y="376"/>
                  </a:cubicBezTo>
                  <a:cubicBezTo>
                    <a:pt x="298" y="376"/>
                    <a:pt x="369" y="314"/>
                    <a:pt x="389" y="235"/>
                  </a:cubicBezTo>
                  <a:cubicBezTo>
                    <a:pt x="434" y="121"/>
                    <a:pt x="366" y="30"/>
                    <a:pt x="275" y="7"/>
                  </a:cubicBezTo>
                  <a:cubicBezTo>
                    <a:pt x="256" y="3"/>
                    <a:pt x="237"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7" name="Google Shape;4827;p26"/>
            <p:cNvSpPr/>
            <p:nvPr/>
          </p:nvSpPr>
          <p:spPr>
            <a:xfrm>
              <a:off x="6144150" y="659550"/>
              <a:ext cx="6875" cy="5875"/>
            </a:xfrm>
            <a:custGeom>
              <a:avLst/>
              <a:gdLst/>
              <a:ahLst/>
              <a:cxnLst/>
              <a:rect l="l" t="t" r="r" b="b"/>
              <a:pathLst>
                <a:path w="275" h="235" extrusionOk="0">
                  <a:moveTo>
                    <a:pt x="134" y="0"/>
                  </a:moveTo>
                  <a:cubicBezTo>
                    <a:pt x="91" y="0"/>
                    <a:pt x="42" y="38"/>
                    <a:pt x="24" y="75"/>
                  </a:cubicBezTo>
                  <a:cubicBezTo>
                    <a:pt x="1" y="143"/>
                    <a:pt x="47" y="212"/>
                    <a:pt x="115" y="235"/>
                  </a:cubicBezTo>
                  <a:cubicBezTo>
                    <a:pt x="184" y="235"/>
                    <a:pt x="229" y="212"/>
                    <a:pt x="252" y="143"/>
                  </a:cubicBezTo>
                  <a:cubicBezTo>
                    <a:pt x="275" y="75"/>
                    <a:pt x="229" y="7"/>
                    <a:pt x="161" y="7"/>
                  </a:cubicBezTo>
                  <a:cubicBezTo>
                    <a:pt x="152" y="2"/>
                    <a:pt x="143"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8" name="Google Shape;4828;p26"/>
            <p:cNvSpPr/>
            <p:nvPr/>
          </p:nvSpPr>
          <p:spPr>
            <a:xfrm>
              <a:off x="6129900" y="1732950"/>
              <a:ext cx="10300" cy="9375"/>
            </a:xfrm>
            <a:custGeom>
              <a:avLst/>
              <a:gdLst/>
              <a:ahLst/>
              <a:cxnLst/>
              <a:rect l="l" t="t" r="r" b="b"/>
              <a:pathLst>
                <a:path w="412" h="375" extrusionOk="0">
                  <a:moveTo>
                    <a:pt x="214" y="0"/>
                  </a:moveTo>
                  <a:cubicBezTo>
                    <a:pt x="132" y="0"/>
                    <a:pt x="43" y="62"/>
                    <a:pt x="23" y="142"/>
                  </a:cubicBezTo>
                  <a:cubicBezTo>
                    <a:pt x="0" y="233"/>
                    <a:pt x="69" y="347"/>
                    <a:pt x="160" y="370"/>
                  </a:cubicBezTo>
                  <a:cubicBezTo>
                    <a:pt x="175" y="373"/>
                    <a:pt x="190" y="374"/>
                    <a:pt x="204" y="374"/>
                  </a:cubicBezTo>
                  <a:cubicBezTo>
                    <a:pt x="297" y="374"/>
                    <a:pt x="368" y="312"/>
                    <a:pt x="388" y="233"/>
                  </a:cubicBezTo>
                  <a:cubicBezTo>
                    <a:pt x="411" y="142"/>
                    <a:pt x="365" y="28"/>
                    <a:pt x="251" y="5"/>
                  </a:cubicBezTo>
                  <a:cubicBezTo>
                    <a:pt x="239" y="2"/>
                    <a:pt x="227"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9" name="Google Shape;4829;p26"/>
            <p:cNvSpPr/>
            <p:nvPr/>
          </p:nvSpPr>
          <p:spPr>
            <a:xfrm>
              <a:off x="6334750" y="1800275"/>
              <a:ext cx="9725" cy="5850"/>
            </a:xfrm>
            <a:custGeom>
              <a:avLst/>
              <a:gdLst/>
              <a:ahLst/>
              <a:cxnLst/>
              <a:rect l="l" t="t" r="r" b="b"/>
              <a:pathLst>
                <a:path w="389" h="234" extrusionOk="0">
                  <a:moveTo>
                    <a:pt x="193" y="1"/>
                  </a:moveTo>
                  <a:cubicBezTo>
                    <a:pt x="114" y="1"/>
                    <a:pt x="40" y="63"/>
                    <a:pt x="1" y="142"/>
                  </a:cubicBezTo>
                  <a:lnTo>
                    <a:pt x="366" y="233"/>
                  </a:lnTo>
                  <a:cubicBezTo>
                    <a:pt x="389" y="142"/>
                    <a:pt x="343" y="51"/>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0" name="Google Shape;4830;p26"/>
            <p:cNvSpPr/>
            <p:nvPr/>
          </p:nvSpPr>
          <p:spPr>
            <a:xfrm>
              <a:off x="6152150" y="1748875"/>
              <a:ext cx="6300" cy="3600"/>
            </a:xfrm>
            <a:custGeom>
              <a:avLst/>
              <a:gdLst/>
              <a:ahLst/>
              <a:cxnLst/>
              <a:rect l="l" t="t" r="r" b="b"/>
              <a:pathLst>
                <a:path w="252" h="144" extrusionOk="0">
                  <a:moveTo>
                    <a:pt x="101" y="1"/>
                  </a:moveTo>
                  <a:cubicBezTo>
                    <a:pt x="47" y="1"/>
                    <a:pt x="0" y="42"/>
                    <a:pt x="0" y="98"/>
                  </a:cubicBezTo>
                  <a:lnTo>
                    <a:pt x="229" y="144"/>
                  </a:lnTo>
                  <a:cubicBezTo>
                    <a:pt x="252" y="75"/>
                    <a:pt x="206" y="7"/>
                    <a:pt x="137" y="7"/>
                  </a:cubicBezTo>
                  <a:cubicBezTo>
                    <a:pt x="125" y="3"/>
                    <a:pt x="113" y="1"/>
                    <a:pt x="1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1" name="Google Shape;4831;p26"/>
            <p:cNvSpPr/>
            <p:nvPr/>
          </p:nvSpPr>
          <p:spPr>
            <a:xfrm>
              <a:off x="6308500" y="1776275"/>
              <a:ext cx="6300" cy="5525"/>
            </a:xfrm>
            <a:custGeom>
              <a:avLst/>
              <a:gdLst/>
              <a:ahLst/>
              <a:cxnLst/>
              <a:rect l="l" t="t" r="r" b="b"/>
              <a:pathLst>
                <a:path w="252" h="221" extrusionOk="0">
                  <a:moveTo>
                    <a:pt x="112" y="1"/>
                  </a:moveTo>
                  <a:cubicBezTo>
                    <a:pt x="69" y="1"/>
                    <a:pt x="19" y="42"/>
                    <a:pt x="1" y="98"/>
                  </a:cubicBezTo>
                  <a:cubicBezTo>
                    <a:pt x="1" y="144"/>
                    <a:pt x="23" y="212"/>
                    <a:pt x="92" y="212"/>
                  </a:cubicBezTo>
                  <a:cubicBezTo>
                    <a:pt x="109" y="218"/>
                    <a:pt x="125" y="221"/>
                    <a:pt x="139" y="221"/>
                  </a:cubicBezTo>
                  <a:cubicBezTo>
                    <a:pt x="182" y="221"/>
                    <a:pt x="212" y="195"/>
                    <a:pt x="229" y="144"/>
                  </a:cubicBezTo>
                  <a:cubicBezTo>
                    <a:pt x="252" y="75"/>
                    <a:pt x="206" y="29"/>
                    <a:pt x="138" y="7"/>
                  </a:cubicBezTo>
                  <a:cubicBezTo>
                    <a:pt x="129" y="3"/>
                    <a:pt x="121"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2" name="Google Shape;4832;p26"/>
            <p:cNvSpPr/>
            <p:nvPr/>
          </p:nvSpPr>
          <p:spPr>
            <a:xfrm>
              <a:off x="6458000" y="1788250"/>
              <a:ext cx="7450" cy="7025"/>
            </a:xfrm>
            <a:custGeom>
              <a:avLst/>
              <a:gdLst/>
              <a:ahLst/>
              <a:cxnLst/>
              <a:rect l="l" t="t" r="r" b="b"/>
              <a:pathLst>
                <a:path w="298" h="281" extrusionOk="0">
                  <a:moveTo>
                    <a:pt x="147" y="1"/>
                  </a:moveTo>
                  <a:cubicBezTo>
                    <a:pt x="92" y="1"/>
                    <a:pt x="42" y="42"/>
                    <a:pt x="24" y="98"/>
                  </a:cubicBezTo>
                  <a:cubicBezTo>
                    <a:pt x="1" y="189"/>
                    <a:pt x="46" y="258"/>
                    <a:pt x="115" y="281"/>
                  </a:cubicBezTo>
                  <a:cubicBezTo>
                    <a:pt x="206" y="281"/>
                    <a:pt x="275" y="258"/>
                    <a:pt x="298" y="167"/>
                  </a:cubicBezTo>
                  <a:cubicBezTo>
                    <a:pt x="298" y="98"/>
                    <a:pt x="275"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3" name="Google Shape;4833;p26"/>
            <p:cNvSpPr/>
            <p:nvPr/>
          </p:nvSpPr>
          <p:spPr>
            <a:xfrm>
              <a:off x="6065425" y="1708875"/>
              <a:ext cx="5725" cy="5375"/>
            </a:xfrm>
            <a:custGeom>
              <a:avLst/>
              <a:gdLst/>
              <a:ahLst/>
              <a:cxnLst/>
              <a:rect l="l" t="t" r="r" b="b"/>
              <a:pathLst>
                <a:path w="229" h="215" extrusionOk="0">
                  <a:moveTo>
                    <a:pt x="100" y="1"/>
                  </a:moveTo>
                  <a:cubicBezTo>
                    <a:pt x="61" y="1"/>
                    <a:pt x="23" y="26"/>
                    <a:pt x="23" y="78"/>
                  </a:cubicBezTo>
                  <a:cubicBezTo>
                    <a:pt x="0" y="123"/>
                    <a:pt x="23" y="192"/>
                    <a:pt x="91" y="215"/>
                  </a:cubicBezTo>
                  <a:cubicBezTo>
                    <a:pt x="137" y="215"/>
                    <a:pt x="205" y="192"/>
                    <a:pt x="228" y="123"/>
                  </a:cubicBezTo>
                  <a:cubicBezTo>
                    <a:pt x="228" y="78"/>
                    <a:pt x="205" y="9"/>
                    <a:pt x="137" y="9"/>
                  </a:cubicBezTo>
                  <a:cubicBezTo>
                    <a:pt x="126" y="3"/>
                    <a:pt x="113" y="1"/>
                    <a:pt x="10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4" name="Google Shape;4834;p26"/>
            <p:cNvSpPr/>
            <p:nvPr/>
          </p:nvSpPr>
          <p:spPr>
            <a:xfrm>
              <a:off x="6416350" y="1817925"/>
              <a:ext cx="8575" cy="4750"/>
            </a:xfrm>
            <a:custGeom>
              <a:avLst/>
              <a:gdLst/>
              <a:ahLst/>
              <a:cxnLst/>
              <a:rect l="l" t="t" r="r" b="b"/>
              <a:pathLst>
                <a:path w="343" h="190" extrusionOk="0">
                  <a:moveTo>
                    <a:pt x="159" y="1"/>
                  </a:moveTo>
                  <a:cubicBezTo>
                    <a:pt x="85" y="1"/>
                    <a:pt x="19" y="45"/>
                    <a:pt x="1" y="121"/>
                  </a:cubicBezTo>
                  <a:lnTo>
                    <a:pt x="320" y="189"/>
                  </a:lnTo>
                  <a:cubicBezTo>
                    <a:pt x="343" y="121"/>
                    <a:pt x="274" y="30"/>
                    <a:pt x="206" y="7"/>
                  </a:cubicBezTo>
                  <a:cubicBezTo>
                    <a:pt x="190" y="3"/>
                    <a:pt x="175" y="1"/>
                    <a:pt x="15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5" name="Google Shape;4835;p26"/>
            <p:cNvSpPr/>
            <p:nvPr/>
          </p:nvSpPr>
          <p:spPr>
            <a:xfrm>
              <a:off x="6369000" y="1797975"/>
              <a:ext cx="9725" cy="5875"/>
            </a:xfrm>
            <a:custGeom>
              <a:avLst/>
              <a:gdLst/>
              <a:ahLst/>
              <a:cxnLst/>
              <a:rect l="l" t="t" r="r" b="b"/>
              <a:pathLst>
                <a:path w="389" h="235" extrusionOk="0">
                  <a:moveTo>
                    <a:pt x="173" y="0"/>
                  </a:moveTo>
                  <a:cubicBezTo>
                    <a:pt x="86" y="0"/>
                    <a:pt x="19" y="48"/>
                    <a:pt x="0" y="143"/>
                  </a:cubicBezTo>
                  <a:lnTo>
                    <a:pt x="365" y="234"/>
                  </a:lnTo>
                  <a:cubicBezTo>
                    <a:pt x="388" y="120"/>
                    <a:pt x="320" y="29"/>
                    <a:pt x="228" y="6"/>
                  </a:cubicBezTo>
                  <a:cubicBezTo>
                    <a:pt x="209" y="2"/>
                    <a:pt x="191" y="0"/>
                    <a:pt x="17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6" name="Google Shape;4836;p26"/>
            <p:cNvSpPr/>
            <p:nvPr/>
          </p:nvSpPr>
          <p:spPr>
            <a:xfrm>
              <a:off x="6354150" y="1796825"/>
              <a:ext cx="8025" cy="4725"/>
            </a:xfrm>
            <a:custGeom>
              <a:avLst/>
              <a:gdLst/>
              <a:ahLst/>
              <a:cxnLst/>
              <a:rect l="l" t="t" r="r" b="b"/>
              <a:pathLst>
                <a:path w="321" h="189" extrusionOk="0">
                  <a:moveTo>
                    <a:pt x="146" y="0"/>
                  </a:moveTo>
                  <a:cubicBezTo>
                    <a:pt x="85" y="0"/>
                    <a:pt x="20" y="45"/>
                    <a:pt x="1" y="120"/>
                  </a:cubicBezTo>
                  <a:lnTo>
                    <a:pt x="297" y="189"/>
                  </a:lnTo>
                  <a:cubicBezTo>
                    <a:pt x="320" y="98"/>
                    <a:pt x="275" y="29"/>
                    <a:pt x="183" y="6"/>
                  </a:cubicBezTo>
                  <a:cubicBezTo>
                    <a:pt x="171" y="2"/>
                    <a:pt x="159"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7" name="Google Shape;4837;p26"/>
            <p:cNvSpPr/>
            <p:nvPr/>
          </p:nvSpPr>
          <p:spPr>
            <a:xfrm>
              <a:off x="6318775" y="1694100"/>
              <a:ext cx="8025" cy="7175"/>
            </a:xfrm>
            <a:custGeom>
              <a:avLst/>
              <a:gdLst/>
              <a:ahLst/>
              <a:cxnLst/>
              <a:rect l="l" t="t" r="r" b="b"/>
              <a:pathLst>
                <a:path w="321" h="287" extrusionOk="0">
                  <a:moveTo>
                    <a:pt x="160" y="1"/>
                  </a:moveTo>
                  <a:cubicBezTo>
                    <a:pt x="92" y="1"/>
                    <a:pt x="42" y="42"/>
                    <a:pt x="23" y="98"/>
                  </a:cubicBezTo>
                  <a:cubicBezTo>
                    <a:pt x="0" y="189"/>
                    <a:pt x="46" y="258"/>
                    <a:pt x="137" y="281"/>
                  </a:cubicBezTo>
                  <a:cubicBezTo>
                    <a:pt x="150" y="285"/>
                    <a:pt x="162" y="287"/>
                    <a:pt x="175" y="287"/>
                  </a:cubicBezTo>
                  <a:cubicBezTo>
                    <a:pt x="236" y="287"/>
                    <a:pt x="301" y="246"/>
                    <a:pt x="320" y="189"/>
                  </a:cubicBezTo>
                  <a:cubicBezTo>
                    <a:pt x="320" y="98"/>
                    <a:pt x="274" y="30"/>
                    <a:pt x="206" y="7"/>
                  </a:cubicBezTo>
                  <a:cubicBezTo>
                    <a:pt x="190" y="3"/>
                    <a:pt x="174" y="1"/>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8" name="Google Shape;4838;p26"/>
            <p:cNvSpPr/>
            <p:nvPr/>
          </p:nvSpPr>
          <p:spPr>
            <a:xfrm>
              <a:off x="6613225" y="1692975"/>
              <a:ext cx="9150" cy="8275"/>
            </a:xfrm>
            <a:custGeom>
              <a:avLst/>
              <a:gdLst/>
              <a:ahLst/>
              <a:cxnLst/>
              <a:rect l="l" t="t" r="r" b="b"/>
              <a:pathLst>
                <a:path w="366" h="331" extrusionOk="0">
                  <a:moveTo>
                    <a:pt x="182" y="0"/>
                  </a:moveTo>
                  <a:cubicBezTo>
                    <a:pt x="108" y="0"/>
                    <a:pt x="42" y="45"/>
                    <a:pt x="23" y="120"/>
                  </a:cubicBezTo>
                  <a:cubicBezTo>
                    <a:pt x="0" y="211"/>
                    <a:pt x="46" y="303"/>
                    <a:pt x="137" y="326"/>
                  </a:cubicBezTo>
                  <a:cubicBezTo>
                    <a:pt x="150" y="329"/>
                    <a:pt x="162" y="330"/>
                    <a:pt x="174" y="330"/>
                  </a:cubicBezTo>
                  <a:cubicBezTo>
                    <a:pt x="252" y="330"/>
                    <a:pt x="323" y="271"/>
                    <a:pt x="343" y="211"/>
                  </a:cubicBezTo>
                  <a:cubicBezTo>
                    <a:pt x="366" y="120"/>
                    <a:pt x="297" y="29"/>
                    <a:pt x="229" y="6"/>
                  </a:cubicBezTo>
                  <a:cubicBezTo>
                    <a:pt x="213" y="2"/>
                    <a:pt x="197"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9" name="Google Shape;4839;p26"/>
            <p:cNvSpPr/>
            <p:nvPr/>
          </p:nvSpPr>
          <p:spPr>
            <a:xfrm>
              <a:off x="6205800" y="1687825"/>
              <a:ext cx="6300" cy="6025"/>
            </a:xfrm>
            <a:custGeom>
              <a:avLst/>
              <a:gdLst/>
              <a:ahLst/>
              <a:cxnLst/>
              <a:rect l="l" t="t" r="r" b="b"/>
              <a:pathLst>
                <a:path w="252" h="241" extrusionOk="0">
                  <a:moveTo>
                    <a:pt x="122" y="1"/>
                  </a:moveTo>
                  <a:cubicBezTo>
                    <a:pt x="68" y="1"/>
                    <a:pt x="19" y="38"/>
                    <a:pt x="0" y="75"/>
                  </a:cubicBezTo>
                  <a:cubicBezTo>
                    <a:pt x="0" y="144"/>
                    <a:pt x="23" y="212"/>
                    <a:pt x="91" y="235"/>
                  </a:cubicBezTo>
                  <a:cubicBezTo>
                    <a:pt x="103" y="239"/>
                    <a:pt x="116" y="241"/>
                    <a:pt x="127" y="241"/>
                  </a:cubicBezTo>
                  <a:cubicBezTo>
                    <a:pt x="183" y="241"/>
                    <a:pt x="232" y="200"/>
                    <a:pt x="251" y="144"/>
                  </a:cubicBezTo>
                  <a:cubicBezTo>
                    <a:pt x="251" y="75"/>
                    <a:pt x="228" y="7"/>
                    <a:pt x="160" y="7"/>
                  </a:cubicBezTo>
                  <a:cubicBezTo>
                    <a:pt x="147" y="2"/>
                    <a:pt x="13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0" name="Google Shape;4840;p26"/>
            <p:cNvSpPr/>
            <p:nvPr/>
          </p:nvSpPr>
          <p:spPr>
            <a:xfrm>
              <a:off x="5923325" y="1530475"/>
              <a:ext cx="6300" cy="5900"/>
            </a:xfrm>
            <a:custGeom>
              <a:avLst/>
              <a:gdLst/>
              <a:ahLst/>
              <a:cxnLst/>
              <a:rect l="l" t="t" r="r" b="b"/>
              <a:pathLst>
                <a:path w="252" h="236" extrusionOk="0">
                  <a:moveTo>
                    <a:pt x="160" y="1"/>
                  </a:moveTo>
                  <a:cubicBezTo>
                    <a:pt x="92" y="1"/>
                    <a:pt x="46" y="24"/>
                    <a:pt x="23" y="92"/>
                  </a:cubicBezTo>
                  <a:cubicBezTo>
                    <a:pt x="1" y="161"/>
                    <a:pt x="46" y="206"/>
                    <a:pt x="115" y="229"/>
                  </a:cubicBezTo>
                  <a:cubicBezTo>
                    <a:pt x="123" y="233"/>
                    <a:pt x="132" y="235"/>
                    <a:pt x="141" y="235"/>
                  </a:cubicBezTo>
                  <a:cubicBezTo>
                    <a:pt x="183" y="235"/>
                    <a:pt x="233" y="194"/>
                    <a:pt x="252" y="138"/>
                  </a:cubicBezTo>
                  <a:cubicBezTo>
                    <a:pt x="252" y="92"/>
                    <a:pt x="229" y="24"/>
                    <a:pt x="16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1" name="Google Shape;4841;p26"/>
            <p:cNvSpPr/>
            <p:nvPr/>
          </p:nvSpPr>
          <p:spPr>
            <a:xfrm>
              <a:off x="6334175" y="1718075"/>
              <a:ext cx="8600" cy="7600"/>
            </a:xfrm>
            <a:custGeom>
              <a:avLst/>
              <a:gdLst/>
              <a:ahLst/>
              <a:cxnLst/>
              <a:rect l="l" t="t" r="r" b="b"/>
              <a:pathLst>
                <a:path w="344" h="304" extrusionOk="0">
                  <a:moveTo>
                    <a:pt x="169" y="1"/>
                  </a:moveTo>
                  <a:cubicBezTo>
                    <a:pt x="108" y="1"/>
                    <a:pt x="42" y="45"/>
                    <a:pt x="24" y="120"/>
                  </a:cubicBezTo>
                  <a:cubicBezTo>
                    <a:pt x="1" y="189"/>
                    <a:pt x="69" y="280"/>
                    <a:pt x="138" y="303"/>
                  </a:cubicBezTo>
                  <a:cubicBezTo>
                    <a:pt x="229" y="303"/>
                    <a:pt x="297" y="257"/>
                    <a:pt x="320" y="189"/>
                  </a:cubicBezTo>
                  <a:cubicBezTo>
                    <a:pt x="343" y="98"/>
                    <a:pt x="297"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2" name="Google Shape;4842;p26"/>
            <p:cNvSpPr/>
            <p:nvPr/>
          </p:nvSpPr>
          <p:spPr>
            <a:xfrm>
              <a:off x="6372975" y="1804025"/>
              <a:ext cx="9725" cy="5525"/>
            </a:xfrm>
            <a:custGeom>
              <a:avLst/>
              <a:gdLst/>
              <a:ahLst/>
              <a:cxnLst/>
              <a:rect l="l" t="t" r="r" b="b"/>
              <a:pathLst>
                <a:path w="389" h="221" extrusionOk="0">
                  <a:moveTo>
                    <a:pt x="167" y="0"/>
                  </a:moveTo>
                  <a:cubicBezTo>
                    <a:pt x="92" y="0"/>
                    <a:pt x="19" y="58"/>
                    <a:pt x="1" y="129"/>
                  </a:cubicBezTo>
                  <a:lnTo>
                    <a:pt x="366" y="220"/>
                  </a:lnTo>
                  <a:cubicBezTo>
                    <a:pt x="389" y="129"/>
                    <a:pt x="320" y="38"/>
                    <a:pt x="229" y="15"/>
                  </a:cubicBezTo>
                  <a:cubicBezTo>
                    <a:pt x="209" y="5"/>
                    <a:pt x="188"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3" name="Google Shape;4843;p26"/>
            <p:cNvSpPr/>
            <p:nvPr/>
          </p:nvSpPr>
          <p:spPr>
            <a:xfrm>
              <a:off x="6238875" y="1744900"/>
              <a:ext cx="7450" cy="6450"/>
            </a:xfrm>
            <a:custGeom>
              <a:avLst/>
              <a:gdLst/>
              <a:ahLst/>
              <a:cxnLst/>
              <a:rect l="l" t="t" r="r" b="b"/>
              <a:pathLst>
                <a:path w="298" h="258" extrusionOk="0">
                  <a:moveTo>
                    <a:pt x="147" y="0"/>
                  </a:moveTo>
                  <a:cubicBezTo>
                    <a:pt x="92" y="0"/>
                    <a:pt x="43" y="41"/>
                    <a:pt x="24" y="97"/>
                  </a:cubicBezTo>
                  <a:cubicBezTo>
                    <a:pt x="1" y="166"/>
                    <a:pt x="47" y="234"/>
                    <a:pt x="115" y="257"/>
                  </a:cubicBezTo>
                  <a:cubicBezTo>
                    <a:pt x="184" y="257"/>
                    <a:pt x="252" y="212"/>
                    <a:pt x="275" y="166"/>
                  </a:cubicBezTo>
                  <a:cubicBezTo>
                    <a:pt x="298" y="97"/>
                    <a:pt x="252" y="29"/>
                    <a:pt x="184"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4" name="Google Shape;4844;p26"/>
            <p:cNvSpPr/>
            <p:nvPr/>
          </p:nvSpPr>
          <p:spPr>
            <a:xfrm>
              <a:off x="6459725" y="1579975"/>
              <a:ext cx="8575" cy="8175"/>
            </a:xfrm>
            <a:custGeom>
              <a:avLst/>
              <a:gdLst/>
              <a:ahLst/>
              <a:cxnLst/>
              <a:rect l="l" t="t" r="r" b="b"/>
              <a:pathLst>
                <a:path w="343" h="327" extrusionOk="0">
                  <a:moveTo>
                    <a:pt x="169" y="1"/>
                  </a:moveTo>
                  <a:cubicBezTo>
                    <a:pt x="108" y="1"/>
                    <a:pt x="42" y="45"/>
                    <a:pt x="23" y="121"/>
                  </a:cubicBezTo>
                  <a:cubicBezTo>
                    <a:pt x="0" y="212"/>
                    <a:pt x="46" y="303"/>
                    <a:pt x="137" y="326"/>
                  </a:cubicBezTo>
                  <a:cubicBezTo>
                    <a:pt x="229" y="326"/>
                    <a:pt x="297" y="281"/>
                    <a:pt x="320" y="212"/>
                  </a:cubicBezTo>
                  <a:cubicBezTo>
                    <a:pt x="343" y="121"/>
                    <a:pt x="297" y="29"/>
                    <a:pt x="206" y="7"/>
                  </a:cubicBezTo>
                  <a:cubicBezTo>
                    <a:pt x="194" y="3"/>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5" name="Google Shape;4845;p26"/>
            <p:cNvSpPr/>
            <p:nvPr/>
          </p:nvSpPr>
          <p:spPr>
            <a:xfrm>
              <a:off x="6324475" y="1790000"/>
              <a:ext cx="10875" cy="10525"/>
            </a:xfrm>
            <a:custGeom>
              <a:avLst/>
              <a:gdLst/>
              <a:ahLst/>
              <a:cxnLst/>
              <a:rect l="l" t="t" r="r" b="b"/>
              <a:pathLst>
                <a:path w="435" h="421" extrusionOk="0">
                  <a:moveTo>
                    <a:pt x="231" y="1"/>
                  </a:moveTo>
                  <a:cubicBezTo>
                    <a:pt x="133" y="1"/>
                    <a:pt x="43" y="66"/>
                    <a:pt x="24" y="165"/>
                  </a:cubicBezTo>
                  <a:cubicBezTo>
                    <a:pt x="1" y="279"/>
                    <a:pt x="69" y="371"/>
                    <a:pt x="160" y="416"/>
                  </a:cubicBezTo>
                  <a:cubicBezTo>
                    <a:pt x="175" y="419"/>
                    <a:pt x="190" y="421"/>
                    <a:pt x="205" y="421"/>
                  </a:cubicBezTo>
                  <a:cubicBezTo>
                    <a:pt x="303" y="421"/>
                    <a:pt x="392" y="356"/>
                    <a:pt x="412" y="256"/>
                  </a:cubicBezTo>
                  <a:cubicBezTo>
                    <a:pt x="434" y="165"/>
                    <a:pt x="366" y="51"/>
                    <a:pt x="275" y="5"/>
                  </a:cubicBezTo>
                  <a:cubicBezTo>
                    <a:pt x="260" y="2"/>
                    <a:pt x="245" y="1"/>
                    <a:pt x="2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6" name="Google Shape;4846;p26"/>
            <p:cNvSpPr/>
            <p:nvPr/>
          </p:nvSpPr>
          <p:spPr>
            <a:xfrm>
              <a:off x="6348450" y="1734650"/>
              <a:ext cx="9725" cy="8850"/>
            </a:xfrm>
            <a:custGeom>
              <a:avLst/>
              <a:gdLst/>
              <a:ahLst/>
              <a:cxnLst/>
              <a:rect l="l" t="t" r="r" b="b"/>
              <a:pathLst>
                <a:path w="389" h="354" extrusionOk="0">
                  <a:moveTo>
                    <a:pt x="215" y="1"/>
                  </a:moveTo>
                  <a:cubicBezTo>
                    <a:pt x="132" y="1"/>
                    <a:pt x="43" y="63"/>
                    <a:pt x="23" y="142"/>
                  </a:cubicBezTo>
                  <a:cubicBezTo>
                    <a:pt x="0" y="234"/>
                    <a:pt x="69" y="325"/>
                    <a:pt x="160" y="348"/>
                  </a:cubicBezTo>
                  <a:cubicBezTo>
                    <a:pt x="176" y="352"/>
                    <a:pt x="191" y="354"/>
                    <a:pt x="207" y="354"/>
                  </a:cubicBezTo>
                  <a:cubicBezTo>
                    <a:pt x="281" y="354"/>
                    <a:pt x="347" y="309"/>
                    <a:pt x="366" y="234"/>
                  </a:cubicBezTo>
                  <a:cubicBezTo>
                    <a:pt x="388" y="119"/>
                    <a:pt x="343" y="28"/>
                    <a:pt x="251" y="5"/>
                  </a:cubicBezTo>
                  <a:cubicBezTo>
                    <a:pt x="239"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7" name="Google Shape;4847;p26"/>
            <p:cNvSpPr/>
            <p:nvPr/>
          </p:nvSpPr>
          <p:spPr>
            <a:xfrm>
              <a:off x="6425475" y="1766625"/>
              <a:ext cx="10300" cy="9375"/>
            </a:xfrm>
            <a:custGeom>
              <a:avLst/>
              <a:gdLst/>
              <a:ahLst/>
              <a:cxnLst/>
              <a:rect l="l" t="t" r="r" b="b"/>
              <a:pathLst>
                <a:path w="412" h="375" extrusionOk="0">
                  <a:moveTo>
                    <a:pt x="216" y="0"/>
                  </a:moveTo>
                  <a:cubicBezTo>
                    <a:pt x="137" y="0"/>
                    <a:pt x="63" y="62"/>
                    <a:pt x="24" y="141"/>
                  </a:cubicBezTo>
                  <a:cubicBezTo>
                    <a:pt x="1" y="233"/>
                    <a:pt x="69" y="347"/>
                    <a:pt x="161" y="370"/>
                  </a:cubicBezTo>
                  <a:cubicBezTo>
                    <a:pt x="173" y="373"/>
                    <a:pt x="185" y="374"/>
                    <a:pt x="198" y="374"/>
                  </a:cubicBezTo>
                  <a:cubicBezTo>
                    <a:pt x="280" y="374"/>
                    <a:pt x="369" y="312"/>
                    <a:pt x="389" y="233"/>
                  </a:cubicBezTo>
                  <a:cubicBezTo>
                    <a:pt x="412" y="141"/>
                    <a:pt x="343" y="50"/>
                    <a:pt x="252" y="5"/>
                  </a:cubicBezTo>
                  <a:cubicBezTo>
                    <a:pt x="240" y="2"/>
                    <a:pt x="228" y="0"/>
                    <a:pt x="21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8" name="Google Shape;4848;p26"/>
            <p:cNvSpPr/>
            <p:nvPr/>
          </p:nvSpPr>
          <p:spPr>
            <a:xfrm>
              <a:off x="6177825" y="1738625"/>
              <a:ext cx="9150" cy="8300"/>
            </a:xfrm>
            <a:custGeom>
              <a:avLst/>
              <a:gdLst/>
              <a:ahLst/>
              <a:cxnLst/>
              <a:rect l="l" t="t" r="r" b="b"/>
              <a:pathLst>
                <a:path w="366" h="332" extrusionOk="0">
                  <a:moveTo>
                    <a:pt x="182" y="0"/>
                  </a:moveTo>
                  <a:cubicBezTo>
                    <a:pt x="108" y="0"/>
                    <a:pt x="42" y="45"/>
                    <a:pt x="23" y="120"/>
                  </a:cubicBezTo>
                  <a:cubicBezTo>
                    <a:pt x="1" y="212"/>
                    <a:pt x="46" y="303"/>
                    <a:pt x="138" y="326"/>
                  </a:cubicBezTo>
                  <a:cubicBezTo>
                    <a:pt x="153" y="330"/>
                    <a:pt x="169" y="331"/>
                    <a:pt x="184" y="331"/>
                  </a:cubicBezTo>
                  <a:cubicBezTo>
                    <a:pt x="258" y="331"/>
                    <a:pt x="324" y="287"/>
                    <a:pt x="343" y="212"/>
                  </a:cubicBezTo>
                  <a:cubicBezTo>
                    <a:pt x="366" y="120"/>
                    <a:pt x="320" y="29"/>
                    <a:pt x="229" y="6"/>
                  </a:cubicBezTo>
                  <a:cubicBezTo>
                    <a:pt x="213" y="2"/>
                    <a:pt x="198" y="0"/>
                    <a:pt x="18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9" name="Google Shape;4849;p26"/>
            <p:cNvSpPr/>
            <p:nvPr/>
          </p:nvSpPr>
          <p:spPr>
            <a:xfrm>
              <a:off x="6293100" y="1722675"/>
              <a:ext cx="10850" cy="9950"/>
            </a:xfrm>
            <a:custGeom>
              <a:avLst/>
              <a:gdLst/>
              <a:ahLst/>
              <a:cxnLst/>
              <a:rect l="l" t="t" r="r" b="b"/>
              <a:pathLst>
                <a:path w="434" h="398" extrusionOk="0">
                  <a:moveTo>
                    <a:pt x="215" y="1"/>
                  </a:moveTo>
                  <a:cubicBezTo>
                    <a:pt x="132" y="1"/>
                    <a:pt x="43" y="65"/>
                    <a:pt x="23" y="165"/>
                  </a:cubicBezTo>
                  <a:cubicBezTo>
                    <a:pt x="0" y="256"/>
                    <a:pt x="69" y="370"/>
                    <a:pt x="160" y="393"/>
                  </a:cubicBezTo>
                  <a:cubicBezTo>
                    <a:pt x="175" y="396"/>
                    <a:pt x="190" y="397"/>
                    <a:pt x="204" y="397"/>
                  </a:cubicBezTo>
                  <a:cubicBezTo>
                    <a:pt x="297" y="397"/>
                    <a:pt x="372" y="335"/>
                    <a:pt x="411" y="256"/>
                  </a:cubicBezTo>
                  <a:cubicBezTo>
                    <a:pt x="434" y="142"/>
                    <a:pt x="366" y="51"/>
                    <a:pt x="251"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0" name="Google Shape;4850;p26"/>
            <p:cNvSpPr/>
            <p:nvPr/>
          </p:nvSpPr>
          <p:spPr>
            <a:xfrm>
              <a:off x="6088250" y="1740375"/>
              <a:ext cx="8000" cy="5250"/>
            </a:xfrm>
            <a:custGeom>
              <a:avLst/>
              <a:gdLst/>
              <a:ahLst/>
              <a:cxnLst/>
              <a:rect l="l" t="t" r="r" b="b"/>
              <a:pathLst>
                <a:path w="320" h="210" extrusionOk="0">
                  <a:moveTo>
                    <a:pt x="154" y="0"/>
                  </a:moveTo>
                  <a:cubicBezTo>
                    <a:pt x="91" y="0"/>
                    <a:pt x="20" y="59"/>
                    <a:pt x="0" y="119"/>
                  </a:cubicBezTo>
                  <a:lnTo>
                    <a:pt x="297" y="210"/>
                  </a:lnTo>
                  <a:cubicBezTo>
                    <a:pt x="320" y="119"/>
                    <a:pt x="274" y="27"/>
                    <a:pt x="183" y="5"/>
                  </a:cubicBezTo>
                  <a:cubicBezTo>
                    <a:pt x="173" y="1"/>
                    <a:pt x="164" y="0"/>
                    <a:pt x="15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1" name="Google Shape;4851;p26"/>
            <p:cNvSpPr/>
            <p:nvPr/>
          </p:nvSpPr>
          <p:spPr>
            <a:xfrm>
              <a:off x="6464850" y="1732350"/>
              <a:ext cx="8600" cy="7725"/>
            </a:xfrm>
            <a:custGeom>
              <a:avLst/>
              <a:gdLst/>
              <a:ahLst/>
              <a:cxnLst/>
              <a:rect l="l" t="t" r="r" b="b"/>
              <a:pathLst>
                <a:path w="344" h="309" extrusionOk="0">
                  <a:moveTo>
                    <a:pt x="161" y="0"/>
                  </a:moveTo>
                  <a:cubicBezTo>
                    <a:pt x="93" y="0"/>
                    <a:pt x="42" y="44"/>
                    <a:pt x="24" y="120"/>
                  </a:cubicBezTo>
                  <a:cubicBezTo>
                    <a:pt x="1" y="189"/>
                    <a:pt x="46" y="280"/>
                    <a:pt x="138" y="303"/>
                  </a:cubicBezTo>
                  <a:cubicBezTo>
                    <a:pt x="149" y="307"/>
                    <a:pt x="162" y="309"/>
                    <a:pt x="174" y="309"/>
                  </a:cubicBezTo>
                  <a:cubicBezTo>
                    <a:pt x="235" y="309"/>
                    <a:pt x="301" y="264"/>
                    <a:pt x="320" y="189"/>
                  </a:cubicBezTo>
                  <a:cubicBezTo>
                    <a:pt x="343" y="120"/>
                    <a:pt x="297" y="29"/>
                    <a:pt x="206" y="6"/>
                  </a:cubicBezTo>
                  <a:cubicBezTo>
                    <a:pt x="191" y="2"/>
                    <a:pt x="176"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2" name="Google Shape;4852;p26"/>
            <p:cNvSpPr/>
            <p:nvPr/>
          </p:nvSpPr>
          <p:spPr>
            <a:xfrm>
              <a:off x="6499675" y="1826075"/>
              <a:ext cx="6850" cy="6450"/>
            </a:xfrm>
            <a:custGeom>
              <a:avLst/>
              <a:gdLst/>
              <a:ahLst/>
              <a:cxnLst/>
              <a:rect l="l" t="t" r="r" b="b"/>
              <a:pathLst>
                <a:path w="274" h="258" extrusionOk="0">
                  <a:moveTo>
                    <a:pt x="183" y="0"/>
                  </a:moveTo>
                  <a:cubicBezTo>
                    <a:pt x="114" y="0"/>
                    <a:pt x="46" y="23"/>
                    <a:pt x="23" y="92"/>
                  </a:cubicBezTo>
                  <a:cubicBezTo>
                    <a:pt x="0" y="160"/>
                    <a:pt x="46" y="229"/>
                    <a:pt x="114" y="251"/>
                  </a:cubicBezTo>
                  <a:cubicBezTo>
                    <a:pt x="126" y="255"/>
                    <a:pt x="138" y="257"/>
                    <a:pt x="150" y="257"/>
                  </a:cubicBezTo>
                  <a:cubicBezTo>
                    <a:pt x="206" y="257"/>
                    <a:pt x="255" y="216"/>
                    <a:pt x="274" y="160"/>
                  </a:cubicBezTo>
                  <a:cubicBezTo>
                    <a:pt x="274" y="92"/>
                    <a:pt x="251"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3" name="Google Shape;4853;p26"/>
            <p:cNvSpPr/>
            <p:nvPr/>
          </p:nvSpPr>
          <p:spPr>
            <a:xfrm>
              <a:off x="6579550" y="1850050"/>
              <a:ext cx="5175" cy="3425"/>
            </a:xfrm>
            <a:custGeom>
              <a:avLst/>
              <a:gdLst/>
              <a:ahLst/>
              <a:cxnLst/>
              <a:rect l="l" t="t" r="r" b="b"/>
              <a:pathLst>
                <a:path w="207" h="137" extrusionOk="0">
                  <a:moveTo>
                    <a:pt x="115" y="0"/>
                  </a:moveTo>
                  <a:cubicBezTo>
                    <a:pt x="69" y="0"/>
                    <a:pt x="1" y="23"/>
                    <a:pt x="1" y="91"/>
                  </a:cubicBezTo>
                  <a:lnTo>
                    <a:pt x="206" y="137"/>
                  </a:lnTo>
                  <a:cubicBezTo>
                    <a:pt x="206" y="68"/>
                    <a:pt x="183" y="23"/>
                    <a:pt x="1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4" name="Google Shape;4854;p26"/>
            <p:cNvSpPr/>
            <p:nvPr/>
          </p:nvSpPr>
          <p:spPr>
            <a:xfrm>
              <a:off x="6827775" y="1494950"/>
              <a:ext cx="8025" cy="7175"/>
            </a:xfrm>
            <a:custGeom>
              <a:avLst/>
              <a:gdLst/>
              <a:ahLst/>
              <a:cxnLst/>
              <a:rect l="l" t="t" r="r" b="b"/>
              <a:pathLst>
                <a:path w="321" h="287" extrusionOk="0">
                  <a:moveTo>
                    <a:pt x="161" y="1"/>
                  </a:moveTo>
                  <a:cubicBezTo>
                    <a:pt x="93" y="1"/>
                    <a:pt x="42" y="45"/>
                    <a:pt x="23" y="121"/>
                  </a:cubicBezTo>
                  <a:cubicBezTo>
                    <a:pt x="1" y="189"/>
                    <a:pt x="46" y="281"/>
                    <a:pt x="115" y="281"/>
                  </a:cubicBezTo>
                  <a:cubicBezTo>
                    <a:pt x="131" y="285"/>
                    <a:pt x="146" y="287"/>
                    <a:pt x="161" y="287"/>
                  </a:cubicBezTo>
                  <a:cubicBezTo>
                    <a:pt x="229" y="287"/>
                    <a:pt x="279" y="246"/>
                    <a:pt x="297" y="189"/>
                  </a:cubicBezTo>
                  <a:cubicBezTo>
                    <a:pt x="320" y="98"/>
                    <a:pt x="275" y="30"/>
                    <a:pt x="206"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5" name="Google Shape;4855;p26"/>
            <p:cNvSpPr/>
            <p:nvPr/>
          </p:nvSpPr>
          <p:spPr>
            <a:xfrm>
              <a:off x="6799250" y="1736375"/>
              <a:ext cx="10300" cy="9375"/>
            </a:xfrm>
            <a:custGeom>
              <a:avLst/>
              <a:gdLst/>
              <a:ahLst/>
              <a:cxnLst/>
              <a:rect l="l" t="t" r="r" b="b"/>
              <a:pathLst>
                <a:path w="412" h="375" extrusionOk="0">
                  <a:moveTo>
                    <a:pt x="215" y="0"/>
                  </a:moveTo>
                  <a:cubicBezTo>
                    <a:pt x="132" y="0"/>
                    <a:pt x="43" y="62"/>
                    <a:pt x="23" y="142"/>
                  </a:cubicBezTo>
                  <a:cubicBezTo>
                    <a:pt x="0" y="233"/>
                    <a:pt x="69" y="347"/>
                    <a:pt x="160" y="370"/>
                  </a:cubicBezTo>
                  <a:cubicBezTo>
                    <a:pt x="172" y="373"/>
                    <a:pt x="185" y="374"/>
                    <a:pt x="197" y="374"/>
                  </a:cubicBezTo>
                  <a:cubicBezTo>
                    <a:pt x="280" y="374"/>
                    <a:pt x="369" y="312"/>
                    <a:pt x="388" y="233"/>
                  </a:cubicBezTo>
                  <a:cubicBezTo>
                    <a:pt x="411" y="142"/>
                    <a:pt x="343" y="28"/>
                    <a:pt x="251" y="5"/>
                  </a:cubicBezTo>
                  <a:cubicBezTo>
                    <a:pt x="239" y="2"/>
                    <a:pt x="227" y="0"/>
                    <a:pt x="21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6" name="Google Shape;4856;p26"/>
            <p:cNvSpPr/>
            <p:nvPr/>
          </p:nvSpPr>
          <p:spPr>
            <a:xfrm>
              <a:off x="6263425" y="1662725"/>
              <a:ext cx="8000" cy="7175"/>
            </a:xfrm>
            <a:custGeom>
              <a:avLst/>
              <a:gdLst/>
              <a:ahLst/>
              <a:cxnLst/>
              <a:rect l="l" t="t" r="r" b="b"/>
              <a:pathLst>
                <a:path w="320" h="287" extrusionOk="0">
                  <a:moveTo>
                    <a:pt x="169" y="1"/>
                  </a:moveTo>
                  <a:cubicBezTo>
                    <a:pt x="108" y="1"/>
                    <a:pt x="42" y="45"/>
                    <a:pt x="23" y="120"/>
                  </a:cubicBezTo>
                  <a:cubicBezTo>
                    <a:pt x="0" y="189"/>
                    <a:pt x="46" y="280"/>
                    <a:pt x="137" y="280"/>
                  </a:cubicBezTo>
                  <a:cubicBezTo>
                    <a:pt x="149" y="284"/>
                    <a:pt x="162" y="286"/>
                    <a:pt x="173" y="286"/>
                  </a:cubicBezTo>
                  <a:cubicBezTo>
                    <a:pt x="229" y="286"/>
                    <a:pt x="278" y="245"/>
                    <a:pt x="297" y="189"/>
                  </a:cubicBezTo>
                  <a:cubicBezTo>
                    <a:pt x="320" y="120"/>
                    <a:pt x="274" y="29"/>
                    <a:pt x="206" y="6"/>
                  </a:cubicBezTo>
                  <a:cubicBezTo>
                    <a:pt x="194" y="2"/>
                    <a:pt x="182" y="1"/>
                    <a:pt x="16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7" name="Google Shape;4857;p26"/>
            <p:cNvSpPr/>
            <p:nvPr/>
          </p:nvSpPr>
          <p:spPr>
            <a:xfrm>
              <a:off x="6410075" y="1448200"/>
              <a:ext cx="9725" cy="8850"/>
            </a:xfrm>
            <a:custGeom>
              <a:avLst/>
              <a:gdLst/>
              <a:ahLst/>
              <a:cxnLst/>
              <a:rect l="l" t="t" r="r" b="b"/>
              <a:pathLst>
                <a:path w="389" h="354" extrusionOk="0">
                  <a:moveTo>
                    <a:pt x="193" y="1"/>
                  </a:moveTo>
                  <a:cubicBezTo>
                    <a:pt x="115" y="1"/>
                    <a:pt x="43" y="63"/>
                    <a:pt x="23" y="142"/>
                  </a:cubicBezTo>
                  <a:cubicBezTo>
                    <a:pt x="1" y="233"/>
                    <a:pt x="46" y="325"/>
                    <a:pt x="137" y="347"/>
                  </a:cubicBezTo>
                  <a:cubicBezTo>
                    <a:pt x="153" y="351"/>
                    <a:pt x="169" y="353"/>
                    <a:pt x="186" y="353"/>
                  </a:cubicBezTo>
                  <a:cubicBezTo>
                    <a:pt x="265" y="353"/>
                    <a:pt x="347" y="309"/>
                    <a:pt x="366" y="233"/>
                  </a:cubicBezTo>
                  <a:cubicBezTo>
                    <a:pt x="389" y="142"/>
                    <a:pt x="320" y="28"/>
                    <a:pt x="229" y="5"/>
                  </a:cubicBezTo>
                  <a:cubicBezTo>
                    <a:pt x="217" y="2"/>
                    <a:pt x="205" y="1"/>
                    <a:pt x="19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8" name="Google Shape;4858;p26"/>
            <p:cNvSpPr/>
            <p:nvPr/>
          </p:nvSpPr>
          <p:spPr>
            <a:xfrm>
              <a:off x="6130475" y="1591750"/>
              <a:ext cx="10850" cy="9650"/>
            </a:xfrm>
            <a:custGeom>
              <a:avLst/>
              <a:gdLst/>
              <a:ahLst/>
              <a:cxnLst/>
              <a:rect l="l" t="t" r="r" b="b"/>
              <a:pathLst>
                <a:path w="434" h="386" extrusionOk="0">
                  <a:moveTo>
                    <a:pt x="191" y="1"/>
                  </a:moveTo>
                  <a:cubicBezTo>
                    <a:pt x="115" y="1"/>
                    <a:pt x="41" y="62"/>
                    <a:pt x="23" y="152"/>
                  </a:cubicBezTo>
                  <a:cubicBezTo>
                    <a:pt x="0" y="243"/>
                    <a:pt x="46" y="357"/>
                    <a:pt x="160" y="380"/>
                  </a:cubicBezTo>
                  <a:cubicBezTo>
                    <a:pt x="179" y="384"/>
                    <a:pt x="197" y="386"/>
                    <a:pt x="215" y="386"/>
                  </a:cubicBezTo>
                  <a:cubicBezTo>
                    <a:pt x="303" y="386"/>
                    <a:pt x="369" y="338"/>
                    <a:pt x="388" y="243"/>
                  </a:cubicBezTo>
                  <a:cubicBezTo>
                    <a:pt x="434" y="129"/>
                    <a:pt x="365" y="38"/>
                    <a:pt x="251" y="15"/>
                  </a:cubicBezTo>
                  <a:cubicBezTo>
                    <a:pt x="232" y="5"/>
                    <a:pt x="211" y="1"/>
                    <a:pt x="19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9" name="Google Shape;4859;p26"/>
            <p:cNvSpPr/>
            <p:nvPr/>
          </p:nvSpPr>
          <p:spPr>
            <a:xfrm>
              <a:off x="6660025" y="1722075"/>
              <a:ext cx="7425" cy="6600"/>
            </a:xfrm>
            <a:custGeom>
              <a:avLst/>
              <a:gdLst/>
              <a:ahLst/>
              <a:cxnLst/>
              <a:rect l="l" t="t" r="r" b="b"/>
              <a:pathLst>
                <a:path w="297" h="264" extrusionOk="0">
                  <a:moveTo>
                    <a:pt x="146" y="0"/>
                  </a:moveTo>
                  <a:cubicBezTo>
                    <a:pt x="91" y="0"/>
                    <a:pt x="42" y="41"/>
                    <a:pt x="23" y="97"/>
                  </a:cubicBezTo>
                  <a:cubicBezTo>
                    <a:pt x="0" y="189"/>
                    <a:pt x="46" y="257"/>
                    <a:pt x="114" y="257"/>
                  </a:cubicBezTo>
                  <a:cubicBezTo>
                    <a:pt x="126" y="261"/>
                    <a:pt x="138" y="263"/>
                    <a:pt x="150" y="263"/>
                  </a:cubicBezTo>
                  <a:cubicBezTo>
                    <a:pt x="205" y="263"/>
                    <a:pt x="255" y="222"/>
                    <a:pt x="274" y="166"/>
                  </a:cubicBezTo>
                  <a:cubicBezTo>
                    <a:pt x="297" y="97"/>
                    <a:pt x="251" y="29"/>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0" name="Google Shape;4860;p26"/>
            <p:cNvSpPr/>
            <p:nvPr/>
          </p:nvSpPr>
          <p:spPr>
            <a:xfrm>
              <a:off x="6325625" y="1467000"/>
              <a:ext cx="7450" cy="6600"/>
            </a:xfrm>
            <a:custGeom>
              <a:avLst/>
              <a:gdLst/>
              <a:ahLst/>
              <a:cxnLst/>
              <a:rect l="l" t="t" r="r" b="b"/>
              <a:pathLst>
                <a:path w="298" h="264" extrusionOk="0">
                  <a:moveTo>
                    <a:pt x="147" y="0"/>
                  </a:moveTo>
                  <a:cubicBezTo>
                    <a:pt x="92" y="0"/>
                    <a:pt x="42" y="41"/>
                    <a:pt x="23" y="98"/>
                  </a:cubicBezTo>
                  <a:cubicBezTo>
                    <a:pt x="0" y="166"/>
                    <a:pt x="46" y="235"/>
                    <a:pt x="114" y="257"/>
                  </a:cubicBezTo>
                  <a:cubicBezTo>
                    <a:pt x="127" y="261"/>
                    <a:pt x="139" y="263"/>
                    <a:pt x="151" y="263"/>
                  </a:cubicBezTo>
                  <a:cubicBezTo>
                    <a:pt x="206" y="263"/>
                    <a:pt x="255" y="222"/>
                    <a:pt x="274" y="166"/>
                  </a:cubicBezTo>
                  <a:cubicBezTo>
                    <a:pt x="297" y="98"/>
                    <a:pt x="251"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1" name="Google Shape;4861;p26"/>
            <p:cNvSpPr/>
            <p:nvPr/>
          </p:nvSpPr>
          <p:spPr>
            <a:xfrm>
              <a:off x="6745600" y="1784300"/>
              <a:ext cx="10300" cy="9375"/>
            </a:xfrm>
            <a:custGeom>
              <a:avLst/>
              <a:gdLst/>
              <a:ahLst/>
              <a:cxnLst/>
              <a:rect l="l" t="t" r="r" b="b"/>
              <a:pathLst>
                <a:path w="412" h="375" extrusionOk="0">
                  <a:moveTo>
                    <a:pt x="215" y="1"/>
                  </a:moveTo>
                  <a:cubicBezTo>
                    <a:pt x="132" y="1"/>
                    <a:pt x="43" y="63"/>
                    <a:pt x="24" y="142"/>
                  </a:cubicBezTo>
                  <a:cubicBezTo>
                    <a:pt x="1" y="233"/>
                    <a:pt x="69" y="347"/>
                    <a:pt x="161" y="370"/>
                  </a:cubicBezTo>
                  <a:cubicBezTo>
                    <a:pt x="173" y="373"/>
                    <a:pt x="185" y="375"/>
                    <a:pt x="198" y="375"/>
                  </a:cubicBezTo>
                  <a:cubicBezTo>
                    <a:pt x="280" y="375"/>
                    <a:pt x="369" y="313"/>
                    <a:pt x="389" y="233"/>
                  </a:cubicBezTo>
                  <a:cubicBezTo>
                    <a:pt x="412" y="142"/>
                    <a:pt x="343" y="51"/>
                    <a:pt x="252" y="5"/>
                  </a:cubicBezTo>
                  <a:cubicBezTo>
                    <a:pt x="240" y="2"/>
                    <a:pt x="227"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2" name="Google Shape;4862;p26"/>
            <p:cNvSpPr/>
            <p:nvPr/>
          </p:nvSpPr>
          <p:spPr>
            <a:xfrm>
              <a:off x="6322775" y="959125"/>
              <a:ext cx="7425" cy="6600"/>
            </a:xfrm>
            <a:custGeom>
              <a:avLst/>
              <a:gdLst/>
              <a:ahLst/>
              <a:cxnLst/>
              <a:rect l="l" t="t" r="r" b="b"/>
              <a:pathLst>
                <a:path w="297" h="264" extrusionOk="0">
                  <a:moveTo>
                    <a:pt x="147" y="1"/>
                  </a:moveTo>
                  <a:cubicBezTo>
                    <a:pt x="92" y="1"/>
                    <a:pt x="42" y="42"/>
                    <a:pt x="23" y="98"/>
                  </a:cubicBezTo>
                  <a:cubicBezTo>
                    <a:pt x="0" y="167"/>
                    <a:pt x="46" y="258"/>
                    <a:pt x="114" y="258"/>
                  </a:cubicBezTo>
                  <a:cubicBezTo>
                    <a:pt x="126" y="262"/>
                    <a:pt x="139" y="264"/>
                    <a:pt x="150"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3" name="Google Shape;4863;p26"/>
            <p:cNvSpPr/>
            <p:nvPr/>
          </p:nvSpPr>
          <p:spPr>
            <a:xfrm>
              <a:off x="6056850" y="1658150"/>
              <a:ext cx="6300" cy="5525"/>
            </a:xfrm>
            <a:custGeom>
              <a:avLst/>
              <a:gdLst/>
              <a:ahLst/>
              <a:cxnLst/>
              <a:rect l="l" t="t" r="r" b="b"/>
              <a:pathLst>
                <a:path w="252" h="221" extrusionOk="0">
                  <a:moveTo>
                    <a:pt x="125" y="1"/>
                  </a:moveTo>
                  <a:cubicBezTo>
                    <a:pt x="76" y="1"/>
                    <a:pt x="42" y="38"/>
                    <a:pt x="23" y="75"/>
                  </a:cubicBezTo>
                  <a:cubicBezTo>
                    <a:pt x="1" y="144"/>
                    <a:pt x="46" y="212"/>
                    <a:pt x="92" y="212"/>
                  </a:cubicBezTo>
                  <a:cubicBezTo>
                    <a:pt x="109" y="218"/>
                    <a:pt x="126" y="221"/>
                    <a:pt x="143" y="221"/>
                  </a:cubicBezTo>
                  <a:cubicBezTo>
                    <a:pt x="192" y="221"/>
                    <a:pt x="235" y="195"/>
                    <a:pt x="252" y="144"/>
                  </a:cubicBezTo>
                  <a:cubicBezTo>
                    <a:pt x="252" y="75"/>
                    <a:pt x="229" y="7"/>
                    <a:pt x="160" y="7"/>
                  </a:cubicBezTo>
                  <a:cubicBezTo>
                    <a:pt x="148" y="3"/>
                    <a:pt x="136" y="1"/>
                    <a:pt x="12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4" name="Google Shape;4864;p26"/>
            <p:cNvSpPr/>
            <p:nvPr/>
          </p:nvSpPr>
          <p:spPr>
            <a:xfrm>
              <a:off x="5737300" y="1340875"/>
              <a:ext cx="6300" cy="5525"/>
            </a:xfrm>
            <a:custGeom>
              <a:avLst/>
              <a:gdLst/>
              <a:ahLst/>
              <a:cxnLst/>
              <a:rect l="l" t="t" r="r" b="b"/>
              <a:pathLst>
                <a:path w="252" h="221" extrusionOk="0">
                  <a:moveTo>
                    <a:pt x="123" y="1"/>
                  </a:moveTo>
                  <a:cubicBezTo>
                    <a:pt x="69" y="1"/>
                    <a:pt x="23" y="38"/>
                    <a:pt x="23" y="75"/>
                  </a:cubicBezTo>
                  <a:cubicBezTo>
                    <a:pt x="0" y="144"/>
                    <a:pt x="46" y="212"/>
                    <a:pt x="92" y="212"/>
                  </a:cubicBezTo>
                  <a:cubicBezTo>
                    <a:pt x="109" y="218"/>
                    <a:pt x="126" y="221"/>
                    <a:pt x="142" y="221"/>
                  </a:cubicBezTo>
                  <a:cubicBezTo>
                    <a:pt x="190" y="221"/>
                    <a:pt x="229" y="195"/>
                    <a:pt x="229" y="144"/>
                  </a:cubicBezTo>
                  <a:cubicBezTo>
                    <a:pt x="252" y="75"/>
                    <a:pt x="206"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5" name="Google Shape;4865;p26"/>
            <p:cNvSpPr/>
            <p:nvPr/>
          </p:nvSpPr>
          <p:spPr>
            <a:xfrm>
              <a:off x="5794375" y="1638200"/>
              <a:ext cx="8000" cy="7150"/>
            </a:xfrm>
            <a:custGeom>
              <a:avLst/>
              <a:gdLst/>
              <a:ahLst/>
              <a:cxnLst/>
              <a:rect l="l" t="t" r="r" b="b"/>
              <a:pathLst>
                <a:path w="320" h="286" extrusionOk="0">
                  <a:moveTo>
                    <a:pt x="146" y="0"/>
                  </a:moveTo>
                  <a:cubicBezTo>
                    <a:pt x="85" y="0"/>
                    <a:pt x="23" y="44"/>
                    <a:pt x="23" y="120"/>
                  </a:cubicBezTo>
                  <a:cubicBezTo>
                    <a:pt x="0" y="188"/>
                    <a:pt x="46" y="257"/>
                    <a:pt x="114" y="280"/>
                  </a:cubicBezTo>
                  <a:cubicBezTo>
                    <a:pt x="126" y="284"/>
                    <a:pt x="139" y="286"/>
                    <a:pt x="152" y="286"/>
                  </a:cubicBezTo>
                  <a:cubicBezTo>
                    <a:pt x="213" y="286"/>
                    <a:pt x="278" y="245"/>
                    <a:pt x="297" y="188"/>
                  </a:cubicBezTo>
                  <a:cubicBezTo>
                    <a:pt x="320" y="97"/>
                    <a:pt x="274" y="29"/>
                    <a:pt x="183" y="6"/>
                  </a:cubicBezTo>
                  <a:cubicBezTo>
                    <a:pt x="171"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6" name="Google Shape;4866;p26"/>
            <p:cNvSpPr/>
            <p:nvPr/>
          </p:nvSpPr>
          <p:spPr>
            <a:xfrm>
              <a:off x="5722475" y="1634200"/>
              <a:ext cx="6850" cy="6025"/>
            </a:xfrm>
            <a:custGeom>
              <a:avLst/>
              <a:gdLst/>
              <a:ahLst/>
              <a:cxnLst/>
              <a:rect l="l" t="t" r="r" b="b"/>
              <a:pathLst>
                <a:path w="274" h="241" extrusionOk="0">
                  <a:moveTo>
                    <a:pt x="126" y="0"/>
                  </a:moveTo>
                  <a:cubicBezTo>
                    <a:pt x="76" y="0"/>
                    <a:pt x="42" y="41"/>
                    <a:pt x="23" y="97"/>
                  </a:cubicBezTo>
                  <a:cubicBezTo>
                    <a:pt x="0" y="143"/>
                    <a:pt x="46" y="211"/>
                    <a:pt x="114" y="234"/>
                  </a:cubicBezTo>
                  <a:cubicBezTo>
                    <a:pt x="122" y="238"/>
                    <a:pt x="131" y="240"/>
                    <a:pt x="140" y="240"/>
                  </a:cubicBezTo>
                  <a:cubicBezTo>
                    <a:pt x="183" y="240"/>
                    <a:pt x="232" y="199"/>
                    <a:pt x="251" y="143"/>
                  </a:cubicBezTo>
                  <a:cubicBezTo>
                    <a:pt x="274" y="75"/>
                    <a:pt x="228" y="29"/>
                    <a:pt x="160" y="6"/>
                  </a:cubicBezTo>
                  <a:cubicBezTo>
                    <a:pt x="148" y="2"/>
                    <a:pt x="136" y="0"/>
                    <a:pt x="12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7" name="Google Shape;4867;p26"/>
            <p:cNvSpPr/>
            <p:nvPr/>
          </p:nvSpPr>
          <p:spPr>
            <a:xfrm>
              <a:off x="5786375" y="1570850"/>
              <a:ext cx="9150" cy="8300"/>
            </a:xfrm>
            <a:custGeom>
              <a:avLst/>
              <a:gdLst/>
              <a:ahLst/>
              <a:cxnLst/>
              <a:rect l="l" t="t" r="r" b="b"/>
              <a:pathLst>
                <a:path w="366" h="332" extrusionOk="0">
                  <a:moveTo>
                    <a:pt x="182" y="1"/>
                  </a:moveTo>
                  <a:cubicBezTo>
                    <a:pt x="108" y="1"/>
                    <a:pt x="42" y="45"/>
                    <a:pt x="23" y="121"/>
                  </a:cubicBezTo>
                  <a:cubicBezTo>
                    <a:pt x="0" y="212"/>
                    <a:pt x="46" y="303"/>
                    <a:pt x="137" y="326"/>
                  </a:cubicBezTo>
                  <a:cubicBezTo>
                    <a:pt x="153" y="330"/>
                    <a:pt x="169" y="332"/>
                    <a:pt x="184" y="332"/>
                  </a:cubicBezTo>
                  <a:cubicBezTo>
                    <a:pt x="258" y="332"/>
                    <a:pt x="324" y="288"/>
                    <a:pt x="343" y="212"/>
                  </a:cubicBezTo>
                  <a:cubicBezTo>
                    <a:pt x="366" y="121"/>
                    <a:pt x="320" y="29"/>
                    <a:pt x="229" y="6"/>
                  </a:cubicBezTo>
                  <a:cubicBezTo>
                    <a:pt x="213" y="3"/>
                    <a:pt x="197"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8" name="Google Shape;4868;p26"/>
            <p:cNvSpPr/>
            <p:nvPr/>
          </p:nvSpPr>
          <p:spPr>
            <a:xfrm>
              <a:off x="5453125" y="1403075"/>
              <a:ext cx="6875" cy="6050"/>
            </a:xfrm>
            <a:custGeom>
              <a:avLst/>
              <a:gdLst/>
              <a:ahLst/>
              <a:cxnLst/>
              <a:rect l="l" t="t" r="r" b="b"/>
              <a:pathLst>
                <a:path w="275" h="242" extrusionOk="0">
                  <a:moveTo>
                    <a:pt x="124" y="1"/>
                  </a:moveTo>
                  <a:cubicBezTo>
                    <a:pt x="70" y="1"/>
                    <a:pt x="23" y="42"/>
                    <a:pt x="23" y="98"/>
                  </a:cubicBezTo>
                  <a:cubicBezTo>
                    <a:pt x="0" y="167"/>
                    <a:pt x="46" y="235"/>
                    <a:pt x="92" y="235"/>
                  </a:cubicBezTo>
                  <a:cubicBezTo>
                    <a:pt x="104" y="239"/>
                    <a:pt x="116" y="241"/>
                    <a:pt x="128" y="241"/>
                  </a:cubicBezTo>
                  <a:cubicBezTo>
                    <a:pt x="183" y="241"/>
                    <a:pt x="233" y="200"/>
                    <a:pt x="252" y="144"/>
                  </a:cubicBezTo>
                  <a:cubicBezTo>
                    <a:pt x="274" y="98"/>
                    <a:pt x="229" y="30"/>
                    <a:pt x="160" y="7"/>
                  </a:cubicBezTo>
                  <a:cubicBezTo>
                    <a:pt x="148" y="3"/>
                    <a:pt x="136" y="1"/>
                    <a:pt x="12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9" name="Google Shape;4869;p26"/>
            <p:cNvSpPr/>
            <p:nvPr/>
          </p:nvSpPr>
          <p:spPr>
            <a:xfrm>
              <a:off x="5689925" y="1594850"/>
              <a:ext cx="10300" cy="9075"/>
            </a:xfrm>
            <a:custGeom>
              <a:avLst/>
              <a:gdLst/>
              <a:ahLst/>
              <a:cxnLst/>
              <a:rect l="l" t="t" r="r" b="b"/>
              <a:pathLst>
                <a:path w="412" h="363" extrusionOk="0">
                  <a:moveTo>
                    <a:pt x="216" y="1"/>
                  </a:moveTo>
                  <a:cubicBezTo>
                    <a:pt x="138" y="1"/>
                    <a:pt x="66" y="63"/>
                    <a:pt x="47" y="142"/>
                  </a:cubicBezTo>
                  <a:cubicBezTo>
                    <a:pt x="1" y="233"/>
                    <a:pt x="69" y="325"/>
                    <a:pt x="161" y="347"/>
                  </a:cubicBezTo>
                  <a:cubicBezTo>
                    <a:pt x="181" y="358"/>
                    <a:pt x="202" y="362"/>
                    <a:pt x="223" y="362"/>
                  </a:cubicBezTo>
                  <a:cubicBezTo>
                    <a:pt x="298" y="362"/>
                    <a:pt x="371" y="305"/>
                    <a:pt x="389" y="233"/>
                  </a:cubicBezTo>
                  <a:cubicBezTo>
                    <a:pt x="412" y="142"/>
                    <a:pt x="343" y="28"/>
                    <a:pt x="252" y="5"/>
                  </a:cubicBezTo>
                  <a:cubicBezTo>
                    <a:pt x="240" y="2"/>
                    <a:pt x="228" y="1"/>
                    <a:pt x="21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0" name="Google Shape;4870;p26"/>
            <p:cNvSpPr/>
            <p:nvPr/>
          </p:nvSpPr>
          <p:spPr>
            <a:xfrm>
              <a:off x="5938150" y="1702675"/>
              <a:ext cx="8600" cy="4725"/>
            </a:xfrm>
            <a:custGeom>
              <a:avLst/>
              <a:gdLst/>
              <a:ahLst/>
              <a:cxnLst/>
              <a:rect l="l" t="t" r="r" b="b"/>
              <a:pathLst>
                <a:path w="344" h="189" extrusionOk="0">
                  <a:moveTo>
                    <a:pt x="160" y="0"/>
                  </a:moveTo>
                  <a:cubicBezTo>
                    <a:pt x="86" y="0"/>
                    <a:pt x="20" y="45"/>
                    <a:pt x="1" y="120"/>
                  </a:cubicBezTo>
                  <a:lnTo>
                    <a:pt x="321" y="189"/>
                  </a:lnTo>
                  <a:cubicBezTo>
                    <a:pt x="343" y="120"/>
                    <a:pt x="275" y="29"/>
                    <a:pt x="206" y="6"/>
                  </a:cubicBezTo>
                  <a:cubicBezTo>
                    <a:pt x="191" y="2"/>
                    <a:pt x="175" y="0"/>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1" name="Google Shape;4871;p26"/>
            <p:cNvSpPr/>
            <p:nvPr/>
          </p:nvSpPr>
          <p:spPr>
            <a:xfrm>
              <a:off x="5751575" y="1442450"/>
              <a:ext cx="6850" cy="5900"/>
            </a:xfrm>
            <a:custGeom>
              <a:avLst/>
              <a:gdLst/>
              <a:ahLst/>
              <a:cxnLst/>
              <a:rect l="l" t="t" r="r" b="b"/>
              <a:pathLst>
                <a:path w="274" h="236" extrusionOk="0">
                  <a:moveTo>
                    <a:pt x="134" y="1"/>
                  </a:moveTo>
                  <a:cubicBezTo>
                    <a:pt x="91" y="1"/>
                    <a:pt x="42" y="42"/>
                    <a:pt x="23" y="98"/>
                  </a:cubicBezTo>
                  <a:cubicBezTo>
                    <a:pt x="0" y="144"/>
                    <a:pt x="46" y="212"/>
                    <a:pt x="114" y="235"/>
                  </a:cubicBezTo>
                  <a:cubicBezTo>
                    <a:pt x="183" y="235"/>
                    <a:pt x="228" y="212"/>
                    <a:pt x="251" y="144"/>
                  </a:cubicBezTo>
                  <a:cubicBezTo>
                    <a:pt x="274" y="75"/>
                    <a:pt x="228" y="30"/>
                    <a:pt x="160" y="7"/>
                  </a:cubicBezTo>
                  <a:cubicBezTo>
                    <a:pt x="152" y="3"/>
                    <a:pt x="143" y="1"/>
                    <a:pt x="13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2" name="Google Shape;4872;p26"/>
            <p:cNvSpPr/>
            <p:nvPr/>
          </p:nvSpPr>
          <p:spPr>
            <a:xfrm>
              <a:off x="5511900" y="1395100"/>
              <a:ext cx="8025" cy="7175"/>
            </a:xfrm>
            <a:custGeom>
              <a:avLst/>
              <a:gdLst/>
              <a:ahLst/>
              <a:cxnLst/>
              <a:rect l="l" t="t" r="r" b="b"/>
              <a:pathLst>
                <a:path w="321" h="287" extrusionOk="0">
                  <a:moveTo>
                    <a:pt x="161" y="0"/>
                  </a:moveTo>
                  <a:cubicBezTo>
                    <a:pt x="92" y="0"/>
                    <a:pt x="42" y="45"/>
                    <a:pt x="23" y="120"/>
                  </a:cubicBezTo>
                  <a:cubicBezTo>
                    <a:pt x="0" y="189"/>
                    <a:pt x="46" y="280"/>
                    <a:pt x="115" y="280"/>
                  </a:cubicBezTo>
                  <a:cubicBezTo>
                    <a:pt x="131" y="284"/>
                    <a:pt x="146" y="286"/>
                    <a:pt x="161" y="286"/>
                  </a:cubicBezTo>
                  <a:cubicBezTo>
                    <a:pt x="229" y="286"/>
                    <a:pt x="278" y="245"/>
                    <a:pt x="297" y="189"/>
                  </a:cubicBezTo>
                  <a:cubicBezTo>
                    <a:pt x="320" y="98"/>
                    <a:pt x="274" y="29"/>
                    <a:pt x="206" y="6"/>
                  </a:cubicBezTo>
                  <a:cubicBezTo>
                    <a:pt x="190" y="2"/>
                    <a:pt x="175"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3" name="Google Shape;4873;p26"/>
            <p:cNvSpPr/>
            <p:nvPr/>
          </p:nvSpPr>
          <p:spPr>
            <a:xfrm>
              <a:off x="5617475" y="1447175"/>
              <a:ext cx="6875" cy="6450"/>
            </a:xfrm>
            <a:custGeom>
              <a:avLst/>
              <a:gdLst/>
              <a:ahLst/>
              <a:cxnLst/>
              <a:rect l="l" t="t" r="r" b="b"/>
              <a:pathLst>
                <a:path w="275" h="258" extrusionOk="0">
                  <a:moveTo>
                    <a:pt x="160" y="0"/>
                  </a:moveTo>
                  <a:cubicBezTo>
                    <a:pt x="91" y="0"/>
                    <a:pt x="23" y="23"/>
                    <a:pt x="23" y="92"/>
                  </a:cubicBezTo>
                  <a:cubicBezTo>
                    <a:pt x="0" y="160"/>
                    <a:pt x="46" y="229"/>
                    <a:pt x="91" y="251"/>
                  </a:cubicBezTo>
                  <a:cubicBezTo>
                    <a:pt x="104" y="255"/>
                    <a:pt x="116" y="257"/>
                    <a:pt x="128" y="257"/>
                  </a:cubicBezTo>
                  <a:cubicBezTo>
                    <a:pt x="183" y="257"/>
                    <a:pt x="232" y="216"/>
                    <a:pt x="251" y="160"/>
                  </a:cubicBezTo>
                  <a:cubicBezTo>
                    <a:pt x="274" y="92"/>
                    <a:pt x="228" y="23"/>
                    <a:pt x="16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4" name="Google Shape;4874;p26"/>
            <p:cNvSpPr/>
            <p:nvPr/>
          </p:nvSpPr>
          <p:spPr>
            <a:xfrm>
              <a:off x="5462825" y="1391825"/>
              <a:ext cx="7450" cy="7025"/>
            </a:xfrm>
            <a:custGeom>
              <a:avLst/>
              <a:gdLst/>
              <a:ahLst/>
              <a:cxnLst/>
              <a:rect l="l" t="t" r="r" b="b"/>
              <a:pathLst>
                <a:path w="298" h="281" extrusionOk="0">
                  <a:moveTo>
                    <a:pt x="183" y="0"/>
                  </a:moveTo>
                  <a:cubicBezTo>
                    <a:pt x="115" y="0"/>
                    <a:pt x="46" y="46"/>
                    <a:pt x="23" y="114"/>
                  </a:cubicBezTo>
                  <a:cubicBezTo>
                    <a:pt x="1" y="183"/>
                    <a:pt x="46" y="251"/>
                    <a:pt x="115" y="274"/>
                  </a:cubicBezTo>
                  <a:cubicBezTo>
                    <a:pt x="131" y="278"/>
                    <a:pt x="146" y="280"/>
                    <a:pt x="161" y="280"/>
                  </a:cubicBezTo>
                  <a:cubicBezTo>
                    <a:pt x="229" y="280"/>
                    <a:pt x="278" y="239"/>
                    <a:pt x="297" y="183"/>
                  </a:cubicBezTo>
                  <a:cubicBezTo>
                    <a:pt x="297" y="92"/>
                    <a:pt x="252" y="23"/>
                    <a:pt x="18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5" name="Google Shape;4875;p26"/>
            <p:cNvSpPr/>
            <p:nvPr/>
          </p:nvSpPr>
          <p:spPr>
            <a:xfrm>
              <a:off x="6588125" y="1407075"/>
              <a:ext cx="8575" cy="7750"/>
            </a:xfrm>
            <a:custGeom>
              <a:avLst/>
              <a:gdLst/>
              <a:ahLst/>
              <a:cxnLst/>
              <a:rect l="l" t="t" r="r" b="b"/>
              <a:pathLst>
                <a:path w="343" h="310" extrusionOk="0">
                  <a:moveTo>
                    <a:pt x="161" y="1"/>
                  </a:moveTo>
                  <a:cubicBezTo>
                    <a:pt x="92" y="1"/>
                    <a:pt x="42" y="45"/>
                    <a:pt x="23" y="121"/>
                  </a:cubicBezTo>
                  <a:cubicBezTo>
                    <a:pt x="0" y="189"/>
                    <a:pt x="46" y="281"/>
                    <a:pt x="137" y="303"/>
                  </a:cubicBezTo>
                  <a:cubicBezTo>
                    <a:pt x="149" y="307"/>
                    <a:pt x="161" y="309"/>
                    <a:pt x="174" y="309"/>
                  </a:cubicBezTo>
                  <a:cubicBezTo>
                    <a:pt x="235" y="309"/>
                    <a:pt x="301" y="265"/>
                    <a:pt x="320" y="189"/>
                  </a:cubicBezTo>
                  <a:cubicBezTo>
                    <a:pt x="342" y="121"/>
                    <a:pt x="297" y="29"/>
                    <a:pt x="205" y="7"/>
                  </a:cubicBezTo>
                  <a:cubicBezTo>
                    <a:pt x="190" y="3"/>
                    <a:pt x="175" y="1"/>
                    <a:pt x="16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6" name="Google Shape;4876;p26"/>
            <p:cNvSpPr/>
            <p:nvPr/>
          </p:nvSpPr>
          <p:spPr>
            <a:xfrm>
              <a:off x="6284525" y="990675"/>
              <a:ext cx="6325" cy="5875"/>
            </a:xfrm>
            <a:custGeom>
              <a:avLst/>
              <a:gdLst/>
              <a:ahLst/>
              <a:cxnLst/>
              <a:rect l="l" t="t" r="r" b="b"/>
              <a:pathLst>
                <a:path w="253" h="235" extrusionOk="0">
                  <a:moveTo>
                    <a:pt x="161" y="0"/>
                  </a:moveTo>
                  <a:cubicBezTo>
                    <a:pt x="92" y="0"/>
                    <a:pt x="24" y="23"/>
                    <a:pt x="24" y="91"/>
                  </a:cubicBezTo>
                  <a:cubicBezTo>
                    <a:pt x="1" y="160"/>
                    <a:pt x="47" y="228"/>
                    <a:pt x="92" y="228"/>
                  </a:cubicBezTo>
                  <a:cubicBezTo>
                    <a:pt x="105" y="233"/>
                    <a:pt x="117" y="234"/>
                    <a:pt x="130" y="234"/>
                  </a:cubicBezTo>
                  <a:cubicBezTo>
                    <a:pt x="184" y="234"/>
                    <a:pt x="233" y="197"/>
                    <a:pt x="252" y="160"/>
                  </a:cubicBezTo>
                  <a:cubicBezTo>
                    <a:pt x="252" y="91"/>
                    <a:pt x="229" y="23"/>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7" name="Google Shape;4877;p26"/>
            <p:cNvSpPr/>
            <p:nvPr/>
          </p:nvSpPr>
          <p:spPr>
            <a:xfrm>
              <a:off x="5481650" y="1536750"/>
              <a:ext cx="7450" cy="6450"/>
            </a:xfrm>
            <a:custGeom>
              <a:avLst/>
              <a:gdLst/>
              <a:ahLst/>
              <a:cxnLst/>
              <a:rect l="l" t="t" r="r" b="b"/>
              <a:pathLst>
                <a:path w="298" h="258" extrusionOk="0">
                  <a:moveTo>
                    <a:pt x="183" y="1"/>
                  </a:moveTo>
                  <a:cubicBezTo>
                    <a:pt x="115" y="1"/>
                    <a:pt x="46" y="24"/>
                    <a:pt x="24" y="92"/>
                  </a:cubicBezTo>
                  <a:cubicBezTo>
                    <a:pt x="1" y="161"/>
                    <a:pt x="46" y="229"/>
                    <a:pt x="115" y="252"/>
                  </a:cubicBezTo>
                  <a:cubicBezTo>
                    <a:pt x="127" y="256"/>
                    <a:pt x="139" y="258"/>
                    <a:pt x="151" y="258"/>
                  </a:cubicBezTo>
                  <a:cubicBezTo>
                    <a:pt x="206" y="258"/>
                    <a:pt x="256" y="217"/>
                    <a:pt x="275" y="161"/>
                  </a:cubicBezTo>
                  <a:cubicBezTo>
                    <a:pt x="297" y="92"/>
                    <a:pt x="252"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8" name="Google Shape;4878;p26"/>
            <p:cNvSpPr/>
            <p:nvPr/>
          </p:nvSpPr>
          <p:spPr>
            <a:xfrm>
              <a:off x="6421500" y="1175975"/>
              <a:ext cx="7425" cy="6600"/>
            </a:xfrm>
            <a:custGeom>
              <a:avLst/>
              <a:gdLst/>
              <a:ahLst/>
              <a:cxnLst/>
              <a:rect l="l" t="t" r="r" b="b"/>
              <a:pathLst>
                <a:path w="297" h="264" extrusionOk="0">
                  <a:moveTo>
                    <a:pt x="146" y="0"/>
                  </a:moveTo>
                  <a:cubicBezTo>
                    <a:pt x="91" y="0"/>
                    <a:pt x="42" y="41"/>
                    <a:pt x="23" y="98"/>
                  </a:cubicBezTo>
                  <a:cubicBezTo>
                    <a:pt x="0" y="166"/>
                    <a:pt x="46" y="235"/>
                    <a:pt x="114" y="257"/>
                  </a:cubicBezTo>
                  <a:cubicBezTo>
                    <a:pt x="126" y="261"/>
                    <a:pt x="139" y="263"/>
                    <a:pt x="152" y="263"/>
                  </a:cubicBezTo>
                  <a:cubicBezTo>
                    <a:pt x="212" y="263"/>
                    <a:pt x="274" y="222"/>
                    <a:pt x="274" y="166"/>
                  </a:cubicBezTo>
                  <a:cubicBezTo>
                    <a:pt x="297" y="75"/>
                    <a:pt x="251" y="6"/>
                    <a:pt x="183" y="6"/>
                  </a:cubicBezTo>
                  <a:cubicBezTo>
                    <a:pt x="170" y="2"/>
                    <a:pt x="158" y="0"/>
                    <a:pt x="14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9" name="Google Shape;4879;p26"/>
            <p:cNvSpPr/>
            <p:nvPr/>
          </p:nvSpPr>
          <p:spPr>
            <a:xfrm>
              <a:off x="6331325" y="1109825"/>
              <a:ext cx="10875" cy="9950"/>
            </a:xfrm>
            <a:custGeom>
              <a:avLst/>
              <a:gdLst/>
              <a:ahLst/>
              <a:cxnLst/>
              <a:rect l="l" t="t" r="r" b="b"/>
              <a:pathLst>
                <a:path w="435" h="398" extrusionOk="0">
                  <a:moveTo>
                    <a:pt x="231" y="0"/>
                  </a:moveTo>
                  <a:cubicBezTo>
                    <a:pt x="138" y="0"/>
                    <a:pt x="66" y="62"/>
                    <a:pt x="46" y="142"/>
                  </a:cubicBezTo>
                  <a:cubicBezTo>
                    <a:pt x="1" y="256"/>
                    <a:pt x="69" y="347"/>
                    <a:pt x="183" y="393"/>
                  </a:cubicBezTo>
                  <a:cubicBezTo>
                    <a:pt x="195" y="396"/>
                    <a:pt x="207" y="397"/>
                    <a:pt x="219" y="397"/>
                  </a:cubicBezTo>
                  <a:cubicBezTo>
                    <a:pt x="302" y="397"/>
                    <a:pt x="392" y="332"/>
                    <a:pt x="411" y="233"/>
                  </a:cubicBezTo>
                  <a:cubicBezTo>
                    <a:pt x="434" y="142"/>
                    <a:pt x="366" y="27"/>
                    <a:pt x="275" y="5"/>
                  </a:cubicBezTo>
                  <a:cubicBezTo>
                    <a:pt x="260"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0" name="Google Shape;4880;p26"/>
            <p:cNvSpPr/>
            <p:nvPr/>
          </p:nvSpPr>
          <p:spPr>
            <a:xfrm>
              <a:off x="6348450" y="1087450"/>
              <a:ext cx="6300" cy="5525"/>
            </a:xfrm>
            <a:custGeom>
              <a:avLst/>
              <a:gdLst/>
              <a:ahLst/>
              <a:cxnLst/>
              <a:rect l="l" t="t" r="r" b="b"/>
              <a:pathLst>
                <a:path w="252" h="221" extrusionOk="0">
                  <a:moveTo>
                    <a:pt x="110" y="1"/>
                  </a:moveTo>
                  <a:cubicBezTo>
                    <a:pt x="62" y="1"/>
                    <a:pt x="23" y="27"/>
                    <a:pt x="23" y="78"/>
                  </a:cubicBezTo>
                  <a:cubicBezTo>
                    <a:pt x="0" y="146"/>
                    <a:pt x="46" y="215"/>
                    <a:pt x="92" y="215"/>
                  </a:cubicBezTo>
                  <a:cubicBezTo>
                    <a:pt x="104" y="219"/>
                    <a:pt x="117" y="221"/>
                    <a:pt x="129" y="221"/>
                  </a:cubicBezTo>
                  <a:cubicBezTo>
                    <a:pt x="183" y="221"/>
                    <a:pt x="229" y="184"/>
                    <a:pt x="229" y="146"/>
                  </a:cubicBezTo>
                  <a:cubicBezTo>
                    <a:pt x="251" y="78"/>
                    <a:pt x="206" y="9"/>
                    <a:pt x="160" y="9"/>
                  </a:cubicBezTo>
                  <a:cubicBezTo>
                    <a:pt x="143" y="4"/>
                    <a:pt x="126"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1" name="Google Shape;4881;p26"/>
            <p:cNvSpPr/>
            <p:nvPr/>
          </p:nvSpPr>
          <p:spPr>
            <a:xfrm>
              <a:off x="6868875" y="1463050"/>
              <a:ext cx="11425" cy="9975"/>
            </a:xfrm>
            <a:custGeom>
              <a:avLst/>
              <a:gdLst/>
              <a:ahLst/>
              <a:cxnLst/>
              <a:rect l="l" t="t" r="r" b="b"/>
              <a:pathLst>
                <a:path w="457" h="399" extrusionOk="0">
                  <a:moveTo>
                    <a:pt x="231" y="0"/>
                  </a:moveTo>
                  <a:cubicBezTo>
                    <a:pt x="137" y="0"/>
                    <a:pt x="66" y="65"/>
                    <a:pt x="46" y="164"/>
                  </a:cubicBezTo>
                  <a:cubicBezTo>
                    <a:pt x="0" y="256"/>
                    <a:pt x="69" y="370"/>
                    <a:pt x="183" y="393"/>
                  </a:cubicBezTo>
                  <a:cubicBezTo>
                    <a:pt x="198" y="396"/>
                    <a:pt x="214" y="398"/>
                    <a:pt x="230" y="398"/>
                  </a:cubicBezTo>
                  <a:cubicBezTo>
                    <a:pt x="309" y="398"/>
                    <a:pt x="392" y="351"/>
                    <a:pt x="411" y="256"/>
                  </a:cubicBezTo>
                  <a:cubicBezTo>
                    <a:pt x="457" y="141"/>
                    <a:pt x="388" y="50"/>
                    <a:pt x="274" y="4"/>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2" name="Google Shape;4882;p26"/>
            <p:cNvSpPr/>
            <p:nvPr/>
          </p:nvSpPr>
          <p:spPr>
            <a:xfrm>
              <a:off x="6204650" y="1726675"/>
              <a:ext cx="10875" cy="9375"/>
            </a:xfrm>
            <a:custGeom>
              <a:avLst/>
              <a:gdLst/>
              <a:ahLst/>
              <a:cxnLst/>
              <a:rect l="l" t="t" r="r" b="b"/>
              <a:pathLst>
                <a:path w="435" h="375" extrusionOk="0">
                  <a:moveTo>
                    <a:pt x="231" y="0"/>
                  </a:moveTo>
                  <a:cubicBezTo>
                    <a:pt x="137" y="0"/>
                    <a:pt x="66" y="62"/>
                    <a:pt x="46" y="142"/>
                  </a:cubicBezTo>
                  <a:cubicBezTo>
                    <a:pt x="0" y="233"/>
                    <a:pt x="69" y="347"/>
                    <a:pt x="160" y="370"/>
                  </a:cubicBezTo>
                  <a:cubicBezTo>
                    <a:pt x="175" y="373"/>
                    <a:pt x="190" y="374"/>
                    <a:pt x="204" y="374"/>
                  </a:cubicBezTo>
                  <a:cubicBezTo>
                    <a:pt x="297" y="374"/>
                    <a:pt x="369" y="312"/>
                    <a:pt x="388" y="233"/>
                  </a:cubicBezTo>
                  <a:cubicBezTo>
                    <a:pt x="434" y="142"/>
                    <a:pt x="366" y="28"/>
                    <a:pt x="274" y="5"/>
                  </a:cubicBezTo>
                  <a:cubicBezTo>
                    <a:pt x="259" y="2"/>
                    <a:pt x="245" y="0"/>
                    <a:pt x="23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3" name="Google Shape;4883;p26"/>
            <p:cNvSpPr/>
            <p:nvPr/>
          </p:nvSpPr>
          <p:spPr>
            <a:xfrm>
              <a:off x="6218350" y="1478975"/>
              <a:ext cx="6300" cy="5475"/>
            </a:xfrm>
            <a:custGeom>
              <a:avLst/>
              <a:gdLst/>
              <a:ahLst/>
              <a:cxnLst/>
              <a:rect l="l" t="t" r="r" b="b"/>
              <a:pathLst>
                <a:path w="252" h="219" extrusionOk="0">
                  <a:moveTo>
                    <a:pt x="123" y="1"/>
                  </a:moveTo>
                  <a:cubicBezTo>
                    <a:pt x="69" y="1"/>
                    <a:pt x="23" y="38"/>
                    <a:pt x="23" y="75"/>
                  </a:cubicBezTo>
                  <a:cubicBezTo>
                    <a:pt x="0" y="144"/>
                    <a:pt x="46" y="212"/>
                    <a:pt x="92" y="212"/>
                  </a:cubicBezTo>
                  <a:cubicBezTo>
                    <a:pt x="104" y="216"/>
                    <a:pt x="117" y="218"/>
                    <a:pt x="129" y="218"/>
                  </a:cubicBezTo>
                  <a:cubicBezTo>
                    <a:pt x="183" y="218"/>
                    <a:pt x="228" y="181"/>
                    <a:pt x="228" y="144"/>
                  </a:cubicBezTo>
                  <a:cubicBezTo>
                    <a:pt x="251" y="75"/>
                    <a:pt x="228" y="7"/>
                    <a:pt x="160" y="7"/>
                  </a:cubicBezTo>
                  <a:cubicBezTo>
                    <a:pt x="147" y="2"/>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4" name="Google Shape;4884;p26"/>
            <p:cNvSpPr/>
            <p:nvPr/>
          </p:nvSpPr>
          <p:spPr>
            <a:xfrm>
              <a:off x="5850850" y="1546925"/>
              <a:ext cx="9725" cy="8825"/>
            </a:xfrm>
            <a:custGeom>
              <a:avLst/>
              <a:gdLst/>
              <a:ahLst/>
              <a:cxnLst/>
              <a:rect l="l" t="t" r="r" b="b"/>
              <a:pathLst>
                <a:path w="389" h="353" extrusionOk="0">
                  <a:moveTo>
                    <a:pt x="193" y="0"/>
                  </a:moveTo>
                  <a:cubicBezTo>
                    <a:pt x="115" y="0"/>
                    <a:pt x="43" y="62"/>
                    <a:pt x="24" y="142"/>
                  </a:cubicBezTo>
                  <a:cubicBezTo>
                    <a:pt x="1" y="233"/>
                    <a:pt x="69" y="324"/>
                    <a:pt x="160" y="347"/>
                  </a:cubicBezTo>
                  <a:cubicBezTo>
                    <a:pt x="176" y="351"/>
                    <a:pt x="191" y="353"/>
                    <a:pt x="206" y="353"/>
                  </a:cubicBezTo>
                  <a:cubicBezTo>
                    <a:pt x="280" y="353"/>
                    <a:pt x="347" y="305"/>
                    <a:pt x="366" y="210"/>
                  </a:cubicBezTo>
                  <a:cubicBezTo>
                    <a:pt x="389" y="119"/>
                    <a:pt x="343"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5" name="Google Shape;4885;p26"/>
            <p:cNvSpPr/>
            <p:nvPr/>
          </p:nvSpPr>
          <p:spPr>
            <a:xfrm>
              <a:off x="5838300" y="1502375"/>
              <a:ext cx="6300" cy="5300"/>
            </a:xfrm>
            <a:custGeom>
              <a:avLst/>
              <a:gdLst/>
              <a:ahLst/>
              <a:cxnLst/>
              <a:rect l="l" t="t" r="r" b="b"/>
              <a:pathLst>
                <a:path w="252" h="212" extrusionOk="0">
                  <a:moveTo>
                    <a:pt x="125" y="0"/>
                  </a:moveTo>
                  <a:cubicBezTo>
                    <a:pt x="76" y="0"/>
                    <a:pt x="42" y="38"/>
                    <a:pt x="23" y="75"/>
                  </a:cubicBezTo>
                  <a:cubicBezTo>
                    <a:pt x="1" y="143"/>
                    <a:pt x="46" y="189"/>
                    <a:pt x="92" y="212"/>
                  </a:cubicBezTo>
                  <a:cubicBezTo>
                    <a:pt x="160" y="212"/>
                    <a:pt x="206" y="189"/>
                    <a:pt x="229" y="121"/>
                  </a:cubicBezTo>
                  <a:cubicBezTo>
                    <a:pt x="252" y="75"/>
                    <a:pt x="206" y="6"/>
                    <a:pt x="160" y="6"/>
                  </a:cubicBezTo>
                  <a:cubicBezTo>
                    <a:pt x="148" y="2"/>
                    <a:pt x="136" y="0"/>
                    <a:pt x="12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6" name="Google Shape;4886;p26"/>
            <p:cNvSpPr/>
            <p:nvPr/>
          </p:nvSpPr>
          <p:spPr>
            <a:xfrm>
              <a:off x="6180675" y="744000"/>
              <a:ext cx="7450" cy="7025"/>
            </a:xfrm>
            <a:custGeom>
              <a:avLst/>
              <a:gdLst/>
              <a:ahLst/>
              <a:cxnLst/>
              <a:rect l="l" t="t" r="r" b="b"/>
              <a:pathLst>
                <a:path w="298" h="281" extrusionOk="0">
                  <a:moveTo>
                    <a:pt x="147" y="1"/>
                  </a:moveTo>
                  <a:cubicBezTo>
                    <a:pt x="92" y="1"/>
                    <a:pt x="42" y="42"/>
                    <a:pt x="24" y="98"/>
                  </a:cubicBezTo>
                  <a:cubicBezTo>
                    <a:pt x="1" y="166"/>
                    <a:pt x="46" y="258"/>
                    <a:pt x="115" y="281"/>
                  </a:cubicBezTo>
                  <a:cubicBezTo>
                    <a:pt x="183" y="281"/>
                    <a:pt x="275" y="235"/>
                    <a:pt x="297" y="166"/>
                  </a:cubicBezTo>
                  <a:cubicBezTo>
                    <a:pt x="297" y="98"/>
                    <a:pt x="275" y="29"/>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7" name="Google Shape;4887;p26"/>
            <p:cNvSpPr/>
            <p:nvPr/>
          </p:nvSpPr>
          <p:spPr>
            <a:xfrm>
              <a:off x="6165275" y="635000"/>
              <a:ext cx="6300" cy="5900"/>
            </a:xfrm>
            <a:custGeom>
              <a:avLst/>
              <a:gdLst/>
              <a:ahLst/>
              <a:cxnLst/>
              <a:rect l="l" t="t" r="r" b="b"/>
              <a:pathLst>
                <a:path w="252" h="236" extrusionOk="0">
                  <a:moveTo>
                    <a:pt x="123" y="1"/>
                  </a:moveTo>
                  <a:cubicBezTo>
                    <a:pt x="69" y="1"/>
                    <a:pt x="23" y="38"/>
                    <a:pt x="23" y="76"/>
                  </a:cubicBezTo>
                  <a:cubicBezTo>
                    <a:pt x="0" y="144"/>
                    <a:pt x="46" y="212"/>
                    <a:pt x="92" y="235"/>
                  </a:cubicBezTo>
                  <a:cubicBezTo>
                    <a:pt x="160" y="235"/>
                    <a:pt x="229" y="212"/>
                    <a:pt x="252" y="144"/>
                  </a:cubicBezTo>
                  <a:cubicBezTo>
                    <a:pt x="252" y="76"/>
                    <a:pt x="229" y="30"/>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8" name="Google Shape;4888;p26"/>
            <p:cNvSpPr/>
            <p:nvPr/>
          </p:nvSpPr>
          <p:spPr>
            <a:xfrm>
              <a:off x="6252575" y="1253050"/>
              <a:ext cx="9725" cy="8800"/>
            </a:xfrm>
            <a:custGeom>
              <a:avLst/>
              <a:gdLst/>
              <a:ahLst/>
              <a:cxnLst/>
              <a:rect l="l" t="t" r="r" b="b"/>
              <a:pathLst>
                <a:path w="389" h="352" extrusionOk="0">
                  <a:moveTo>
                    <a:pt x="193" y="0"/>
                  </a:moveTo>
                  <a:cubicBezTo>
                    <a:pt x="115" y="0"/>
                    <a:pt x="43" y="62"/>
                    <a:pt x="24" y="142"/>
                  </a:cubicBezTo>
                  <a:cubicBezTo>
                    <a:pt x="1" y="233"/>
                    <a:pt x="69" y="324"/>
                    <a:pt x="161" y="347"/>
                  </a:cubicBezTo>
                  <a:cubicBezTo>
                    <a:pt x="170" y="350"/>
                    <a:pt x="179" y="352"/>
                    <a:pt x="190" y="352"/>
                  </a:cubicBezTo>
                  <a:cubicBezTo>
                    <a:pt x="257" y="352"/>
                    <a:pt x="346" y="290"/>
                    <a:pt x="366" y="210"/>
                  </a:cubicBezTo>
                  <a:cubicBezTo>
                    <a:pt x="389" y="119"/>
                    <a:pt x="320" y="28"/>
                    <a:pt x="229" y="5"/>
                  </a:cubicBezTo>
                  <a:cubicBezTo>
                    <a:pt x="217" y="2"/>
                    <a:pt x="205" y="0"/>
                    <a:pt x="19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9" name="Google Shape;4889;p26"/>
            <p:cNvSpPr/>
            <p:nvPr/>
          </p:nvSpPr>
          <p:spPr>
            <a:xfrm>
              <a:off x="6334750" y="1376825"/>
              <a:ext cx="6875" cy="6450"/>
            </a:xfrm>
            <a:custGeom>
              <a:avLst/>
              <a:gdLst/>
              <a:ahLst/>
              <a:cxnLst/>
              <a:rect l="l" t="t" r="r" b="b"/>
              <a:pathLst>
                <a:path w="275" h="258" extrusionOk="0">
                  <a:moveTo>
                    <a:pt x="147" y="1"/>
                  </a:moveTo>
                  <a:cubicBezTo>
                    <a:pt x="92" y="1"/>
                    <a:pt x="42" y="42"/>
                    <a:pt x="23" y="98"/>
                  </a:cubicBezTo>
                  <a:cubicBezTo>
                    <a:pt x="1" y="167"/>
                    <a:pt x="46" y="235"/>
                    <a:pt x="115" y="258"/>
                  </a:cubicBezTo>
                  <a:cubicBezTo>
                    <a:pt x="183" y="258"/>
                    <a:pt x="252" y="235"/>
                    <a:pt x="252" y="167"/>
                  </a:cubicBezTo>
                  <a:cubicBezTo>
                    <a:pt x="274" y="98"/>
                    <a:pt x="229"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0" name="Google Shape;4890;p26"/>
            <p:cNvSpPr/>
            <p:nvPr/>
          </p:nvSpPr>
          <p:spPr>
            <a:xfrm>
              <a:off x="6214925" y="1197075"/>
              <a:ext cx="7425" cy="6600"/>
            </a:xfrm>
            <a:custGeom>
              <a:avLst/>
              <a:gdLst/>
              <a:ahLst/>
              <a:cxnLst/>
              <a:rect l="l" t="t" r="r" b="b"/>
              <a:pathLst>
                <a:path w="297" h="264" extrusionOk="0">
                  <a:moveTo>
                    <a:pt x="147" y="1"/>
                  </a:moveTo>
                  <a:cubicBezTo>
                    <a:pt x="92" y="1"/>
                    <a:pt x="42" y="42"/>
                    <a:pt x="23" y="98"/>
                  </a:cubicBezTo>
                  <a:cubicBezTo>
                    <a:pt x="0" y="167"/>
                    <a:pt x="46" y="235"/>
                    <a:pt x="114" y="258"/>
                  </a:cubicBezTo>
                  <a:cubicBezTo>
                    <a:pt x="127" y="262"/>
                    <a:pt x="139" y="264"/>
                    <a:pt x="151" y="264"/>
                  </a:cubicBezTo>
                  <a:cubicBezTo>
                    <a:pt x="206" y="264"/>
                    <a:pt x="255" y="223"/>
                    <a:pt x="274" y="167"/>
                  </a:cubicBezTo>
                  <a:cubicBezTo>
                    <a:pt x="297" y="98"/>
                    <a:pt x="251" y="30"/>
                    <a:pt x="183" y="7"/>
                  </a:cubicBezTo>
                  <a:cubicBezTo>
                    <a:pt x="171" y="3"/>
                    <a:pt x="159"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1" name="Google Shape;4891;p26"/>
            <p:cNvSpPr/>
            <p:nvPr/>
          </p:nvSpPr>
          <p:spPr>
            <a:xfrm>
              <a:off x="6338175" y="1347200"/>
              <a:ext cx="10875" cy="9950"/>
            </a:xfrm>
            <a:custGeom>
              <a:avLst/>
              <a:gdLst/>
              <a:ahLst/>
              <a:cxnLst/>
              <a:rect l="l" t="t" r="r" b="b"/>
              <a:pathLst>
                <a:path w="435" h="398" extrusionOk="0">
                  <a:moveTo>
                    <a:pt x="215" y="1"/>
                  </a:moveTo>
                  <a:cubicBezTo>
                    <a:pt x="132" y="1"/>
                    <a:pt x="43" y="65"/>
                    <a:pt x="23" y="165"/>
                  </a:cubicBezTo>
                  <a:cubicBezTo>
                    <a:pt x="1" y="256"/>
                    <a:pt x="69" y="370"/>
                    <a:pt x="160" y="393"/>
                  </a:cubicBezTo>
                  <a:cubicBezTo>
                    <a:pt x="175" y="396"/>
                    <a:pt x="190" y="397"/>
                    <a:pt x="204" y="397"/>
                  </a:cubicBezTo>
                  <a:cubicBezTo>
                    <a:pt x="298" y="397"/>
                    <a:pt x="372" y="335"/>
                    <a:pt x="411" y="256"/>
                  </a:cubicBezTo>
                  <a:cubicBezTo>
                    <a:pt x="434" y="142"/>
                    <a:pt x="366" y="51"/>
                    <a:pt x="252" y="5"/>
                  </a:cubicBezTo>
                  <a:cubicBezTo>
                    <a:pt x="240" y="2"/>
                    <a:pt x="228" y="1"/>
                    <a:pt x="21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2" name="Google Shape;4892;p26"/>
            <p:cNvSpPr/>
            <p:nvPr/>
          </p:nvSpPr>
          <p:spPr>
            <a:xfrm>
              <a:off x="6325050" y="1316925"/>
              <a:ext cx="7450" cy="7025"/>
            </a:xfrm>
            <a:custGeom>
              <a:avLst/>
              <a:gdLst/>
              <a:ahLst/>
              <a:cxnLst/>
              <a:rect l="l" t="t" r="r" b="b"/>
              <a:pathLst>
                <a:path w="298" h="281" extrusionOk="0">
                  <a:moveTo>
                    <a:pt x="147" y="0"/>
                  </a:moveTo>
                  <a:cubicBezTo>
                    <a:pt x="92" y="0"/>
                    <a:pt x="42" y="41"/>
                    <a:pt x="23" y="98"/>
                  </a:cubicBezTo>
                  <a:cubicBezTo>
                    <a:pt x="1" y="189"/>
                    <a:pt x="46" y="257"/>
                    <a:pt x="115" y="280"/>
                  </a:cubicBezTo>
                  <a:cubicBezTo>
                    <a:pt x="206" y="280"/>
                    <a:pt x="274" y="234"/>
                    <a:pt x="297" y="166"/>
                  </a:cubicBezTo>
                  <a:cubicBezTo>
                    <a:pt x="297" y="98"/>
                    <a:pt x="252"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3" name="Google Shape;4893;p26"/>
            <p:cNvSpPr/>
            <p:nvPr/>
          </p:nvSpPr>
          <p:spPr>
            <a:xfrm>
              <a:off x="6260575" y="1249625"/>
              <a:ext cx="8575" cy="7700"/>
            </a:xfrm>
            <a:custGeom>
              <a:avLst/>
              <a:gdLst/>
              <a:ahLst/>
              <a:cxnLst/>
              <a:rect l="l" t="t" r="r" b="b"/>
              <a:pathLst>
                <a:path w="343" h="308" extrusionOk="0">
                  <a:moveTo>
                    <a:pt x="177" y="0"/>
                  </a:moveTo>
                  <a:cubicBezTo>
                    <a:pt x="114" y="0"/>
                    <a:pt x="43" y="60"/>
                    <a:pt x="23" y="119"/>
                  </a:cubicBezTo>
                  <a:cubicBezTo>
                    <a:pt x="0" y="210"/>
                    <a:pt x="46" y="302"/>
                    <a:pt x="137" y="302"/>
                  </a:cubicBezTo>
                  <a:cubicBezTo>
                    <a:pt x="153" y="306"/>
                    <a:pt x="169" y="307"/>
                    <a:pt x="183" y="307"/>
                  </a:cubicBezTo>
                  <a:cubicBezTo>
                    <a:pt x="251" y="307"/>
                    <a:pt x="301" y="267"/>
                    <a:pt x="320" y="210"/>
                  </a:cubicBezTo>
                  <a:cubicBezTo>
                    <a:pt x="343" y="119"/>
                    <a:pt x="297" y="28"/>
                    <a:pt x="206" y="5"/>
                  </a:cubicBezTo>
                  <a:cubicBezTo>
                    <a:pt x="197" y="2"/>
                    <a:pt x="187" y="0"/>
                    <a:pt x="17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4" name="Google Shape;4894;p26"/>
            <p:cNvSpPr/>
            <p:nvPr/>
          </p:nvSpPr>
          <p:spPr>
            <a:xfrm>
              <a:off x="5614625" y="837725"/>
              <a:ext cx="8000" cy="7575"/>
            </a:xfrm>
            <a:custGeom>
              <a:avLst/>
              <a:gdLst/>
              <a:ahLst/>
              <a:cxnLst/>
              <a:rect l="l" t="t" r="r" b="b"/>
              <a:pathLst>
                <a:path w="320" h="303" extrusionOk="0">
                  <a:moveTo>
                    <a:pt x="183" y="1"/>
                  </a:moveTo>
                  <a:cubicBezTo>
                    <a:pt x="114" y="1"/>
                    <a:pt x="46" y="47"/>
                    <a:pt x="23" y="115"/>
                  </a:cubicBezTo>
                  <a:cubicBezTo>
                    <a:pt x="0" y="184"/>
                    <a:pt x="46" y="275"/>
                    <a:pt x="114" y="298"/>
                  </a:cubicBezTo>
                  <a:cubicBezTo>
                    <a:pt x="126" y="301"/>
                    <a:pt x="138" y="302"/>
                    <a:pt x="150" y="302"/>
                  </a:cubicBezTo>
                  <a:cubicBezTo>
                    <a:pt x="223" y="302"/>
                    <a:pt x="277" y="243"/>
                    <a:pt x="297" y="184"/>
                  </a:cubicBezTo>
                  <a:cubicBezTo>
                    <a:pt x="320" y="115"/>
                    <a:pt x="274" y="24"/>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5" name="Google Shape;4895;p26"/>
            <p:cNvSpPr/>
            <p:nvPr/>
          </p:nvSpPr>
          <p:spPr>
            <a:xfrm>
              <a:off x="5655700" y="1408000"/>
              <a:ext cx="11425" cy="10200"/>
            </a:xfrm>
            <a:custGeom>
              <a:avLst/>
              <a:gdLst/>
              <a:ahLst/>
              <a:cxnLst/>
              <a:rect l="l" t="t" r="r" b="b"/>
              <a:pathLst>
                <a:path w="457" h="408" extrusionOk="0">
                  <a:moveTo>
                    <a:pt x="202" y="1"/>
                  </a:moveTo>
                  <a:cubicBezTo>
                    <a:pt x="116" y="1"/>
                    <a:pt x="41" y="62"/>
                    <a:pt x="23" y="152"/>
                  </a:cubicBezTo>
                  <a:cubicBezTo>
                    <a:pt x="0" y="266"/>
                    <a:pt x="69" y="380"/>
                    <a:pt x="183" y="403"/>
                  </a:cubicBezTo>
                  <a:cubicBezTo>
                    <a:pt x="195" y="406"/>
                    <a:pt x="207" y="408"/>
                    <a:pt x="220" y="408"/>
                  </a:cubicBezTo>
                  <a:cubicBezTo>
                    <a:pt x="303" y="408"/>
                    <a:pt x="391" y="346"/>
                    <a:pt x="411" y="266"/>
                  </a:cubicBezTo>
                  <a:cubicBezTo>
                    <a:pt x="457" y="152"/>
                    <a:pt x="388" y="38"/>
                    <a:pt x="274" y="15"/>
                  </a:cubicBezTo>
                  <a:cubicBezTo>
                    <a:pt x="250" y="5"/>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6" name="Google Shape;4896;p26"/>
            <p:cNvSpPr/>
            <p:nvPr/>
          </p:nvSpPr>
          <p:spPr>
            <a:xfrm>
              <a:off x="5660825" y="1394525"/>
              <a:ext cx="9175" cy="8300"/>
            </a:xfrm>
            <a:custGeom>
              <a:avLst/>
              <a:gdLst/>
              <a:ahLst/>
              <a:cxnLst/>
              <a:rect l="l" t="t" r="r" b="b"/>
              <a:pathLst>
                <a:path w="367" h="332" extrusionOk="0">
                  <a:moveTo>
                    <a:pt x="182" y="1"/>
                  </a:moveTo>
                  <a:cubicBezTo>
                    <a:pt x="109" y="1"/>
                    <a:pt x="43" y="45"/>
                    <a:pt x="24" y="121"/>
                  </a:cubicBezTo>
                  <a:cubicBezTo>
                    <a:pt x="1" y="212"/>
                    <a:pt x="47" y="303"/>
                    <a:pt x="138" y="326"/>
                  </a:cubicBezTo>
                  <a:cubicBezTo>
                    <a:pt x="154" y="330"/>
                    <a:pt x="169" y="332"/>
                    <a:pt x="184" y="332"/>
                  </a:cubicBezTo>
                  <a:cubicBezTo>
                    <a:pt x="258" y="332"/>
                    <a:pt x="324" y="288"/>
                    <a:pt x="343" y="212"/>
                  </a:cubicBezTo>
                  <a:cubicBezTo>
                    <a:pt x="366" y="121"/>
                    <a:pt x="320" y="29"/>
                    <a:pt x="229" y="6"/>
                  </a:cubicBezTo>
                  <a:cubicBezTo>
                    <a:pt x="213" y="3"/>
                    <a:pt x="198" y="1"/>
                    <a:pt x="18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7" name="Google Shape;4897;p26"/>
            <p:cNvSpPr/>
            <p:nvPr/>
          </p:nvSpPr>
          <p:spPr>
            <a:xfrm>
              <a:off x="5673950" y="1387825"/>
              <a:ext cx="7450" cy="7025"/>
            </a:xfrm>
            <a:custGeom>
              <a:avLst/>
              <a:gdLst/>
              <a:ahLst/>
              <a:cxnLst/>
              <a:rect l="l" t="t" r="r" b="b"/>
              <a:pathLst>
                <a:path w="298" h="281" extrusionOk="0">
                  <a:moveTo>
                    <a:pt x="183" y="1"/>
                  </a:moveTo>
                  <a:cubicBezTo>
                    <a:pt x="115" y="1"/>
                    <a:pt x="24" y="46"/>
                    <a:pt x="1" y="115"/>
                  </a:cubicBezTo>
                  <a:cubicBezTo>
                    <a:pt x="1" y="183"/>
                    <a:pt x="47" y="274"/>
                    <a:pt x="115" y="274"/>
                  </a:cubicBezTo>
                  <a:cubicBezTo>
                    <a:pt x="127" y="278"/>
                    <a:pt x="140" y="280"/>
                    <a:pt x="153" y="280"/>
                  </a:cubicBezTo>
                  <a:cubicBezTo>
                    <a:pt x="213" y="280"/>
                    <a:pt x="275" y="239"/>
                    <a:pt x="275" y="183"/>
                  </a:cubicBezTo>
                  <a:cubicBezTo>
                    <a:pt x="298" y="115"/>
                    <a:pt x="252" y="23"/>
                    <a:pt x="18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8" name="Google Shape;4898;p26"/>
            <p:cNvSpPr/>
            <p:nvPr/>
          </p:nvSpPr>
          <p:spPr>
            <a:xfrm>
              <a:off x="5683650" y="1376425"/>
              <a:ext cx="8025" cy="7425"/>
            </a:xfrm>
            <a:custGeom>
              <a:avLst/>
              <a:gdLst/>
              <a:ahLst/>
              <a:cxnLst/>
              <a:rect l="l" t="t" r="r" b="b"/>
              <a:pathLst>
                <a:path w="321" h="297" extrusionOk="0">
                  <a:moveTo>
                    <a:pt x="184" y="0"/>
                  </a:moveTo>
                  <a:cubicBezTo>
                    <a:pt x="115" y="0"/>
                    <a:pt x="24" y="46"/>
                    <a:pt x="24" y="114"/>
                  </a:cubicBezTo>
                  <a:cubicBezTo>
                    <a:pt x="1" y="183"/>
                    <a:pt x="47" y="274"/>
                    <a:pt x="115" y="297"/>
                  </a:cubicBezTo>
                  <a:cubicBezTo>
                    <a:pt x="184" y="297"/>
                    <a:pt x="275" y="251"/>
                    <a:pt x="298" y="183"/>
                  </a:cubicBezTo>
                  <a:cubicBezTo>
                    <a:pt x="320" y="114"/>
                    <a:pt x="275" y="23"/>
                    <a:pt x="18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9" name="Google Shape;4899;p26"/>
            <p:cNvSpPr/>
            <p:nvPr/>
          </p:nvSpPr>
          <p:spPr>
            <a:xfrm>
              <a:off x="5882250" y="1540025"/>
              <a:ext cx="5725" cy="5475"/>
            </a:xfrm>
            <a:custGeom>
              <a:avLst/>
              <a:gdLst/>
              <a:ahLst/>
              <a:cxnLst/>
              <a:rect l="l" t="t" r="r" b="b"/>
              <a:pathLst>
                <a:path w="229" h="219" extrusionOk="0">
                  <a:moveTo>
                    <a:pt x="110" y="1"/>
                  </a:moveTo>
                  <a:cubicBezTo>
                    <a:pt x="69" y="1"/>
                    <a:pt x="23" y="38"/>
                    <a:pt x="23" y="75"/>
                  </a:cubicBezTo>
                  <a:cubicBezTo>
                    <a:pt x="0" y="144"/>
                    <a:pt x="46" y="189"/>
                    <a:pt x="91" y="212"/>
                  </a:cubicBezTo>
                  <a:cubicBezTo>
                    <a:pt x="100" y="217"/>
                    <a:pt x="109" y="218"/>
                    <a:pt x="118" y="218"/>
                  </a:cubicBezTo>
                  <a:cubicBezTo>
                    <a:pt x="160" y="218"/>
                    <a:pt x="206" y="181"/>
                    <a:pt x="206" y="144"/>
                  </a:cubicBezTo>
                  <a:cubicBezTo>
                    <a:pt x="228" y="75"/>
                    <a:pt x="206" y="30"/>
                    <a:pt x="137" y="7"/>
                  </a:cubicBezTo>
                  <a:cubicBezTo>
                    <a:pt x="129" y="3"/>
                    <a:pt x="120" y="1"/>
                    <a:pt x="1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0" name="Google Shape;4900;p26"/>
            <p:cNvSpPr/>
            <p:nvPr/>
          </p:nvSpPr>
          <p:spPr>
            <a:xfrm>
              <a:off x="6095650" y="988850"/>
              <a:ext cx="8600" cy="7700"/>
            </a:xfrm>
            <a:custGeom>
              <a:avLst/>
              <a:gdLst/>
              <a:ahLst/>
              <a:cxnLst/>
              <a:rect l="l" t="t" r="r" b="b"/>
              <a:pathLst>
                <a:path w="344" h="308" extrusionOk="0">
                  <a:moveTo>
                    <a:pt x="178" y="0"/>
                  </a:moveTo>
                  <a:cubicBezTo>
                    <a:pt x="114" y="0"/>
                    <a:pt x="43" y="60"/>
                    <a:pt x="24" y="119"/>
                  </a:cubicBezTo>
                  <a:cubicBezTo>
                    <a:pt x="1" y="210"/>
                    <a:pt x="46" y="301"/>
                    <a:pt x="138" y="301"/>
                  </a:cubicBezTo>
                  <a:cubicBezTo>
                    <a:pt x="154" y="305"/>
                    <a:pt x="169" y="307"/>
                    <a:pt x="184" y="307"/>
                  </a:cubicBezTo>
                  <a:cubicBezTo>
                    <a:pt x="252" y="307"/>
                    <a:pt x="302" y="266"/>
                    <a:pt x="320" y="210"/>
                  </a:cubicBezTo>
                  <a:cubicBezTo>
                    <a:pt x="343" y="119"/>
                    <a:pt x="297" y="28"/>
                    <a:pt x="206" y="5"/>
                  </a:cubicBezTo>
                  <a:cubicBezTo>
                    <a:pt x="197" y="2"/>
                    <a:pt x="187"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1" name="Google Shape;4901;p26"/>
            <p:cNvSpPr/>
            <p:nvPr/>
          </p:nvSpPr>
          <p:spPr>
            <a:xfrm>
              <a:off x="6099075" y="1000800"/>
              <a:ext cx="6875" cy="6025"/>
            </a:xfrm>
            <a:custGeom>
              <a:avLst/>
              <a:gdLst/>
              <a:ahLst/>
              <a:cxnLst/>
              <a:rect l="l" t="t" r="r" b="b"/>
              <a:pathLst>
                <a:path w="275" h="241" extrusionOk="0">
                  <a:moveTo>
                    <a:pt x="147" y="0"/>
                  </a:moveTo>
                  <a:cubicBezTo>
                    <a:pt x="92" y="0"/>
                    <a:pt x="42" y="41"/>
                    <a:pt x="24" y="97"/>
                  </a:cubicBezTo>
                  <a:cubicBezTo>
                    <a:pt x="1" y="166"/>
                    <a:pt x="46" y="234"/>
                    <a:pt x="115" y="234"/>
                  </a:cubicBezTo>
                  <a:cubicBezTo>
                    <a:pt x="127" y="238"/>
                    <a:pt x="139" y="240"/>
                    <a:pt x="151" y="240"/>
                  </a:cubicBezTo>
                  <a:cubicBezTo>
                    <a:pt x="205" y="240"/>
                    <a:pt x="252" y="199"/>
                    <a:pt x="252" y="143"/>
                  </a:cubicBezTo>
                  <a:cubicBezTo>
                    <a:pt x="275" y="97"/>
                    <a:pt x="229" y="29"/>
                    <a:pt x="183" y="6"/>
                  </a:cubicBezTo>
                  <a:cubicBezTo>
                    <a:pt x="171" y="2"/>
                    <a:pt x="159" y="0"/>
                    <a:pt x="1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2" name="Google Shape;4902;p26"/>
            <p:cNvSpPr/>
            <p:nvPr/>
          </p:nvSpPr>
          <p:spPr>
            <a:xfrm>
              <a:off x="6043725" y="1023400"/>
              <a:ext cx="11450" cy="10200"/>
            </a:xfrm>
            <a:custGeom>
              <a:avLst/>
              <a:gdLst/>
              <a:ahLst/>
              <a:cxnLst/>
              <a:rect l="l" t="t" r="r" b="b"/>
              <a:pathLst>
                <a:path w="458" h="408" extrusionOk="0">
                  <a:moveTo>
                    <a:pt x="214" y="1"/>
                  </a:moveTo>
                  <a:cubicBezTo>
                    <a:pt x="138" y="1"/>
                    <a:pt x="59" y="62"/>
                    <a:pt x="23" y="152"/>
                  </a:cubicBezTo>
                  <a:cubicBezTo>
                    <a:pt x="1" y="266"/>
                    <a:pt x="69" y="380"/>
                    <a:pt x="183" y="403"/>
                  </a:cubicBezTo>
                  <a:cubicBezTo>
                    <a:pt x="198" y="406"/>
                    <a:pt x="213" y="407"/>
                    <a:pt x="228" y="407"/>
                  </a:cubicBezTo>
                  <a:cubicBezTo>
                    <a:pt x="326" y="407"/>
                    <a:pt x="415" y="345"/>
                    <a:pt x="434" y="266"/>
                  </a:cubicBezTo>
                  <a:cubicBezTo>
                    <a:pt x="457" y="152"/>
                    <a:pt x="389" y="38"/>
                    <a:pt x="275" y="15"/>
                  </a:cubicBezTo>
                  <a:cubicBezTo>
                    <a:pt x="255" y="5"/>
                    <a:pt x="235" y="1"/>
                    <a:pt x="21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3" name="Google Shape;4903;p26"/>
            <p:cNvSpPr/>
            <p:nvPr/>
          </p:nvSpPr>
          <p:spPr>
            <a:xfrm>
              <a:off x="6072825" y="1003800"/>
              <a:ext cx="5725" cy="5725"/>
            </a:xfrm>
            <a:custGeom>
              <a:avLst/>
              <a:gdLst/>
              <a:ahLst/>
              <a:cxnLst/>
              <a:rect l="l" t="t" r="r" b="b"/>
              <a:pathLst>
                <a:path w="229" h="229" extrusionOk="0">
                  <a:moveTo>
                    <a:pt x="138" y="0"/>
                  </a:moveTo>
                  <a:cubicBezTo>
                    <a:pt x="69" y="0"/>
                    <a:pt x="24" y="23"/>
                    <a:pt x="1" y="91"/>
                  </a:cubicBezTo>
                  <a:cubicBezTo>
                    <a:pt x="1" y="137"/>
                    <a:pt x="24" y="206"/>
                    <a:pt x="92" y="228"/>
                  </a:cubicBezTo>
                  <a:cubicBezTo>
                    <a:pt x="138" y="228"/>
                    <a:pt x="206" y="206"/>
                    <a:pt x="206" y="137"/>
                  </a:cubicBezTo>
                  <a:cubicBezTo>
                    <a:pt x="229" y="91"/>
                    <a:pt x="206" y="23"/>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4" name="Google Shape;4904;p26"/>
            <p:cNvSpPr/>
            <p:nvPr/>
          </p:nvSpPr>
          <p:spPr>
            <a:xfrm>
              <a:off x="6714225" y="1160000"/>
              <a:ext cx="7450" cy="6600"/>
            </a:xfrm>
            <a:custGeom>
              <a:avLst/>
              <a:gdLst/>
              <a:ahLst/>
              <a:cxnLst/>
              <a:rect l="l" t="t" r="r" b="b"/>
              <a:pathLst>
                <a:path w="298" h="264" extrusionOk="0">
                  <a:moveTo>
                    <a:pt x="145" y="0"/>
                  </a:moveTo>
                  <a:cubicBezTo>
                    <a:pt x="85" y="0"/>
                    <a:pt x="23" y="41"/>
                    <a:pt x="23" y="98"/>
                  </a:cubicBezTo>
                  <a:cubicBezTo>
                    <a:pt x="0" y="166"/>
                    <a:pt x="46" y="257"/>
                    <a:pt x="115" y="257"/>
                  </a:cubicBezTo>
                  <a:cubicBezTo>
                    <a:pt x="127" y="261"/>
                    <a:pt x="140" y="263"/>
                    <a:pt x="152" y="263"/>
                  </a:cubicBezTo>
                  <a:cubicBezTo>
                    <a:pt x="212" y="263"/>
                    <a:pt x="274" y="222"/>
                    <a:pt x="274" y="166"/>
                  </a:cubicBezTo>
                  <a:cubicBezTo>
                    <a:pt x="297" y="98"/>
                    <a:pt x="251" y="6"/>
                    <a:pt x="183" y="6"/>
                  </a:cubicBezTo>
                  <a:cubicBezTo>
                    <a:pt x="171" y="2"/>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5" name="Google Shape;4905;p26"/>
            <p:cNvSpPr/>
            <p:nvPr/>
          </p:nvSpPr>
          <p:spPr>
            <a:xfrm>
              <a:off x="6736475" y="1128025"/>
              <a:ext cx="6300" cy="5900"/>
            </a:xfrm>
            <a:custGeom>
              <a:avLst/>
              <a:gdLst/>
              <a:ahLst/>
              <a:cxnLst/>
              <a:rect l="l" t="t" r="r" b="b"/>
              <a:pathLst>
                <a:path w="252" h="236" extrusionOk="0">
                  <a:moveTo>
                    <a:pt x="123" y="1"/>
                  </a:moveTo>
                  <a:cubicBezTo>
                    <a:pt x="69" y="1"/>
                    <a:pt x="23" y="38"/>
                    <a:pt x="23" y="76"/>
                  </a:cubicBezTo>
                  <a:cubicBezTo>
                    <a:pt x="1" y="144"/>
                    <a:pt x="46" y="212"/>
                    <a:pt x="92" y="235"/>
                  </a:cubicBezTo>
                  <a:cubicBezTo>
                    <a:pt x="160" y="235"/>
                    <a:pt x="229" y="212"/>
                    <a:pt x="252" y="144"/>
                  </a:cubicBezTo>
                  <a:cubicBezTo>
                    <a:pt x="252" y="76"/>
                    <a:pt x="229" y="7"/>
                    <a:pt x="160" y="7"/>
                  </a:cubicBezTo>
                  <a:cubicBezTo>
                    <a:pt x="148" y="3"/>
                    <a:pt x="135" y="1"/>
                    <a:pt x="1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6" name="Google Shape;4906;p26"/>
            <p:cNvSpPr/>
            <p:nvPr/>
          </p:nvSpPr>
          <p:spPr>
            <a:xfrm>
              <a:off x="5535875" y="1837025"/>
              <a:ext cx="8000" cy="6975"/>
            </a:xfrm>
            <a:custGeom>
              <a:avLst/>
              <a:gdLst/>
              <a:ahLst/>
              <a:cxnLst/>
              <a:rect l="l" t="t" r="r" b="b"/>
              <a:pathLst>
                <a:path w="320" h="279" extrusionOk="0">
                  <a:moveTo>
                    <a:pt x="149" y="0"/>
                  </a:moveTo>
                  <a:cubicBezTo>
                    <a:pt x="101" y="0"/>
                    <a:pt x="56" y="38"/>
                    <a:pt x="23" y="87"/>
                  </a:cubicBezTo>
                  <a:cubicBezTo>
                    <a:pt x="0" y="156"/>
                    <a:pt x="23" y="224"/>
                    <a:pt x="91" y="270"/>
                  </a:cubicBezTo>
                  <a:cubicBezTo>
                    <a:pt x="109" y="276"/>
                    <a:pt x="127" y="278"/>
                    <a:pt x="146" y="278"/>
                  </a:cubicBezTo>
                  <a:cubicBezTo>
                    <a:pt x="201" y="278"/>
                    <a:pt x="257" y="253"/>
                    <a:pt x="274" y="201"/>
                  </a:cubicBezTo>
                  <a:cubicBezTo>
                    <a:pt x="320" y="133"/>
                    <a:pt x="274" y="42"/>
                    <a:pt x="206" y="19"/>
                  </a:cubicBezTo>
                  <a:cubicBezTo>
                    <a:pt x="186" y="6"/>
                    <a:pt x="167" y="0"/>
                    <a:pt x="14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7" name="Google Shape;4907;p26"/>
            <p:cNvSpPr/>
            <p:nvPr/>
          </p:nvSpPr>
          <p:spPr>
            <a:xfrm>
              <a:off x="5753275" y="1807575"/>
              <a:ext cx="12000" cy="10400"/>
            </a:xfrm>
            <a:custGeom>
              <a:avLst/>
              <a:gdLst/>
              <a:ahLst/>
              <a:cxnLst/>
              <a:rect l="l" t="t" r="r" b="b"/>
              <a:pathLst>
                <a:path w="480" h="416" extrusionOk="0">
                  <a:moveTo>
                    <a:pt x="228" y="1"/>
                  </a:moveTo>
                  <a:cubicBezTo>
                    <a:pt x="160" y="1"/>
                    <a:pt x="93" y="47"/>
                    <a:pt x="46" y="124"/>
                  </a:cubicBezTo>
                  <a:cubicBezTo>
                    <a:pt x="1" y="215"/>
                    <a:pt x="46" y="352"/>
                    <a:pt x="160" y="398"/>
                  </a:cubicBezTo>
                  <a:cubicBezTo>
                    <a:pt x="185" y="410"/>
                    <a:pt x="211" y="416"/>
                    <a:pt x="237" y="416"/>
                  </a:cubicBezTo>
                  <a:cubicBezTo>
                    <a:pt x="310" y="416"/>
                    <a:pt x="384" y="374"/>
                    <a:pt x="434" y="307"/>
                  </a:cubicBezTo>
                  <a:cubicBezTo>
                    <a:pt x="480" y="193"/>
                    <a:pt x="434" y="78"/>
                    <a:pt x="320" y="33"/>
                  </a:cubicBezTo>
                  <a:cubicBezTo>
                    <a:pt x="291" y="11"/>
                    <a:pt x="259" y="1"/>
                    <a:pt x="2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26"/>
            <p:cNvSpPr/>
            <p:nvPr/>
          </p:nvSpPr>
          <p:spPr>
            <a:xfrm>
              <a:off x="5846850" y="1960850"/>
              <a:ext cx="9725" cy="8675"/>
            </a:xfrm>
            <a:custGeom>
              <a:avLst/>
              <a:gdLst/>
              <a:ahLst/>
              <a:cxnLst/>
              <a:rect l="l" t="t" r="r" b="b"/>
              <a:pathLst>
                <a:path w="389" h="347" extrusionOk="0">
                  <a:moveTo>
                    <a:pt x="195" y="1"/>
                  </a:moveTo>
                  <a:cubicBezTo>
                    <a:pt x="125" y="1"/>
                    <a:pt x="57" y="38"/>
                    <a:pt x="24" y="87"/>
                  </a:cubicBezTo>
                  <a:cubicBezTo>
                    <a:pt x="1" y="179"/>
                    <a:pt x="24" y="293"/>
                    <a:pt x="115" y="338"/>
                  </a:cubicBezTo>
                  <a:cubicBezTo>
                    <a:pt x="137" y="344"/>
                    <a:pt x="158" y="347"/>
                    <a:pt x="179" y="347"/>
                  </a:cubicBezTo>
                  <a:cubicBezTo>
                    <a:pt x="247" y="347"/>
                    <a:pt x="308" y="317"/>
                    <a:pt x="343" y="247"/>
                  </a:cubicBezTo>
                  <a:cubicBezTo>
                    <a:pt x="389" y="156"/>
                    <a:pt x="343" y="65"/>
                    <a:pt x="275" y="19"/>
                  </a:cubicBezTo>
                  <a:cubicBezTo>
                    <a:pt x="249" y="6"/>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26"/>
            <p:cNvSpPr/>
            <p:nvPr/>
          </p:nvSpPr>
          <p:spPr>
            <a:xfrm>
              <a:off x="5853150" y="1946600"/>
              <a:ext cx="10850" cy="9475"/>
            </a:xfrm>
            <a:custGeom>
              <a:avLst/>
              <a:gdLst/>
              <a:ahLst/>
              <a:cxnLst/>
              <a:rect l="l" t="t" r="r" b="b"/>
              <a:pathLst>
                <a:path w="434" h="379" extrusionOk="0">
                  <a:moveTo>
                    <a:pt x="220" y="0"/>
                  </a:moveTo>
                  <a:cubicBezTo>
                    <a:pt x="149" y="0"/>
                    <a:pt x="79" y="43"/>
                    <a:pt x="46" y="110"/>
                  </a:cubicBezTo>
                  <a:cubicBezTo>
                    <a:pt x="0" y="201"/>
                    <a:pt x="23" y="315"/>
                    <a:pt x="137" y="361"/>
                  </a:cubicBezTo>
                  <a:cubicBezTo>
                    <a:pt x="161" y="373"/>
                    <a:pt x="188" y="379"/>
                    <a:pt x="214" y="379"/>
                  </a:cubicBezTo>
                  <a:cubicBezTo>
                    <a:pt x="285" y="379"/>
                    <a:pt x="355" y="336"/>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26"/>
            <p:cNvSpPr/>
            <p:nvPr/>
          </p:nvSpPr>
          <p:spPr>
            <a:xfrm>
              <a:off x="5867400" y="1956850"/>
              <a:ext cx="9150" cy="7900"/>
            </a:xfrm>
            <a:custGeom>
              <a:avLst/>
              <a:gdLst/>
              <a:ahLst/>
              <a:cxnLst/>
              <a:rect l="l" t="t" r="r" b="b"/>
              <a:pathLst>
                <a:path w="366" h="316" extrusionOk="0">
                  <a:moveTo>
                    <a:pt x="176" y="1"/>
                  </a:moveTo>
                  <a:cubicBezTo>
                    <a:pt x="113" y="1"/>
                    <a:pt x="56" y="38"/>
                    <a:pt x="23" y="88"/>
                  </a:cubicBezTo>
                  <a:cubicBezTo>
                    <a:pt x="1" y="179"/>
                    <a:pt x="23" y="270"/>
                    <a:pt x="115" y="293"/>
                  </a:cubicBezTo>
                  <a:cubicBezTo>
                    <a:pt x="138" y="308"/>
                    <a:pt x="163" y="316"/>
                    <a:pt x="188" y="316"/>
                  </a:cubicBezTo>
                  <a:cubicBezTo>
                    <a:pt x="239" y="316"/>
                    <a:pt x="290" y="285"/>
                    <a:pt x="320" y="225"/>
                  </a:cubicBezTo>
                  <a:cubicBezTo>
                    <a:pt x="366" y="156"/>
                    <a:pt x="320" y="65"/>
                    <a:pt x="252" y="19"/>
                  </a:cubicBezTo>
                  <a:cubicBezTo>
                    <a:pt x="226" y="6"/>
                    <a:pt x="201" y="1"/>
                    <a:pt x="17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1" name="Google Shape;4911;p26"/>
            <p:cNvSpPr/>
            <p:nvPr/>
          </p:nvSpPr>
          <p:spPr>
            <a:xfrm>
              <a:off x="6384975" y="1916925"/>
              <a:ext cx="9725" cy="8675"/>
            </a:xfrm>
            <a:custGeom>
              <a:avLst/>
              <a:gdLst/>
              <a:ahLst/>
              <a:cxnLst/>
              <a:rect l="l" t="t" r="r" b="b"/>
              <a:pathLst>
                <a:path w="389" h="347" extrusionOk="0">
                  <a:moveTo>
                    <a:pt x="199" y="0"/>
                  </a:moveTo>
                  <a:cubicBezTo>
                    <a:pt x="135" y="0"/>
                    <a:pt x="79" y="38"/>
                    <a:pt x="46" y="87"/>
                  </a:cubicBezTo>
                  <a:cubicBezTo>
                    <a:pt x="0" y="178"/>
                    <a:pt x="46" y="292"/>
                    <a:pt x="114" y="338"/>
                  </a:cubicBezTo>
                  <a:cubicBezTo>
                    <a:pt x="136" y="343"/>
                    <a:pt x="159" y="346"/>
                    <a:pt x="181" y="346"/>
                  </a:cubicBezTo>
                  <a:cubicBezTo>
                    <a:pt x="254" y="346"/>
                    <a:pt x="325" y="316"/>
                    <a:pt x="343" y="247"/>
                  </a:cubicBezTo>
                  <a:cubicBezTo>
                    <a:pt x="388" y="155"/>
                    <a:pt x="365" y="64"/>
                    <a:pt x="274" y="18"/>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26"/>
            <p:cNvSpPr/>
            <p:nvPr/>
          </p:nvSpPr>
          <p:spPr>
            <a:xfrm>
              <a:off x="5665975" y="1677500"/>
              <a:ext cx="7450" cy="6150"/>
            </a:xfrm>
            <a:custGeom>
              <a:avLst/>
              <a:gdLst/>
              <a:ahLst/>
              <a:cxnLst/>
              <a:rect l="l" t="t" r="r" b="b"/>
              <a:pathLst>
                <a:path w="298" h="246" extrusionOk="0">
                  <a:moveTo>
                    <a:pt x="155" y="0"/>
                  </a:moveTo>
                  <a:cubicBezTo>
                    <a:pt x="106" y="0"/>
                    <a:pt x="63" y="26"/>
                    <a:pt x="46" y="77"/>
                  </a:cubicBezTo>
                  <a:cubicBezTo>
                    <a:pt x="0" y="123"/>
                    <a:pt x="23" y="191"/>
                    <a:pt x="92" y="237"/>
                  </a:cubicBezTo>
                  <a:cubicBezTo>
                    <a:pt x="109" y="243"/>
                    <a:pt x="126" y="246"/>
                    <a:pt x="142" y="246"/>
                  </a:cubicBezTo>
                  <a:cubicBezTo>
                    <a:pt x="191" y="246"/>
                    <a:pt x="234" y="220"/>
                    <a:pt x="251" y="169"/>
                  </a:cubicBezTo>
                  <a:cubicBezTo>
                    <a:pt x="297" y="123"/>
                    <a:pt x="251" y="32"/>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3" name="Google Shape;4913;p26"/>
            <p:cNvSpPr/>
            <p:nvPr/>
          </p:nvSpPr>
          <p:spPr>
            <a:xfrm>
              <a:off x="5416600" y="1791950"/>
              <a:ext cx="8025" cy="6975"/>
            </a:xfrm>
            <a:custGeom>
              <a:avLst/>
              <a:gdLst/>
              <a:ahLst/>
              <a:cxnLst/>
              <a:rect l="l" t="t" r="r" b="b"/>
              <a:pathLst>
                <a:path w="321" h="279" extrusionOk="0">
                  <a:moveTo>
                    <a:pt x="168" y="0"/>
                  </a:moveTo>
                  <a:cubicBezTo>
                    <a:pt x="115" y="0"/>
                    <a:pt x="63" y="38"/>
                    <a:pt x="46" y="87"/>
                  </a:cubicBezTo>
                  <a:cubicBezTo>
                    <a:pt x="1" y="156"/>
                    <a:pt x="23" y="224"/>
                    <a:pt x="92" y="270"/>
                  </a:cubicBezTo>
                  <a:cubicBezTo>
                    <a:pt x="109" y="275"/>
                    <a:pt x="128" y="278"/>
                    <a:pt x="146" y="278"/>
                  </a:cubicBezTo>
                  <a:cubicBezTo>
                    <a:pt x="202" y="278"/>
                    <a:pt x="257" y="253"/>
                    <a:pt x="275" y="201"/>
                  </a:cubicBezTo>
                  <a:cubicBezTo>
                    <a:pt x="320" y="133"/>
                    <a:pt x="297" y="41"/>
                    <a:pt x="229" y="19"/>
                  </a:cubicBezTo>
                  <a:cubicBezTo>
                    <a:pt x="210" y="6"/>
                    <a:pt x="189" y="0"/>
                    <a:pt x="16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4" name="Google Shape;4914;p26"/>
            <p:cNvSpPr/>
            <p:nvPr/>
          </p:nvSpPr>
          <p:spPr>
            <a:xfrm>
              <a:off x="5527300" y="1623050"/>
              <a:ext cx="11450" cy="10050"/>
            </a:xfrm>
            <a:custGeom>
              <a:avLst/>
              <a:gdLst/>
              <a:ahLst/>
              <a:cxnLst/>
              <a:rect l="l" t="t" r="r" b="b"/>
              <a:pathLst>
                <a:path w="458" h="402" extrusionOk="0">
                  <a:moveTo>
                    <a:pt x="240" y="0"/>
                  </a:moveTo>
                  <a:cubicBezTo>
                    <a:pt x="162" y="0"/>
                    <a:pt x="80" y="43"/>
                    <a:pt x="46" y="110"/>
                  </a:cubicBezTo>
                  <a:cubicBezTo>
                    <a:pt x="1" y="201"/>
                    <a:pt x="46" y="338"/>
                    <a:pt x="138" y="384"/>
                  </a:cubicBezTo>
                  <a:cubicBezTo>
                    <a:pt x="168" y="396"/>
                    <a:pt x="199" y="401"/>
                    <a:pt x="228" y="401"/>
                  </a:cubicBezTo>
                  <a:cubicBezTo>
                    <a:pt x="308" y="401"/>
                    <a:pt x="378" y="359"/>
                    <a:pt x="412" y="292"/>
                  </a:cubicBezTo>
                  <a:cubicBezTo>
                    <a:pt x="457" y="178"/>
                    <a:pt x="412" y="64"/>
                    <a:pt x="320" y="18"/>
                  </a:cubicBezTo>
                  <a:cubicBezTo>
                    <a:pt x="296" y="6"/>
                    <a:pt x="268" y="0"/>
                    <a:pt x="24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5" name="Google Shape;4915;p26"/>
            <p:cNvSpPr/>
            <p:nvPr/>
          </p:nvSpPr>
          <p:spPr>
            <a:xfrm>
              <a:off x="5461675" y="1860425"/>
              <a:ext cx="10300" cy="8925"/>
            </a:xfrm>
            <a:custGeom>
              <a:avLst/>
              <a:gdLst/>
              <a:ahLst/>
              <a:cxnLst/>
              <a:rect l="l" t="t" r="r" b="b"/>
              <a:pathLst>
                <a:path w="412" h="357" extrusionOk="0">
                  <a:moveTo>
                    <a:pt x="221" y="1"/>
                  </a:moveTo>
                  <a:cubicBezTo>
                    <a:pt x="150" y="1"/>
                    <a:pt x="80" y="43"/>
                    <a:pt x="47" y="110"/>
                  </a:cubicBezTo>
                  <a:cubicBezTo>
                    <a:pt x="1" y="178"/>
                    <a:pt x="47" y="293"/>
                    <a:pt x="138" y="338"/>
                  </a:cubicBezTo>
                  <a:cubicBezTo>
                    <a:pt x="162" y="350"/>
                    <a:pt x="188" y="356"/>
                    <a:pt x="214" y="356"/>
                  </a:cubicBezTo>
                  <a:cubicBezTo>
                    <a:pt x="284" y="356"/>
                    <a:pt x="349" y="314"/>
                    <a:pt x="366" y="247"/>
                  </a:cubicBezTo>
                  <a:cubicBezTo>
                    <a:pt x="412"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6" name="Google Shape;4916;p26"/>
            <p:cNvSpPr/>
            <p:nvPr/>
          </p:nvSpPr>
          <p:spPr>
            <a:xfrm>
              <a:off x="5465675" y="1813075"/>
              <a:ext cx="11450" cy="10050"/>
            </a:xfrm>
            <a:custGeom>
              <a:avLst/>
              <a:gdLst/>
              <a:ahLst/>
              <a:cxnLst/>
              <a:rect l="l" t="t" r="r" b="b"/>
              <a:pathLst>
                <a:path w="458" h="402" extrusionOk="0">
                  <a:moveTo>
                    <a:pt x="230" y="0"/>
                  </a:moveTo>
                  <a:cubicBezTo>
                    <a:pt x="150" y="0"/>
                    <a:pt x="80" y="43"/>
                    <a:pt x="46" y="109"/>
                  </a:cubicBezTo>
                  <a:cubicBezTo>
                    <a:pt x="1" y="201"/>
                    <a:pt x="46" y="338"/>
                    <a:pt x="138" y="383"/>
                  </a:cubicBezTo>
                  <a:cubicBezTo>
                    <a:pt x="162" y="396"/>
                    <a:pt x="190" y="401"/>
                    <a:pt x="218" y="401"/>
                  </a:cubicBezTo>
                  <a:cubicBezTo>
                    <a:pt x="296" y="401"/>
                    <a:pt x="378" y="359"/>
                    <a:pt x="411" y="292"/>
                  </a:cubicBezTo>
                  <a:cubicBezTo>
                    <a:pt x="457" y="178"/>
                    <a:pt x="411" y="64"/>
                    <a:pt x="320" y="18"/>
                  </a:cubicBezTo>
                  <a:cubicBezTo>
                    <a:pt x="290" y="6"/>
                    <a:pt x="259"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7" name="Google Shape;4917;p26"/>
            <p:cNvSpPr/>
            <p:nvPr/>
          </p:nvSpPr>
          <p:spPr>
            <a:xfrm>
              <a:off x="5555275" y="1755875"/>
              <a:ext cx="9725" cy="8600"/>
            </a:xfrm>
            <a:custGeom>
              <a:avLst/>
              <a:gdLst/>
              <a:ahLst/>
              <a:cxnLst/>
              <a:rect l="l" t="t" r="r" b="b"/>
              <a:pathLst>
                <a:path w="389" h="344" extrusionOk="0">
                  <a:moveTo>
                    <a:pt x="172" y="1"/>
                  </a:moveTo>
                  <a:cubicBezTo>
                    <a:pt x="114" y="1"/>
                    <a:pt x="53" y="31"/>
                    <a:pt x="23" y="92"/>
                  </a:cubicBezTo>
                  <a:cubicBezTo>
                    <a:pt x="0" y="183"/>
                    <a:pt x="23" y="298"/>
                    <a:pt x="114" y="320"/>
                  </a:cubicBezTo>
                  <a:cubicBezTo>
                    <a:pt x="145" y="336"/>
                    <a:pt x="175" y="343"/>
                    <a:pt x="204" y="343"/>
                  </a:cubicBezTo>
                  <a:cubicBezTo>
                    <a:pt x="261" y="343"/>
                    <a:pt x="312" y="313"/>
                    <a:pt x="343" y="252"/>
                  </a:cubicBezTo>
                  <a:cubicBezTo>
                    <a:pt x="388" y="161"/>
                    <a:pt x="343" y="69"/>
                    <a:pt x="251" y="24"/>
                  </a:cubicBezTo>
                  <a:cubicBezTo>
                    <a:pt x="228"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8" name="Google Shape;4918;p26"/>
            <p:cNvSpPr/>
            <p:nvPr/>
          </p:nvSpPr>
          <p:spPr>
            <a:xfrm>
              <a:off x="5503900" y="1639575"/>
              <a:ext cx="9725" cy="8475"/>
            </a:xfrm>
            <a:custGeom>
              <a:avLst/>
              <a:gdLst/>
              <a:ahLst/>
              <a:cxnLst/>
              <a:rect l="l" t="t" r="r" b="b"/>
              <a:pathLst>
                <a:path w="389" h="339" extrusionOk="0">
                  <a:moveTo>
                    <a:pt x="186" y="1"/>
                  </a:moveTo>
                  <a:cubicBezTo>
                    <a:pt x="125" y="1"/>
                    <a:pt x="57" y="38"/>
                    <a:pt x="24" y="88"/>
                  </a:cubicBezTo>
                  <a:cubicBezTo>
                    <a:pt x="1" y="179"/>
                    <a:pt x="24" y="293"/>
                    <a:pt x="115" y="316"/>
                  </a:cubicBezTo>
                  <a:cubicBezTo>
                    <a:pt x="138" y="331"/>
                    <a:pt x="166" y="339"/>
                    <a:pt x="195" y="339"/>
                  </a:cubicBezTo>
                  <a:cubicBezTo>
                    <a:pt x="252" y="339"/>
                    <a:pt x="313" y="308"/>
                    <a:pt x="343" y="248"/>
                  </a:cubicBezTo>
                  <a:cubicBezTo>
                    <a:pt x="389" y="156"/>
                    <a:pt x="343" y="65"/>
                    <a:pt x="252" y="19"/>
                  </a:cubicBezTo>
                  <a:cubicBezTo>
                    <a:pt x="233" y="7"/>
                    <a:pt x="210" y="1"/>
                    <a:pt x="18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9" name="Google Shape;4919;p26"/>
            <p:cNvSpPr/>
            <p:nvPr/>
          </p:nvSpPr>
          <p:spPr>
            <a:xfrm>
              <a:off x="5700775" y="1631850"/>
              <a:ext cx="7450" cy="6525"/>
            </a:xfrm>
            <a:custGeom>
              <a:avLst/>
              <a:gdLst/>
              <a:ahLst/>
              <a:cxnLst/>
              <a:rect l="l" t="t" r="r" b="b"/>
              <a:pathLst>
                <a:path w="298" h="261" extrusionOk="0">
                  <a:moveTo>
                    <a:pt x="155" y="0"/>
                  </a:moveTo>
                  <a:cubicBezTo>
                    <a:pt x="105" y="0"/>
                    <a:pt x="58" y="26"/>
                    <a:pt x="23" y="77"/>
                  </a:cubicBezTo>
                  <a:cubicBezTo>
                    <a:pt x="1" y="146"/>
                    <a:pt x="23" y="214"/>
                    <a:pt x="92" y="237"/>
                  </a:cubicBezTo>
                  <a:cubicBezTo>
                    <a:pt x="116" y="253"/>
                    <a:pt x="140" y="261"/>
                    <a:pt x="163" y="261"/>
                  </a:cubicBezTo>
                  <a:cubicBezTo>
                    <a:pt x="203" y="261"/>
                    <a:pt x="237" y="236"/>
                    <a:pt x="252" y="191"/>
                  </a:cubicBezTo>
                  <a:cubicBezTo>
                    <a:pt x="297" y="123"/>
                    <a:pt x="275" y="54"/>
                    <a:pt x="206" y="9"/>
                  </a:cubicBezTo>
                  <a:cubicBezTo>
                    <a:pt x="189" y="3"/>
                    <a:pt x="172"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0" name="Google Shape;4920;p26"/>
            <p:cNvSpPr/>
            <p:nvPr/>
          </p:nvSpPr>
          <p:spPr>
            <a:xfrm>
              <a:off x="5455400" y="1698275"/>
              <a:ext cx="10875" cy="9575"/>
            </a:xfrm>
            <a:custGeom>
              <a:avLst/>
              <a:gdLst/>
              <a:ahLst/>
              <a:cxnLst/>
              <a:rect l="l" t="t" r="r" b="b"/>
              <a:pathLst>
                <a:path w="435" h="383" extrusionOk="0">
                  <a:moveTo>
                    <a:pt x="207" y="0"/>
                  </a:moveTo>
                  <a:cubicBezTo>
                    <a:pt x="141" y="0"/>
                    <a:pt x="78" y="36"/>
                    <a:pt x="46" y="114"/>
                  </a:cubicBezTo>
                  <a:cubicBezTo>
                    <a:pt x="1" y="205"/>
                    <a:pt x="46" y="319"/>
                    <a:pt x="138" y="365"/>
                  </a:cubicBezTo>
                  <a:cubicBezTo>
                    <a:pt x="162" y="377"/>
                    <a:pt x="188" y="383"/>
                    <a:pt x="214" y="383"/>
                  </a:cubicBezTo>
                  <a:cubicBezTo>
                    <a:pt x="285" y="383"/>
                    <a:pt x="355" y="340"/>
                    <a:pt x="389" y="273"/>
                  </a:cubicBezTo>
                  <a:cubicBezTo>
                    <a:pt x="434" y="182"/>
                    <a:pt x="412" y="68"/>
                    <a:pt x="298" y="22"/>
                  </a:cubicBezTo>
                  <a:cubicBezTo>
                    <a:pt x="269" y="8"/>
                    <a:pt x="237"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1" name="Google Shape;4921;p26"/>
            <p:cNvSpPr/>
            <p:nvPr/>
          </p:nvSpPr>
          <p:spPr>
            <a:xfrm>
              <a:off x="5660275" y="1668550"/>
              <a:ext cx="8000" cy="7125"/>
            </a:xfrm>
            <a:custGeom>
              <a:avLst/>
              <a:gdLst/>
              <a:ahLst/>
              <a:cxnLst/>
              <a:rect l="l" t="t" r="r" b="b"/>
              <a:pathLst>
                <a:path w="320" h="285" extrusionOk="0">
                  <a:moveTo>
                    <a:pt x="150" y="1"/>
                  </a:moveTo>
                  <a:cubicBezTo>
                    <a:pt x="101" y="1"/>
                    <a:pt x="52" y="26"/>
                    <a:pt x="23" y="70"/>
                  </a:cubicBezTo>
                  <a:cubicBezTo>
                    <a:pt x="0" y="161"/>
                    <a:pt x="23" y="230"/>
                    <a:pt x="91" y="275"/>
                  </a:cubicBezTo>
                  <a:cubicBezTo>
                    <a:pt x="108" y="281"/>
                    <a:pt x="127" y="284"/>
                    <a:pt x="146" y="284"/>
                  </a:cubicBezTo>
                  <a:cubicBezTo>
                    <a:pt x="203" y="284"/>
                    <a:pt x="263" y="258"/>
                    <a:pt x="297" y="207"/>
                  </a:cubicBezTo>
                  <a:cubicBezTo>
                    <a:pt x="320" y="139"/>
                    <a:pt x="297" y="47"/>
                    <a:pt x="228" y="24"/>
                  </a:cubicBezTo>
                  <a:cubicBezTo>
                    <a:pt x="204" y="8"/>
                    <a:pt x="177" y="1"/>
                    <a:pt x="15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2" name="Google Shape;4922;p26"/>
            <p:cNvSpPr/>
            <p:nvPr/>
          </p:nvSpPr>
          <p:spPr>
            <a:xfrm>
              <a:off x="6747325" y="1892825"/>
              <a:ext cx="10850" cy="9175"/>
            </a:xfrm>
            <a:custGeom>
              <a:avLst/>
              <a:gdLst/>
              <a:ahLst/>
              <a:cxnLst/>
              <a:rect l="l" t="t" r="r" b="b"/>
              <a:pathLst>
                <a:path w="434" h="367" extrusionOk="0">
                  <a:moveTo>
                    <a:pt x="201" y="1"/>
                  </a:moveTo>
                  <a:cubicBezTo>
                    <a:pt x="137" y="1"/>
                    <a:pt x="76" y="31"/>
                    <a:pt x="46" y="92"/>
                  </a:cubicBezTo>
                  <a:cubicBezTo>
                    <a:pt x="0" y="184"/>
                    <a:pt x="23" y="298"/>
                    <a:pt x="137" y="343"/>
                  </a:cubicBezTo>
                  <a:cubicBezTo>
                    <a:pt x="168" y="358"/>
                    <a:pt x="201" y="366"/>
                    <a:pt x="233" y="366"/>
                  </a:cubicBezTo>
                  <a:cubicBezTo>
                    <a:pt x="297" y="366"/>
                    <a:pt x="358" y="336"/>
                    <a:pt x="388" y="275"/>
                  </a:cubicBezTo>
                  <a:cubicBezTo>
                    <a:pt x="434" y="161"/>
                    <a:pt x="388" y="69"/>
                    <a:pt x="297" y="24"/>
                  </a:cubicBezTo>
                  <a:cubicBezTo>
                    <a:pt x="267" y="9"/>
                    <a:pt x="234" y="1"/>
                    <a:pt x="20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3" name="Google Shape;4923;p26"/>
            <p:cNvSpPr/>
            <p:nvPr/>
          </p:nvSpPr>
          <p:spPr>
            <a:xfrm>
              <a:off x="5404050" y="1840450"/>
              <a:ext cx="12000" cy="10175"/>
            </a:xfrm>
            <a:custGeom>
              <a:avLst/>
              <a:gdLst/>
              <a:ahLst/>
              <a:cxnLst/>
              <a:rect l="l" t="t" r="r" b="b"/>
              <a:pathLst>
                <a:path w="480" h="407" extrusionOk="0">
                  <a:moveTo>
                    <a:pt x="252" y="1"/>
                  </a:moveTo>
                  <a:cubicBezTo>
                    <a:pt x="171" y="1"/>
                    <a:pt x="96" y="43"/>
                    <a:pt x="46" y="110"/>
                  </a:cubicBezTo>
                  <a:cubicBezTo>
                    <a:pt x="0" y="224"/>
                    <a:pt x="46" y="338"/>
                    <a:pt x="160" y="384"/>
                  </a:cubicBezTo>
                  <a:cubicBezTo>
                    <a:pt x="189" y="398"/>
                    <a:pt x="223" y="406"/>
                    <a:pt x="256" y="406"/>
                  </a:cubicBezTo>
                  <a:cubicBezTo>
                    <a:pt x="329" y="406"/>
                    <a:pt x="403" y="371"/>
                    <a:pt x="434" y="293"/>
                  </a:cubicBezTo>
                  <a:cubicBezTo>
                    <a:pt x="480" y="201"/>
                    <a:pt x="434" y="64"/>
                    <a:pt x="343" y="19"/>
                  </a:cubicBezTo>
                  <a:cubicBezTo>
                    <a:pt x="312" y="7"/>
                    <a:pt x="282" y="1"/>
                    <a:pt x="2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4" name="Google Shape;4924;p26"/>
            <p:cNvSpPr/>
            <p:nvPr/>
          </p:nvSpPr>
          <p:spPr>
            <a:xfrm>
              <a:off x="5437725" y="1862025"/>
              <a:ext cx="8000" cy="5725"/>
            </a:xfrm>
            <a:custGeom>
              <a:avLst/>
              <a:gdLst/>
              <a:ahLst/>
              <a:cxnLst/>
              <a:rect l="l" t="t" r="r" b="b"/>
              <a:pathLst>
                <a:path w="320" h="229" extrusionOk="0">
                  <a:moveTo>
                    <a:pt x="127" y="0"/>
                  </a:moveTo>
                  <a:cubicBezTo>
                    <a:pt x="71" y="0"/>
                    <a:pt x="15" y="31"/>
                    <a:pt x="0" y="92"/>
                  </a:cubicBezTo>
                  <a:lnTo>
                    <a:pt x="297" y="229"/>
                  </a:lnTo>
                  <a:cubicBezTo>
                    <a:pt x="320" y="160"/>
                    <a:pt x="297" y="46"/>
                    <a:pt x="206" y="23"/>
                  </a:cubicBezTo>
                  <a:cubicBezTo>
                    <a:pt x="183" y="8"/>
                    <a:pt x="155" y="0"/>
                    <a:pt x="12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5" name="Google Shape;4925;p26"/>
            <p:cNvSpPr/>
            <p:nvPr/>
          </p:nvSpPr>
          <p:spPr>
            <a:xfrm>
              <a:off x="5393200" y="1309200"/>
              <a:ext cx="10300" cy="9250"/>
            </a:xfrm>
            <a:custGeom>
              <a:avLst/>
              <a:gdLst/>
              <a:ahLst/>
              <a:cxnLst/>
              <a:rect l="l" t="t" r="r" b="b"/>
              <a:pathLst>
                <a:path w="412" h="370" extrusionOk="0">
                  <a:moveTo>
                    <a:pt x="221" y="1"/>
                  </a:moveTo>
                  <a:cubicBezTo>
                    <a:pt x="150" y="1"/>
                    <a:pt x="80" y="43"/>
                    <a:pt x="46" y="110"/>
                  </a:cubicBezTo>
                  <a:cubicBezTo>
                    <a:pt x="1" y="201"/>
                    <a:pt x="46" y="315"/>
                    <a:pt x="138" y="361"/>
                  </a:cubicBezTo>
                  <a:cubicBezTo>
                    <a:pt x="159" y="366"/>
                    <a:pt x="181" y="369"/>
                    <a:pt x="202" y="369"/>
                  </a:cubicBezTo>
                  <a:cubicBezTo>
                    <a:pt x="270" y="369"/>
                    <a:pt x="331" y="339"/>
                    <a:pt x="366" y="270"/>
                  </a:cubicBezTo>
                  <a:cubicBezTo>
                    <a:pt x="412" y="178"/>
                    <a:pt x="389" y="64"/>
                    <a:pt x="298" y="18"/>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6" name="Google Shape;4926;p26"/>
            <p:cNvSpPr/>
            <p:nvPr/>
          </p:nvSpPr>
          <p:spPr>
            <a:xfrm>
              <a:off x="5412600" y="1296075"/>
              <a:ext cx="10875" cy="9250"/>
            </a:xfrm>
            <a:custGeom>
              <a:avLst/>
              <a:gdLst/>
              <a:ahLst/>
              <a:cxnLst/>
              <a:rect l="l" t="t" r="r" b="b"/>
              <a:pathLst>
                <a:path w="435" h="370" extrusionOk="0">
                  <a:moveTo>
                    <a:pt x="221" y="1"/>
                  </a:moveTo>
                  <a:cubicBezTo>
                    <a:pt x="150" y="1"/>
                    <a:pt x="80" y="43"/>
                    <a:pt x="47" y="110"/>
                  </a:cubicBezTo>
                  <a:cubicBezTo>
                    <a:pt x="1" y="201"/>
                    <a:pt x="47" y="315"/>
                    <a:pt x="138" y="361"/>
                  </a:cubicBezTo>
                  <a:cubicBezTo>
                    <a:pt x="159" y="366"/>
                    <a:pt x="182" y="369"/>
                    <a:pt x="205" y="369"/>
                  </a:cubicBezTo>
                  <a:cubicBezTo>
                    <a:pt x="279" y="369"/>
                    <a:pt x="354" y="339"/>
                    <a:pt x="389" y="270"/>
                  </a:cubicBezTo>
                  <a:cubicBezTo>
                    <a:pt x="435" y="178"/>
                    <a:pt x="389" y="64"/>
                    <a:pt x="298"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7" name="Google Shape;4927;p26"/>
            <p:cNvSpPr/>
            <p:nvPr/>
          </p:nvSpPr>
          <p:spPr>
            <a:xfrm>
              <a:off x="5279075" y="1423000"/>
              <a:ext cx="8600" cy="7650"/>
            </a:xfrm>
            <a:custGeom>
              <a:avLst/>
              <a:gdLst/>
              <a:ahLst/>
              <a:cxnLst/>
              <a:rect l="l" t="t" r="r" b="b"/>
              <a:pathLst>
                <a:path w="344" h="306" extrusionOk="0">
                  <a:moveTo>
                    <a:pt x="174" y="0"/>
                  </a:moveTo>
                  <a:cubicBezTo>
                    <a:pt x="118" y="0"/>
                    <a:pt x="58" y="26"/>
                    <a:pt x="24" y="77"/>
                  </a:cubicBezTo>
                  <a:cubicBezTo>
                    <a:pt x="1" y="168"/>
                    <a:pt x="24" y="260"/>
                    <a:pt x="92" y="283"/>
                  </a:cubicBezTo>
                  <a:cubicBezTo>
                    <a:pt x="122" y="298"/>
                    <a:pt x="153" y="305"/>
                    <a:pt x="181" y="305"/>
                  </a:cubicBezTo>
                  <a:cubicBezTo>
                    <a:pt x="237" y="305"/>
                    <a:pt x="282" y="275"/>
                    <a:pt x="297" y="214"/>
                  </a:cubicBezTo>
                  <a:cubicBezTo>
                    <a:pt x="343" y="146"/>
                    <a:pt x="297" y="54"/>
                    <a:pt x="229" y="9"/>
                  </a:cubicBezTo>
                  <a:cubicBezTo>
                    <a:pt x="212"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8" name="Google Shape;4928;p26"/>
            <p:cNvSpPr/>
            <p:nvPr/>
          </p:nvSpPr>
          <p:spPr>
            <a:xfrm>
              <a:off x="5434300" y="1240400"/>
              <a:ext cx="9150" cy="7850"/>
            </a:xfrm>
            <a:custGeom>
              <a:avLst/>
              <a:gdLst/>
              <a:ahLst/>
              <a:cxnLst/>
              <a:rect l="l" t="t" r="r" b="b"/>
              <a:pathLst>
                <a:path w="366" h="314" extrusionOk="0">
                  <a:moveTo>
                    <a:pt x="197" y="0"/>
                  </a:moveTo>
                  <a:cubicBezTo>
                    <a:pt x="140" y="0"/>
                    <a:pt x="80" y="26"/>
                    <a:pt x="46" y="77"/>
                  </a:cubicBezTo>
                  <a:cubicBezTo>
                    <a:pt x="0" y="168"/>
                    <a:pt x="46" y="260"/>
                    <a:pt x="114" y="305"/>
                  </a:cubicBezTo>
                  <a:cubicBezTo>
                    <a:pt x="131" y="311"/>
                    <a:pt x="149" y="314"/>
                    <a:pt x="169" y="314"/>
                  </a:cubicBezTo>
                  <a:cubicBezTo>
                    <a:pt x="232" y="314"/>
                    <a:pt x="302" y="284"/>
                    <a:pt x="320" y="214"/>
                  </a:cubicBezTo>
                  <a:cubicBezTo>
                    <a:pt x="365" y="146"/>
                    <a:pt x="320" y="54"/>
                    <a:pt x="251" y="9"/>
                  </a:cubicBezTo>
                  <a:cubicBezTo>
                    <a:pt x="234"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9" name="Google Shape;4929;p26"/>
            <p:cNvSpPr/>
            <p:nvPr/>
          </p:nvSpPr>
          <p:spPr>
            <a:xfrm>
              <a:off x="5283075" y="1674400"/>
              <a:ext cx="11450" cy="10150"/>
            </a:xfrm>
            <a:custGeom>
              <a:avLst/>
              <a:gdLst/>
              <a:ahLst/>
              <a:cxnLst/>
              <a:rect l="l" t="t" r="r" b="b"/>
              <a:pathLst>
                <a:path w="458" h="406" extrusionOk="0">
                  <a:moveTo>
                    <a:pt x="239" y="1"/>
                  </a:moveTo>
                  <a:cubicBezTo>
                    <a:pt x="162" y="1"/>
                    <a:pt x="80" y="43"/>
                    <a:pt x="46" y="110"/>
                  </a:cubicBezTo>
                  <a:cubicBezTo>
                    <a:pt x="1" y="224"/>
                    <a:pt x="46" y="338"/>
                    <a:pt x="137" y="384"/>
                  </a:cubicBezTo>
                  <a:cubicBezTo>
                    <a:pt x="174" y="398"/>
                    <a:pt x="210" y="406"/>
                    <a:pt x="244" y="406"/>
                  </a:cubicBezTo>
                  <a:cubicBezTo>
                    <a:pt x="317" y="406"/>
                    <a:pt x="380" y="371"/>
                    <a:pt x="411" y="293"/>
                  </a:cubicBezTo>
                  <a:cubicBezTo>
                    <a:pt x="457" y="201"/>
                    <a:pt x="411" y="64"/>
                    <a:pt x="320" y="19"/>
                  </a:cubicBezTo>
                  <a:cubicBezTo>
                    <a:pt x="296" y="6"/>
                    <a:pt x="268" y="1"/>
                    <a:pt x="23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0" name="Google Shape;4930;p26"/>
            <p:cNvSpPr/>
            <p:nvPr/>
          </p:nvSpPr>
          <p:spPr>
            <a:xfrm>
              <a:off x="5496500" y="1491800"/>
              <a:ext cx="10300" cy="8925"/>
            </a:xfrm>
            <a:custGeom>
              <a:avLst/>
              <a:gdLst/>
              <a:ahLst/>
              <a:cxnLst/>
              <a:rect l="l" t="t" r="r" b="b"/>
              <a:pathLst>
                <a:path w="412" h="357" extrusionOk="0">
                  <a:moveTo>
                    <a:pt x="202" y="1"/>
                  </a:moveTo>
                  <a:cubicBezTo>
                    <a:pt x="137" y="1"/>
                    <a:pt x="79" y="43"/>
                    <a:pt x="46" y="110"/>
                  </a:cubicBezTo>
                  <a:cubicBezTo>
                    <a:pt x="0" y="178"/>
                    <a:pt x="46" y="292"/>
                    <a:pt x="114" y="338"/>
                  </a:cubicBezTo>
                  <a:cubicBezTo>
                    <a:pt x="139" y="350"/>
                    <a:pt x="165" y="356"/>
                    <a:pt x="191" y="356"/>
                  </a:cubicBezTo>
                  <a:cubicBezTo>
                    <a:pt x="262" y="356"/>
                    <a:pt x="332" y="314"/>
                    <a:pt x="365" y="247"/>
                  </a:cubicBezTo>
                  <a:cubicBezTo>
                    <a:pt x="411" y="156"/>
                    <a:pt x="365" y="64"/>
                    <a:pt x="274" y="19"/>
                  </a:cubicBezTo>
                  <a:cubicBezTo>
                    <a:pt x="250" y="6"/>
                    <a:pt x="225"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1" name="Google Shape;4931;p26"/>
            <p:cNvSpPr/>
            <p:nvPr/>
          </p:nvSpPr>
          <p:spPr>
            <a:xfrm>
              <a:off x="5640875" y="1408500"/>
              <a:ext cx="10850" cy="9575"/>
            </a:xfrm>
            <a:custGeom>
              <a:avLst/>
              <a:gdLst/>
              <a:ahLst/>
              <a:cxnLst/>
              <a:rect l="l" t="t" r="r" b="b"/>
              <a:pathLst>
                <a:path w="434" h="383" extrusionOk="0">
                  <a:moveTo>
                    <a:pt x="220" y="0"/>
                  </a:moveTo>
                  <a:cubicBezTo>
                    <a:pt x="149" y="0"/>
                    <a:pt x="79" y="43"/>
                    <a:pt x="46" y="109"/>
                  </a:cubicBezTo>
                  <a:cubicBezTo>
                    <a:pt x="0" y="201"/>
                    <a:pt x="46" y="315"/>
                    <a:pt x="137" y="360"/>
                  </a:cubicBezTo>
                  <a:cubicBezTo>
                    <a:pt x="166" y="375"/>
                    <a:pt x="197" y="383"/>
                    <a:pt x="228" y="383"/>
                  </a:cubicBezTo>
                  <a:cubicBezTo>
                    <a:pt x="294" y="383"/>
                    <a:pt x="357" y="347"/>
                    <a:pt x="388" y="269"/>
                  </a:cubicBezTo>
                  <a:cubicBezTo>
                    <a:pt x="434" y="178"/>
                    <a:pt x="388"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2" name="Google Shape;4932;p26"/>
            <p:cNvSpPr/>
            <p:nvPr/>
          </p:nvSpPr>
          <p:spPr>
            <a:xfrm>
              <a:off x="5762400" y="1344825"/>
              <a:ext cx="9150" cy="8100"/>
            </a:xfrm>
            <a:custGeom>
              <a:avLst/>
              <a:gdLst/>
              <a:ahLst/>
              <a:cxnLst/>
              <a:rect l="l" t="t" r="r" b="b"/>
              <a:pathLst>
                <a:path w="366" h="324" extrusionOk="0">
                  <a:moveTo>
                    <a:pt x="198" y="0"/>
                  </a:moveTo>
                  <a:cubicBezTo>
                    <a:pt x="135" y="0"/>
                    <a:pt x="64" y="30"/>
                    <a:pt x="46" y="100"/>
                  </a:cubicBezTo>
                  <a:cubicBezTo>
                    <a:pt x="1" y="168"/>
                    <a:pt x="24" y="283"/>
                    <a:pt x="115" y="305"/>
                  </a:cubicBezTo>
                  <a:cubicBezTo>
                    <a:pt x="140" y="318"/>
                    <a:pt x="166" y="324"/>
                    <a:pt x="190" y="324"/>
                  </a:cubicBezTo>
                  <a:cubicBezTo>
                    <a:pt x="254" y="324"/>
                    <a:pt x="310" y="286"/>
                    <a:pt x="343" y="237"/>
                  </a:cubicBezTo>
                  <a:cubicBezTo>
                    <a:pt x="366" y="146"/>
                    <a:pt x="343" y="54"/>
                    <a:pt x="252" y="9"/>
                  </a:cubicBezTo>
                  <a:cubicBezTo>
                    <a:pt x="236" y="3"/>
                    <a:pt x="217" y="0"/>
                    <a:pt x="19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3" name="Google Shape;4933;p26"/>
            <p:cNvSpPr/>
            <p:nvPr/>
          </p:nvSpPr>
          <p:spPr>
            <a:xfrm>
              <a:off x="5733875" y="1357700"/>
              <a:ext cx="11450" cy="10150"/>
            </a:xfrm>
            <a:custGeom>
              <a:avLst/>
              <a:gdLst/>
              <a:ahLst/>
              <a:cxnLst/>
              <a:rect l="l" t="t" r="r" b="b"/>
              <a:pathLst>
                <a:path w="458" h="406" extrusionOk="0">
                  <a:moveTo>
                    <a:pt x="230" y="1"/>
                  </a:moveTo>
                  <a:cubicBezTo>
                    <a:pt x="150" y="1"/>
                    <a:pt x="80" y="43"/>
                    <a:pt x="46" y="110"/>
                  </a:cubicBezTo>
                  <a:cubicBezTo>
                    <a:pt x="1" y="224"/>
                    <a:pt x="46" y="338"/>
                    <a:pt x="137" y="384"/>
                  </a:cubicBezTo>
                  <a:cubicBezTo>
                    <a:pt x="166" y="398"/>
                    <a:pt x="200" y="406"/>
                    <a:pt x="234" y="406"/>
                  </a:cubicBezTo>
                  <a:cubicBezTo>
                    <a:pt x="306" y="406"/>
                    <a:pt x="380" y="371"/>
                    <a:pt x="411" y="293"/>
                  </a:cubicBezTo>
                  <a:cubicBezTo>
                    <a:pt x="457" y="201"/>
                    <a:pt x="411" y="64"/>
                    <a:pt x="320" y="19"/>
                  </a:cubicBezTo>
                  <a:cubicBezTo>
                    <a:pt x="289"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4" name="Google Shape;4934;p26"/>
            <p:cNvSpPr/>
            <p:nvPr/>
          </p:nvSpPr>
          <p:spPr>
            <a:xfrm>
              <a:off x="5775525" y="1357000"/>
              <a:ext cx="6875" cy="5950"/>
            </a:xfrm>
            <a:custGeom>
              <a:avLst/>
              <a:gdLst/>
              <a:ahLst/>
              <a:cxnLst/>
              <a:rect l="l" t="t" r="r" b="b"/>
              <a:pathLst>
                <a:path w="275" h="238" extrusionOk="0">
                  <a:moveTo>
                    <a:pt x="129" y="0"/>
                  </a:moveTo>
                  <a:cubicBezTo>
                    <a:pt x="95" y="0"/>
                    <a:pt x="61" y="25"/>
                    <a:pt x="46" y="69"/>
                  </a:cubicBezTo>
                  <a:cubicBezTo>
                    <a:pt x="1" y="115"/>
                    <a:pt x="24" y="184"/>
                    <a:pt x="92" y="229"/>
                  </a:cubicBezTo>
                  <a:cubicBezTo>
                    <a:pt x="103" y="235"/>
                    <a:pt x="116" y="238"/>
                    <a:pt x="130" y="238"/>
                  </a:cubicBezTo>
                  <a:cubicBezTo>
                    <a:pt x="171" y="238"/>
                    <a:pt x="218" y="212"/>
                    <a:pt x="252" y="161"/>
                  </a:cubicBezTo>
                  <a:cubicBezTo>
                    <a:pt x="275" y="115"/>
                    <a:pt x="252" y="47"/>
                    <a:pt x="183" y="24"/>
                  </a:cubicBezTo>
                  <a:cubicBezTo>
                    <a:pt x="167" y="8"/>
                    <a:pt x="148"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5" name="Google Shape;4935;p26"/>
            <p:cNvSpPr/>
            <p:nvPr/>
          </p:nvSpPr>
          <p:spPr>
            <a:xfrm>
              <a:off x="5747000" y="1368775"/>
              <a:ext cx="8025" cy="6975"/>
            </a:xfrm>
            <a:custGeom>
              <a:avLst/>
              <a:gdLst/>
              <a:ahLst/>
              <a:cxnLst/>
              <a:rect l="l" t="t" r="r" b="b"/>
              <a:pathLst>
                <a:path w="321" h="279" extrusionOk="0">
                  <a:moveTo>
                    <a:pt x="175" y="1"/>
                  </a:moveTo>
                  <a:cubicBezTo>
                    <a:pt x="119" y="1"/>
                    <a:pt x="63" y="26"/>
                    <a:pt x="46" y="78"/>
                  </a:cubicBezTo>
                  <a:cubicBezTo>
                    <a:pt x="1" y="146"/>
                    <a:pt x="46" y="238"/>
                    <a:pt x="115" y="260"/>
                  </a:cubicBezTo>
                  <a:cubicBezTo>
                    <a:pt x="134" y="273"/>
                    <a:pt x="153" y="279"/>
                    <a:pt x="172" y="279"/>
                  </a:cubicBezTo>
                  <a:cubicBezTo>
                    <a:pt x="220" y="279"/>
                    <a:pt x="264" y="241"/>
                    <a:pt x="297" y="192"/>
                  </a:cubicBezTo>
                  <a:cubicBezTo>
                    <a:pt x="320" y="123"/>
                    <a:pt x="297" y="55"/>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6" name="Google Shape;4936;p26"/>
            <p:cNvSpPr/>
            <p:nvPr/>
          </p:nvSpPr>
          <p:spPr>
            <a:xfrm>
              <a:off x="5304750" y="1697675"/>
              <a:ext cx="10300" cy="9025"/>
            </a:xfrm>
            <a:custGeom>
              <a:avLst/>
              <a:gdLst/>
              <a:ahLst/>
              <a:cxnLst/>
              <a:rect l="l" t="t" r="r" b="b"/>
              <a:pathLst>
                <a:path w="412" h="361" extrusionOk="0">
                  <a:moveTo>
                    <a:pt x="180" y="1"/>
                  </a:moveTo>
                  <a:cubicBezTo>
                    <a:pt x="118" y="1"/>
                    <a:pt x="62" y="31"/>
                    <a:pt x="47" y="92"/>
                  </a:cubicBezTo>
                  <a:cubicBezTo>
                    <a:pt x="1" y="183"/>
                    <a:pt x="24" y="297"/>
                    <a:pt x="115" y="343"/>
                  </a:cubicBezTo>
                  <a:cubicBezTo>
                    <a:pt x="139" y="355"/>
                    <a:pt x="166" y="361"/>
                    <a:pt x="192" y="361"/>
                  </a:cubicBezTo>
                  <a:cubicBezTo>
                    <a:pt x="263" y="361"/>
                    <a:pt x="333" y="319"/>
                    <a:pt x="366" y="252"/>
                  </a:cubicBezTo>
                  <a:cubicBezTo>
                    <a:pt x="412" y="160"/>
                    <a:pt x="366" y="69"/>
                    <a:pt x="275" y="23"/>
                  </a:cubicBezTo>
                  <a:cubicBezTo>
                    <a:pt x="244" y="8"/>
                    <a:pt x="211" y="1"/>
                    <a:pt x="18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7" name="Google Shape;4937;p26"/>
            <p:cNvSpPr/>
            <p:nvPr/>
          </p:nvSpPr>
          <p:spPr>
            <a:xfrm>
              <a:off x="5763550" y="1498550"/>
              <a:ext cx="11425" cy="9950"/>
            </a:xfrm>
            <a:custGeom>
              <a:avLst/>
              <a:gdLst/>
              <a:ahLst/>
              <a:cxnLst/>
              <a:rect l="l" t="t" r="r" b="b"/>
              <a:pathLst>
                <a:path w="457" h="398" extrusionOk="0">
                  <a:moveTo>
                    <a:pt x="214" y="0"/>
                  </a:moveTo>
                  <a:cubicBezTo>
                    <a:pt x="140" y="0"/>
                    <a:pt x="77" y="36"/>
                    <a:pt x="46" y="114"/>
                  </a:cubicBezTo>
                  <a:cubicBezTo>
                    <a:pt x="0" y="205"/>
                    <a:pt x="46" y="319"/>
                    <a:pt x="137" y="365"/>
                  </a:cubicBezTo>
                  <a:cubicBezTo>
                    <a:pt x="167" y="387"/>
                    <a:pt x="201" y="397"/>
                    <a:pt x="235" y="397"/>
                  </a:cubicBezTo>
                  <a:cubicBezTo>
                    <a:pt x="307" y="397"/>
                    <a:pt x="380" y="351"/>
                    <a:pt x="411" y="274"/>
                  </a:cubicBezTo>
                  <a:cubicBezTo>
                    <a:pt x="457" y="182"/>
                    <a:pt x="411" y="68"/>
                    <a:pt x="320" y="22"/>
                  </a:cubicBezTo>
                  <a:cubicBezTo>
                    <a:pt x="284" y="8"/>
                    <a:pt x="248" y="0"/>
                    <a:pt x="21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8" name="Google Shape;4938;p26"/>
            <p:cNvSpPr/>
            <p:nvPr/>
          </p:nvSpPr>
          <p:spPr>
            <a:xfrm>
              <a:off x="5637450" y="1448650"/>
              <a:ext cx="5725" cy="5050"/>
            </a:xfrm>
            <a:custGeom>
              <a:avLst/>
              <a:gdLst/>
              <a:ahLst/>
              <a:cxnLst/>
              <a:rect l="l" t="t" r="r" b="b"/>
              <a:pathLst>
                <a:path w="229" h="202" extrusionOk="0">
                  <a:moveTo>
                    <a:pt x="120" y="1"/>
                  </a:moveTo>
                  <a:cubicBezTo>
                    <a:pt x="81" y="1"/>
                    <a:pt x="40" y="22"/>
                    <a:pt x="23" y="55"/>
                  </a:cubicBezTo>
                  <a:cubicBezTo>
                    <a:pt x="0" y="101"/>
                    <a:pt x="23" y="170"/>
                    <a:pt x="69" y="192"/>
                  </a:cubicBezTo>
                  <a:cubicBezTo>
                    <a:pt x="81" y="199"/>
                    <a:pt x="95" y="201"/>
                    <a:pt x="109" y="201"/>
                  </a:cubicBezTo>
                  <a:cubicBezTo>
                    <a:pt x="148" y="201"/>
                    <a:pt x="189" y="180"/>
                    <a:pt x="205" y="147"/>
                  </a:cubicBezTo>
                  <a:cubicBezTo>
                    <a:pt x="228" y="101"/>
                    <a:pt x="205" y="33"/>
                    <a:pt x="160" y="10"/>
                  </a:cubicBezTo>
                  <a:cubicBezTo>
                    <a:pt x="148" y="4"/>
                    <a:pt x="134" y="1"/>
                    <a:pt x="1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9" name="Google Shape;4939;p26"/>
            <p:cNvSpPr/>
            <p:nvPr/>
          </p:nvSpPr>
          <p:spPr>
            <a:xfrm>
              <a:off x="5318450" y="1533125"/>
              <a:ext cx="8600" cy="7850"/>
            </a:xfrm>
            <a:custGeom>
              <a:avLst/>
              <a:gdLst/>
              <a:ahLst/>
              <a:cxnLst/>
              <a:rect l="l" t="t" r="r" b="b"/>
              <a:pathLst>
                <a:path w="344" h="314" extrusionOk="0">
                  <a:moveTo>
                    <a:pt x="188" y="1"/>
                  </a:moveTo>
                  <a:cubicBezTo>
                    <a:pt x="120" y="1"/>
                    <a:pt x="58" y="31"/>
                    <a:pt x="24" y="100"/>
                  </a:cubicBezTo>
                  <a:cubicBezTo>
                    <a:pt x="1" y="169"/>
                    <a:pt x="24" y="260"/>
                    <a:pt x="115" y="306"/>
                  </a:cubicBezTo>
                  <a:cubicBezTo>
                    <a:pt x="131" y="311"/>
                    <a:pt x="148" y="314"/>
                    <a:pt x="166" y="314"/>
                  </a:cubicBezTo>
                  <a:cubicBezTo>
                    <a:pt x="224" y="314"/>
                    <a:pt x="285" y="284"/>
                    <a:pt x="320" y="214"/>
                  </a:cubicBezTo>
                  <a:cubicBezTo>
                    <a:pt x="343" y="146"/>
                    <a:pt x="320" y="55"/>
                    <a:pt x="252" y="9"/>
                  </a:cubicBezTo>
                  <a:cubicBezTo>
                    <a:pt x="230" y="4"/>
                    <a:pt x="209" y="1"/>
                    <a:pt x="18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0" name="Google Shape;4940;p26"/>
            <p:cNvSpPr/>
            <p:nvPr/>
          </p:nvSpPr>
          <p:spPr>
            <a:xfrm>
              <a:off x="5992950" y="1251800"/>
              <a:ext cx="8575" cy="7550"/>
            </a:xfrm>
            <a:custGeom>
              <a:avLst/>
              <a:gdLst/>
              <a:ahLst/>
              <a:cxnLst/>
              <a:rect l="l" t="t" r="r" b="b"/>
              <a:pathLst>
                <a:path w="343" h="302" extrusionOk="0">
                  <a:moveTo>
                    <a:pt x="174" y="1"/>
                  </a:moveTo>
                  <a:cubicBezTo>
                    <a:pt x="119" y="1"/>
                    <a:pt x="63" y="26"/>
                    <a:pt x="46" y="78"/>
                  </a:cubicBezTo>
                  <a:cubicBezTo>
                    <a:pt x="0" y="146"/>
                    <a:pt x="46" y="237"/>
                    <a:pt x="114" y="283"/>
                  </a:cubicBezTo>
                  <a:cubicBezTo>
                    <a:pt x="133" y="296"/>
                    <a:pt x="154" y="301"/>
                    <a:pt x="176" y="301"/>
                  </a:cubicBezTo>
                  <a:cubicBezTo>
                    <a:pt x="230" y="301"/>
                    <a:pt x="287" y="264"/>
                    <a:pt x="320" y="215"/>
                  </a:cubicBezTo>
                  <a:cubicBezTo>
                    <a:pt x="343" y="146"/>
                    <a:pt x="320"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1" name="Google Shape;4941;p26"/>
            <p:cNvSpPr/>
            <p:nvPr/>
          </p:nvSpPr>
          <p:spPr>
            <a:xfrm>
              <a:off x="5697350" y="1384525"/>
              <a:ext cx="10300" cy="8900"/>
            </a:xfrm>
            <a:custGeom>
              <a:avLst/>
              <a:gdLst/>
              <a:ahLst/>
              <a:cxnLst/>
              <a:rect l="l" t="t" r="r" b="b"/>
              <a:pathLst>
                <a:path w="412" h="356" extrusionOk="0">
                  <a:moveTo>
                    <a:pt x="202" y="1"/>
                  </a:moveTo>
                  <a:cubicBezTo>
                    <a:pt x="138" y="1"/>
                    <a:pt x="80" y="43"/>
                    <a:pt x="46" y="110"/>
                  </a:cubicBezTo>
                  <a:cubicBezTo>
                    <a:pt x="1" y="178"/>
                    <a:pt x="46" y="292"/>
                    <a:pt x="115" y="338"/>
                  </a:cubicBezTo>
                  <a:cubicBezTo>
                    <a:pt x="139" y="350"/>
                    <a:pt x="165" y="356"/>
                    <a:pt x="191" y="356"/>
                  </a:cubicBezTo>
                  <a:cubicBezTo>
                    <a:pt x="262" y="356"/>
                    <a:pt x="332" y="314"/>
                    <a:pt x="366" y="247"/>
                  </a:cubicBezTo>
                  <a:cubicBezTo>
                    <a:pt x="412" y="178"/>
                    <a:pt x="366" y="64"/>
                    <a:pt x="275" y="18"/>
                  </a:cubicBezTo>
                  <a:cubicBezTo>
                    <a:pt x="250" y="6"/>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2" name="Google Shape;4942;p26"/>
            <p:cNvSpPr/>
            <p:nvPr/>
          </p:nvSpPr>
          <p:spPr>
            <a:xfrm>
              <a:off x="5722475" y="1373550"/>
              <a:ext cx="8575" cy="7450"/>
            </a:xfrm>
            <a:custGeom>
              <a:avLst/>
              <a:gdLst/>
              <a:ahLst/>
              <a:cxnLst/>
              <a:rect l="l" t="t" r="r" b="b"/>
              <a:pathLst>
                <a:path w="343" h="298" extrusionOk="0">
                  <a:moveTo>
                    <a:pt x="178" y="1"/>
                  </a:moveTo>
                  <a:cubicBezTo>
                    <a:pt x="127" y="1"/>
                    <a:pt x="76" y="31"/>
                    <a:pt x="46" y="92"/>
                  </a:cubicBezTo>
                  <a:cubicBezTo>
                    <a:pt x="0" y="161"/>
                    <a:pt x="46" y="252"/>
                    <a:pt x="114" y="275"/>
                  </a:cubicBezTo>
                  <a:cubicBezTo>
                    <a:pt x="137" y="290"/>
                    <a:pt x="162" y="298"/>
                    <a:pt x="188" y="298"/>
                  </a:cubicBezTo>
                  <a:cubicBezTo>
                    <a:pt x="238" y="298"/>
                    <a:pt x="289" y="267"/>
                    <a:pt x="320" y="206"/>
                  </a:cubicBezTo>
                  <a:cubicBezTo>
                    <a:pt x="342" y="138"/>
                    <a:pt x="320" y="47"/>
                    <a:pt x="251" y="24"/>
                  </a:cubicBezTo>
                  <a:cubicBezTo>
                    <a:pt x="228" y="9"/>
                    <a:pt x="203"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3" name="Google Shape;4943;p26"/>
            <p:cNvSpPr/>
            <p:nvPr/>
          </p:nvSpPr>
          <p:spPr>
            <a:xfrm>
              <a:off x="5906200" y="1296625"/>
              <a:ext cx="9725" cy="8375"/>
            </a:xfrm>
            <a:custGeom>
              <a:avLst/>
              <a:gdLst/>
              <a:ahLst/>
              <a:cxnLst/>
              <a:rect l="l" t="t" r="r" b="b"/>
              <a:pathLst>
                <a:path w="389" h="335" extrusionOk="0">
                  <a:moveTo>
                    <a:pt x="199" y="1"/>
                  </a:moveTo>
                  <a:cubicBezTo>
                    <a:pt x="136" y="1"/>
                    <a:pt x="79" y="38"/>
                    <a:pt x="46" y="88"/>
                  </a:cubicBezTo>
                  <a:cubicBezTo>
                    <a:pt x="1" y="179"/>
                    <a:pt x="46" y="270"/>
                    <a:pt x="115" y="316"/>
                  </a:cubicBezTo>
                  <a:cubicBezTo>
                    <a:pt x="140" y="329"/>
                    <a:pt x="166" y="334"/>
                    <a:pt x="190" y="334"/>
                  </a:cubicBezTo>
                  <a:cubicBezTo>
                    <a:pt x="254" y="334"/>
                    <a:pt x="310" y="297"/>
                    <a:pt x="343" y="248"/>
                  </a:cubicBezTo>
                  <a:cubicBezTo>
                    <a:pt x="389" y="156"/>
                    <a:pt x="343" y="65"/>
                    <a:pt x="275" y="19"/>
                  </a:cubicBezTo>
                  <a:cubicBezTo>
                    <a:pt x="249" y="7"/>
                    <a:pt x="224"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4" name="Google Shape;4944;p26"/>
            <p:cNvSpPr/>
            <p:nvPr/>
          </p:nvSpPr>
          <p:spPr>
            <a:xfrm>
              <a:off x="5542150" y="1355875"/>
              <a:ext cx="10300" cy="9050"/>
            </a:xfrm>
            <a:custGeom>
              <a:avLst/>
              <a:gdLst/>
              <a:ahLst/>
              <a:cxnLst/>
              <a:rect l="l" t="t" r="r" b="b"/>
              <a:pathLst>
                <a:path w="412" h="362" extrusionOk="0">
                  <a:moveTo>
                    <a:pt x="179" y="0"/>
                  </a:moveTo>
                  <a:cubicBezTo>
                    <a:pt x="117" y="0"/>
                    <a:pt x="61" y="31"/>
                    <a:pt x="46" y="92"/>
                  </a:cubicBezTo>
                  <a:cubicBezTo>
                    <a:pt x="0" y="183"/>
                    <a:pt x="23" y="297"/>
                    <a:pt x="114" y="343"/>
                  </a:cubicBezTo>
                  <a:cubicBezTo>
                    <a:pt x="140" y="355"/>
                    <a:pt x="167" y="361"/>
                    <a:pt x="194" y="361"/>
                  </a:cubicBezTo>
                  <a:cubicBezTo>
                    <a:pt x="264" y="361"/>
                    <a:pt x="333" y="324"/>
                    <a:pt x="365" y="274"/>
                  </a:cubicBezTo>
                  <a:cubicBezTo>
                    <a:pt x="411" y="183"/>
                    <a:pt x="365" y="69"/>
                    <a:pt x="274" y="23"/>
                  </a:cubicBezTo>
                  <a:cubicBezTo>
                    <a:pt x="244" y="8"/>
                    <a:pt x="211" y="0"/>
                    <a:pt x="17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5" name="Google Shape;4945;p26"/>
            <p:cNvSpPr/>
            <p:nvPr/>
          </p:nvSpPr>
          <p:spPr>
            <a:xfrm>
              <a:off x="6186950" y="1940200"/>
              <a:ext cx="9175" cy="7900"/>
            </a:xfrm>
            <a:custGeom>
              <a:avLst/>
              <a:gdLst/>
              <a:ahLst/>
              <a:cxnLst/>
              <a:rect l="l" t="t" r="r" b="b"/>
              <a:pathLst>
                <a:path w="367" h="316" extrusionOk="0">
                  <a:moveTo>
                    <a:pt x="178" y="0"/>
                  </a:moveTo>
                  <a:cubicBezTo>
                    <a:pt x="128" y="0"/>
                    <a:pt x="77" y="31"/>
                    <a:pt x="46" y="92"/>
                  </a:cubicBezTo>
                  <a:cubicBezTo>
                    <a:pt x="1" y="160"/>
                    <a:pt x="46" y="251"/>
                    <a:pt x="115" y="297"/>
                  </a:cubicBezTo>
                  <a:cubicBezTo>
                    <a:pt x="140" y="310"/>
                    <a:pt x="166" y="316"/>
                    <a:pt x="190" y="316"/>
                  </a:cubicBezTo>
                  <a:cubicBezTo>
                    <a:pt x="252" y="316"/>
                    <a:pt x="304" y="278"/>
                    <a:pt x="320" y="229"/>
                  </a:cubicBezTo>
                  <a:cubicBezTo>
                    <a:pt x="366" y="137"/>
                    <a:pt x="343" y="46"/>
                    <a:pt x="252" y="23"/>
                  </a:cubicBezTo>
                  <a:cubicBezTo>
                    <a:pt x="229" y="8"/>
                    <a:pt x="204" y="0"/>
                    <a:pt x="17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6" name="Google Shape;4946;p26"/>
            <p:cNvSpPr/>
            <p:nvPr/>
          </p:nvSpPr>
          <p:spPr>
            <a:xfrm>
              <a:off x="6139600" y="1815900"/>
              <a:ext cx="10300" cy="8925"/>
            </a:xfrm>
            <a:custGeom>
              <a:avLst/>
              <a:gdLst/>
              <a:ahLst/>
              <a:cxnLst/>
              <a:rect l="l" t="t" r="r" b="b"/>
              <a:pathLst>
                <a:path w="412" h="357" extrusionOk="0">
                  <a:moveTo>
                    <a:pt x="217" y="1"/>
                  </a:moveTo>
                  <a:cubicBezTo>
                    <a:pt x="147" y="1"/>
                    <a:pt x="79" y="38"/>
                    <a:pt x="46" y="88"/>
                  </a:cubicBezTo>
                  <a:cubicBezTo>
                    <a:pt x="0" y="179"/>
                    <a:pt x="46" y="293"/>
                    <a:pt x="137" y="339"/>
                  </a:cubicBezTo>
                  <a:cubicBezTo>
                    <a:pt x="162" y="351"/>
                    <a:pt x="188" y="357"/>
                    <a:pt x="213" y="357"/>
                  </a:cubicBezTo>
                  <a:cubicBezTo>
                    <a:pt x="283" y="357"/>
                    <a:pt x="349" y="314"/>
                    <a:pt x="366" y="248"/>
                  </a:cubicBezTo>
                  <a:cubicBezTo>
                    <a:pt x="411" y="156"/>
                    <a:pt x="388" y="65"/>
                    <a:pt x="297" y="19"/>
                  </a:cubicBezTo>
                  <a:cubicBezTo>
                    <a:pt x="272" y="7"/>
                    <a:pt x="244" y="1"/>
                    <a:pt x="2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7" name="Google Shape;4947;p26"/>
            <p:cNvSpPr/>
            <p:nvPr/>
          </p:nvSpPr>
          <p:spPr>
            <a:xfrm>
              <a:off x="5478225" y="1580475"/>
              <a:ext cx="6875" cy="5600"/>
            </a:xfrm>
            <a:custGeom>
              <a:avLst/>
              <a:gdLst/>
              <a:ahLst/>
              <a:cxnLst/>
              <a:rect l="l" t="t" r="r" b="b"/>
              <a:pathLst>
                <a:path w="275" h="224" extrusionOk="0">
                  <a:moveTo>
                    <a:pt x="129" y="1"/>
                  </a:moveTo>
                  <a:cubicBezTo>
                    <a:pt x="81" y="1"/>
                    <a:pt x="40" y="22"/>
                    <a:pt x="24" y="55"/>
                  </a:cubicBezTo>
                  <a:cubicBezTo>
                    <a:pt x="1" y="124"/>
                    <a:pt x="24" y="192"/>
                    <a:pt x="69" y="215"/>
                  </a:cubicBezTo>
                  <a:cubicBezTo>
                    <a:pt x="88" y="221"/>
                    <a:pt x="106" y="224"/>
                    <a:pt x="123" y="224"/>
                  </a:cubicBezTo>
                  <a:cubicBezTo>
                    <a:pt x="171" y="224"/>
                    <a:pt x="212" y="203"/>
                    <a:pt x="229" y="169"/>
                  </a:cubicBezTo>
                  <a:cubicBezTo>
                    <a:pt x="275" y="101"/>
                    <a:pt x="252" y="32"/>
                    <a:pt x="183" y="9"/>
                  </a:cubicBezTo>
                  <a:cubicBezTo>
                    <a:pt x="165"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8" name="Google Shape;4948;p26"/>
            <p:cNvSpPr/>
            <p:nvPr/>
          </p:nvSpPr>
          <p:spPr>
            <a:xfrm>
              <a:off x="5567825" y="1510500"/>
              <a:ext cx="9725" cy="8600"/>
            </a:xfrm>
            <a:custGeom>
              <a:avLst/>
              <a:gdLst/>
              <a:ahLst/>
              <a:cxnLst/>
              <a:rect l="l" t="t" r="r" b="b"/>
              <a:pathLst>
                <a:path w="389" h="344" extrusionOk="0">
                  <a:moveTo>
                    <a:pt x="179" y="1"/>
                  </a:moveTo>
                  <a:cubicBezTo>
                    <a:pt x="114" y="1"/>
                    <a:pt x="54" y="31"/>
                    <a:pt x="23" y="92"/>
                  </a:cubicBezTo>
                  <a:cubicBezTo>
                    <a:pt x="0" y="184"/>
                    <a:pt x="23" y="298"/>
                    <a:pt x="114" y="321"/>
                  </a:cubicBezTo>
                  <a:cubicBezTo>
                    <a:pt x="145" y="336"/>
                    <a:pt x="175" y="343"/>
                    <a:pt x="204" y="343"/>
                  </a:cubicBezTo>
                  <a:cubicBezTo>
                    <a:pt x="262" y="343"/>
                    <a:pt x="312" y="313"/>
                    <a:pt x="343" y="252"/>
                  </a:cubicBezTo>
                  <a:cubicBezTo>
                    <a:pt x="388" y="161"/>
                    <a:pt x="343" y="69"/>
                    <a:pt x="274" y="24"/>
                  </a:cubicBezTo>
                  <a:cubicBezTo>
                    <a:pt x="244" y="9"/>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9" name="Google Shape;4949;p26"/>
            <p:cNvSpPr/>
            <p:nvPr/>
          </p:nvSpPr>
          <p:spPr>
            <a:xfrm>
              <a:off x="5613475" y="1620175"/>
              <a:ext cx="8000" cy="7225"/>
            </a:xfrm>
            <a:custGeom>
              <a:avLst/>
              <a:gdLst/>
              <a:ahLst/>
              <a:cxnLst/>
              <a:rect l="l" t="t" r="r" b="b"/>
              <a:pathLst>
                <a:path w="320" h="289" extrusionOk="0">
                  <a:moveTo>
                    <a:pt x="167" y="1"/>
                  </a:moveTo>
                  <a:cubicBezTo>
                    <a:pt x="113" y="1"/>
                    <a:pt x="56" y="38"/>
                    <a:pt x="23" y="88"/>
                  </a:cubicBezTo>
                  <a:cubicBezTo>
                    <a:pt x="0" y="156"/>
                    <a:pt x="23" y="248"/>
                    <a:pt x="92" y="270"/>
                  </a:cubicBezTo>
                  <a:cubicBezTo>
                    <a:pt x="111" y="283"/>
                    <a:pt x="132" y="289"/>
                    <a:pt x="153" y="289"/>
                  </a:cubicBezTo>
                  <a:cubicBezTo>
                    <a:pt x="208" y="289"/>
                    <a:pt x="264" y="251"/>
                    <a:pt x="297" y="202"/>
                  </a:cubicBezTo>
                  <a:cubicBezTo>
                    <a:pt x="320" y="133"/>
                    <a:pt x="297" y="65"/>
                    <a:pt x="229" y="19"/>
                  </a:cubicBezTo>
                  <a:cubicBezTo>
                    <a:pt x="210" y="7"/>
                    <a:pt x="189" y="1"/>
                    <a:pt x="16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0" name="Google Shape;4950;p26"/>
            <p:cNvSpPr/>
            <p:nvPr/>
          </p:nvSpPr>
          <p:spPr>
            <a:xfrm>
              <a:off x="6384975" y="2316600"/>
              <a:ext cx="6875" cy="5375"/>
            </a:xfrm>
            <a:custGeom>
              <a:avLst/>
              <a:gdLst/>
              <a:ahLst/>
              <a:cxnLst/>
              <a:rect l="l" t="t" r="r" b="b"/>
              <a:pathLst>
                <a:path w="275" h="215" extrusionOk="0">
                  <a:moveTo>
                    <a:pt x="129" y="1"/>
                  </a:moveTo>
                  <a:cubicBezTo>
                    <a:pt x="73" y="1"/>
                    <a:pt x="17" y="26"/>
                    <a:pt x="0" y="78"/>
                  </a:cubicBezTo>
                  <a:lnTo>
                    <a:pt x="251" y="214"/>
                  </a:lnTo>
                  <a:cubicBezTo>
                    <a:pt x="274" y="146"/>
                    <a:pt x="251" y="55"/>
                    <a:pt x="183" y="9"/>
                  </a:cubicBezTo>
                  <a:cubicBezTo>
                    <a:pt x="166" y="3"/>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1" name="Google Shape;4951;p26"/>
            <p:cNvSpPr/>
            <p:nvPr/>
          </p:nvSpPr>
          <p:spPr>
            <a:xfrm>
              <a:off x="5201475" y="1509350"/>
              <a:ext cx="8025" cy="7100"/>
            </a:xfrm>
            <a:custGeom>
              <a:avLst/>
              <a:gdLst/>
              <a:ahLst/>
              <a:cxnLst/>
              <a:rect l="l" t="t" r="r" b="b"/>
              <a:pathLst>
                <a:path w="321" h="284" extrusionOk="0">
                  <a:moveTo>
                    <a:pt x="150" y="0"/>
                  </a:moveTo>
                  <a:cubicBezTo>
                    <a:pt x="101" y="0"/>
                    <a:pt x="53" y="26"/>
                    <a:pt x="23" y="70"/>
                  </a:cubicBezTo>
                  <a:cubicBezTo>
                    <a:pt x="1" y="138"/>
                    <a:pt x="23" y="230"/>
                    <a:pt x="92" y="275"/>
                  </a:cubicBezTo>
                  <a:cubicBezTo>
                    <a:pt x="109" y="281"/>
                    <a:pt x="127" y="284"/>
                    <a:pt x="146" y="284"/>
                  </a:cubicBezTo>
                  <a:cubicBezTo>
                    <a:pt x="202" y="284"/>
                    <a:pt x="257" y="258"/>
                    <a:pt x="274" y="207"/>
                  </a:cubicBezTo>
                  <a:cubicBezTo>
                    <a:pt x="320" y="138"/>
                    <a:pt x="297" y="47"/>
                    <a:pt x="229" y="24"/>
                  </a:cubicBezTo>
                  <a:cubicBezTo>
                    <a:pt x="205" y="8"/>
                    <a:pt x="177" y="0"/>
                    <a:pt x="15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2" name="Google Shape;4952;p26"/>
            <p:cNvSpPr/>
            <p:nvPr/>
          </p:nvSpPr>
          <p:spPr>
            <a:xfrm>
              <a:off x="5187775" y="1534250"/>
              <a:ext cx="6300" cy="5600"/>
            </a:xfrm>
            <a:custGeom>
              <a:avLst/>
              <a:gdLst/>
              <a:ahLst/>
              <a:cxnLst/>
              <a:rect l="l" t="t" r="r" b="b"/>
              <a:pathLst>
                <a:path w="252" h="224" extrusionOk="0">
                  <a:moveTo>
                    <a:pt x="129" y="1"/>
                  </a:moveTo>
                  <a:cubicBezTo>
                    <a:pt x="81" y="1"/>
                    <a:pt x="40" y="22"/>
                    <a:pt x="24" y="55"/>
                  </a:cubicBezTo>
                  <a:cubicBezTo>
                    <a:pt x="1" y="124"/>
                    <a:pt x="24" y="192"/>
                    <a:pt x="69" y="215"/>
                  </a:cubicBezTo>
                  <a:cubicBezTo>
                    <a:pt x="86" y="221"/>
                    <a:pt x="103" y="224"/>
                    <a:pt x="120" y="224"/>
                  </a:cubicBezTo>
                  <a:cubicBezTo>
                    <a:pt x="169" y="224"/>
                    <a:pt x="212" y="198"/>
                    <a:pt x="229" y="147"/>
                  </a:cubicBezTo>
                  <a:cubicBezTo>
                    <a:pt x="252" y="101"/>
                    <a:pt x="229" y="32"/>
                    <a:pt x="183" y="10"/>
                  </a:cubicBezTo>
                  <a:cubicBezTo>
                    <a:pt x="165" y="4"/>
                    <a:pt x="147"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3" name="Google Shape;4953;p26"/>
            <p:cNvSpPr/>
            <p:nvPr/>
          </p:nvSpPr>
          <p:spPr>
            <a:xfrm>
              <a:off x="5635725" y="1965325"/>
              <a:ext cx="9725" cy="6850"/>
            </a:xfrm>
            <a:custGeom>
              <a:avLst/>
              <a:gdLst/>
              <a:ahLst/>
              <a:cxnLst/>
              <a:rect l="l" t="t" r="r" b="b"/>
              <a:pathLst>
                <a:path w="389" h="274" extrusionOk="0">
                  <a:moveTo>
                    <a:pt x="161" y="0"/>
                  </a:moveTo>
                  <a:cubicBezTo>
                    <a:pt x="95" y="0"/>
                    <a:pt x="32" y="36"/>
                    <a:pt x="1" y="114"/>
                  </a:cubicBezTo>
                  <a:lnTo>
                    <a:pt x="343" y="274"/>
                  </a:lnTo>
                  <a:cubicBezTo>
                    <a:pt x="389" y="182"/>
                    <a:pt x="366" y="68"/>
                    <a:pt x="252" y="23"/>
                  </a:cubicBezTo>
                  <a:cubicBezTo>
                    <a:pt x="223" y="8"/>
                    <a:pt x="192" y="0"/>
                    <a:pt x="16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4" name="Google Shape;4954;p26"/>
            <p:cNvSpPr/>
            <p:nvPr/>
          </p:nvSpPr>
          <p:spPr>
            <a:xfrm>
              <a:off x="6372425" y="1720300"/>
              <a:ext cx="8575" cy="7525"/>
            </a:xfrm>
            <a:custGeom>
              <a:avLst/>
              <a:gdLst/>
              <a:ahLst/>
              <a:cxnLst/>
              <a:rect l="l" t="t" r="r" b="b"/>
              <a:pathLst>
                <a:path w="343" h="301" extrusionOk="0">
                  <a:moveTo>
                    <a:pt x="174" y="0"/>
                  </a:moveTo>
                  <a:cubicBezTo>
                    <a:pt x="117" y="0"/>
                    <a:pt x="57" y="26"/>
                    <a:pt x="23" y="77"/>
                  </a:cubicBezTo>
                  <a:cubicBezTo>
                    <a:pt x="0" y="168"/>
                    <a:pt x="23" y="260"/>
                    <a:pt x="114" y="283"/>
                  </a:cubicBezTo>
                  <a:cubicBezTo>
                    <a:pt x="133" y="295"/>
                    <a:pt x="154" y="301"/>
                    <a:pt x="175" y="301"/>
                  </a:cubicBezTo>
                  <a:cubicBezTo>
                    <a:pt x="228" y="301"/>
                    <a:pt x="280" y="263"/>
                    <a:pt x="297" y="214"/>
                  </a:cubicBezTo>
                  <a:cubicBezTo>
                    <a:pt x="342" y="146"/>
                    <a:pt x="297" y="54"/>
                    <a:pt x="228" y="9"/>
                  </a:cubicBezTo>
                  <a:cubicBezTo>
                    <a:pt x="211" y="3"/>
                    <a:pt x="193" y="0"/>
                    <a:pt x="17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5" name="Google Shape;4955;p26"/>
            <p:cNvSpPr/>
            <p:nvPr/>
          </p:nvSpPr>
          <p:spPr>
            <a:xfrm>
              <a:off x="6505375" y="1711725"/>
              <a:ext cx="8575" cy="7550"/>
            </a:xfrm>
            <a:custGeom>
              <a:avLst/>
              <a:gdLst/>
              <a:ahLst/>
              <a:cxnLst/>
              <a:rect l="l" t="t" r="r" b="b"/>
              <a:pathLst>
                <a:path w="343" h="302" extrusionOk="0">
                  <a:moveTo>
                    <a:pt x="174" y="1"/>
                  </a:moveTo>
                  <a:cubicBezTo>
                    <a:pt x="117" y="1"/>
                    <a:pt x="57" y="26"/>
                    <a:pt x="23" y="78"/>
                  </a:cubicBezTo>
                  <a:cubicBezTo>
                    <a:pt x="0" y="169"/>
                    <a:pt x="23" y="238"/>
                    <a:pt x="92" y="283"/>
                  </a:cubicBezTo>
                  <a:cubicBezTo>
                    <a:pt x="117" y="296"/>
                    <a:pt x="143" y="302"/>
                    <a:pt x="167" y="302"/>
                  </a:cubicBezTo>
                  <a:cubicBezTo>
                    <a:pt x="229" y="302"/>
                    <a:pt x="281" y="264"/>
                    <a:pt x="297" y="215"/>
                  </a:cubicBezTo>
                  <a:cubicBezTo>
                    <a:pt x="343" y="146"/>
                    <a:pt x="320" y="55"/>
                    <a:pt x="229"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6" name="Google Shape;4956;p26"/>
            <p:cNvSpPr/>
            <p:nvPr/>
          </p:nvSpPr>
          <p:spPr>
            <a:xfrm>
              <a:off x="6101375" y="1756575"/>
              <a:ext cx="10850" cy="9475"/>
            </a:xfrm>
            <a:custGeom>
              <a:avLst/>
              <a:gdLst/>
              <a:ahLst/>
              <a:cxnLst/>
              <a:rect l="l" t="t" r="r" b="b"/>
              <a:pathLst>
                <a:path w="434" h="379" extrusionOk="0">
                  <a:moveTo>
                    <a:pt x="220" y="1"/>
                  </a:moveTo>
                  <a:cubicBezTo>
                    <a:pt x="149" y="1"/>
                    <a:pt x="79" y="43"/>
                    <a:pt x="46" y="110"/>
                  </a:cubicBezTo>
                  <a:cubicBezTo>
                    <a:pt x="0" y="201"/>
                    <a:pt x="46" y="315"/>
                    <a:pt x="137" y="361"/>
                  </a:cubicBezTo>
                  <a:cubicBezTo>
                    <a:pt x="161" y="373"/>
                    <a:pt x="188" y="379"/>
                    <a:pt x="214" y="379"/>
                  </a:cubicBezTo>
                  <a:cubicBezTo>
                    <a:pt x="285" y="379"/>
                    <a:pt x="355" y="336"/>
                    <a:pt x="388" y="270"/>
                  </a:cubicBezTo>
                  <a:cubicBezTo>
                    <a:pt x="434" y="178"/>
                    <a:pt x="388" y="64"/>
                    <a:pt x="297" y="18"/>
                  </a:cubicBezTo>
                  <a:cubicBezTo>
                    <a:pt x="272" y="6"/>
                    <a:pt x="246" y="1"/>
                    <a:pt x="22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7" name="Google Shape;4957;p26"/>
            <p:cNvSpPr/>
            <p:nvPr/>
          </p:nvSpPr>
          <p:spPr>
            <a:xfrm>
              <a:off x="6251450" y="1740850"/>
              <a:ext cx="9725" cy="8425"/>
            </a:xfrm>
            <a:custGeom>
              <a:avLst/>
              <a:gdLst/>
              <a:ahLst/>
              <a:cxnLst/>
              <a:rect l="l" t="t" r="r" b="b"/>
              <a:pathLst>
                <a:path w="389" h="337" extrusionOk="0">
                  <a:moveTo>
                    <a:pt x="197" y="0"/>
                  </a:moveTo>
                  <a:cubicBezTo>
                    <a:pt x="134" y="0"/>
                    <a:pt x="63" y="30"/>
                    <a:pt x="46" y="100"/>
                  </a:cubicBezTo>
                  <a:cubicBezTo>
                    <a:pt x="0" y="168"/>
                    <a:pt x="23" y="282"/>
                    <a:pt x="114" y="328"/>
                  </a:cubicBezTo>
                  <a:cubicBezTo>
                    <a:pt x="136" y="333"/>
                    <a:pt x="157" y="336"/>
                    <a:pt x="178" y="336"/>
                  </a:cubicBezTo>
                  <a:cubicBezTo>
                    <a:pt x="246" y="336"/>
                    <a:pt x="308" y="306"/>
                    <a:pt x="342" y="237"/>
                  </a:cubicBezTo>
                  <a:cubicBezTo>
                    <a:pt x="388" y="168"/>
                    <a:pt x="342" y="54"/>
                    <a:pt x="251" y="8"/>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8" name="Google Shape;4958;p26"/>
            <p:cNvSpPr/>
            <p:nvPr/>
          </p:nvSpPr>
          <p:spPr>
            <a:xfrm>
              <a:off x="5610625" y="1938050"/>
              <a:ext cx="9725" cy="8650"/>
            </a:xfrm>
            <a:custGeom>
              <a:avLst/>
              <a:gdLst/>
              <a:ahLst/>
              <a:cxnLst/>
              <a:rect l="l" t="t" r="r" b="b"/>
              <a:pathLst>
                <a:path w="389" h="346" extrusionOk="0">
                  <a:moveTo>
                    <a:pt x="189" y="0"/>
                  </a:moveTo>
                  <a:cubicBezTo>
                    <a:pt x="128" y="0"/>
                    <a:pt x="63" y="42"/>
                    <a:pt x="46" y="109"/>
                  </a:cubicBezTo>
                  <a:cubicBezTo>
                    <a:pt x="0" y="178"/>
                    <a:pt x="23" y="292"/>
                    <a:pt x="114" y="337"/>
                  </a:cubicBezTo>
                  <a:cubicBezTo>
                    <a:pt x="136" y="343"/>
                    <a:pt x="157" y="346"/>
                    <a:pt x="178" y="346"/>
                  </a:cubicBezTo>
                  <a:cubicBezTo>
                    <a:pt x="246" y="346"/>
                    <a:pt x="308" y="316"/>
                    <a:pt x="343" y="246"/>
                  </a:cubicBezTo>
                  <a:cubicBezTo>
                    <a:pt x="388" y="178"/>
                    <a:pt x="343" y="64"/>
                    <a:pt x="251" y="18"/>
                  </a:cubicBezTo>
                  <a:cubicBezTo>
                    <a:pt x="233" y="6"/>
                    <a:pt x="211"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9" name="Google Shape;4959;p26"/>
            <p:cNvSpPr/>
            <p:nvPr/>
          </p:nvSpPr>
          <p:spPr>
            <a:xfrm>
              <a:off x="6083675" y="1881975"/>
              <a:ext cx="6300" cy="5775"/>
            </a:xfrm>
            <a:custGeom>
              <a:avLst/>
              <a:gdLst/>
              <a:ahLst/>
              <a:cxnLst/>
              <a:rect l="l" t="t" r="r" b="b"/>
              <a:pathLst>
                <a:path w="252" h="231" extrusionOk="0">
                  <a:moveTo>
                    <a:pt x="106" y="0"/>
                  </a:moveTo>
                  <a:cubicBezTo>
                    <a:pt x="72" y="0"/>
                    <a:pt x="38" y="25"/>
                    <a:pt x="23" y="70"/>
                  </a:cubicBezTo>
                  <a:cubicBezTo>
                    <a:pt x="0" y="115"/>
                    <a:pt x="23" y="184"/>
                    <a:pt x="69" y="207"/>
                  </a:cubicBezTo>
                  <a:cubicBezTo>
                    <a:pt x="93" y="223"/>
                    <a:pt x="115" y="230"/>
                    <a:pt x="134" y="230"/>
                  </a:cubicBezTo>
                  <a:cubicBezTo>
                    <a:pt x="170" y="230"/>
                    <a:pt x="199" y="205"/>
                    <a:pt x="229" y="161"/>
                  </a:cubicBezTo>
                  <a:cubicBezTo>
                    <a:pt x="252" y="115"/>
                    <a:pt x="229" y="47"/>
                    <a:pt x="160" y="24"/>
                  </a:cubicBezTo>
                  <a:cubicBezTo>
                    <a:pt x="144" y="8"/>
                    <a:pt x="125" y="0"/>
                    <a:pt x="10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0" name="Google Shape;4960;p26"/>
            <p:cNvSpPr/>
            <p:nvPr/>
          </p:nvSpPr>
          <p:spPr>
            <a:xfrm>
              <a:off x="6080250" y="1867825"/>
              <a:ext cx="7450" cy="6225"/>
            </a:xfrm>
            <a:custGeom>
              <a:avLst/>
              <a:gdLst/>
              <a:ahLst/>
              <a:cxnLst/>
              <a:rect l="l" t="t" r="r" b="b"/>
              <a:pathLst>
                <a:path w="298" h="249" extrusionOk="0">
                  <a:moveTo>
                    <a:pt x="147" y="1"/>
                  </a:moveTo>
                  <a:cubicBezTo>
                    <a:pt x="101" y="1"/>
                    <a:pt x="62" y="33"/>
                    <a:pt x="46" y="65"/>
                  </a:cubicBezTo>
                  <a:cubicBezTo>
                    <a:pt x="0" y="134"/>
                    <a:pt x="46" y="202"/>
                    <a:pt x="92" y="225"/>
                  </a:cubicBezTo>
                  <a:cubicBezTo>
                    <a:pt x="116" y="241"/>
                    <a:pt x="140" y="249"/>
                    <a:pt x="164" y="249"/>
                  </a:cubicBezTo>
                  <a:cubicBezTo>
                    <a:pt x="206" y="249"/>
                    <a:pt x="245" y="223"/>
                    <a:pt x="274" y="179"/>
                  </a:cubicBezTo>
                  <a:cubicBezTo>
                    <a:pt x="297" y="111"/>
                    <a:pt x="274" y="42"/>
                    <a:pt x="206" y="19"/>
                  </a:cubicBezTo>
                  <a:cubicBezTo>
                    <a:pt x="186" y="6"/>
                    <a:pt x="166" y="1"/>
                    <a:pt x="14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1" name="Google Shape;4961;p26"/>
            <p:cNvSpPr/>
            <p:nvPr/>
          </p:nvSpPr>
          <p:spPr>
            <a:xfrm>
              <a:off x="5512475" y="1362275"/>
              <a:ext cx="10850" cy="9575"/>
            </a:xfrm>
            <a:custGeom>
              <a:avLst/>
              <a:gdLst/>
              <a:ahLst/>
              <a:cxnLst/>
              <a:rect l="l" t="t" r="r" b="b"/>
              <a:pathLst>
                <a:path w="434" h="383" extrusionOk="0">
                  <a:moveTo>
                    <a:pt x="220" y="0"/>
                  </a:moveTo>
                  <a:cubicBezTo>
                    <a:pt x="149" y="0"/>
                    <a:pt x="79" y="43"/>
                    <a:pt x="46" y="110"/>
                  </a:cubicBezTo>
                  <a:cubicBezTo>
                    <a:pt x="0" y="201"/>
                    <a:pt x="46" y="315"/>
                    <a:pt x="137" y="361"/>
                  </a:cubicBezTo>
                  <a:cubicBezTo>
                    <a:pt x="166" y="375"/>
                    <a:pt x="197" y="383"/>
                    <a:pt x="228" y="383"/>
                  </a:cubicBezTo>
                  <a:cubicBezTo>
                    <a:pt x="294" y="383"/>
                    <a:pt x="357" y="347"/>
                    <a:pt x="388" y="269"/>
                  </a:cubicBezTo>
                  <a:cubicBezTo>
                    <a:pt x="434" y="178"/>
                    <a:pt x="388" y="64"/>
                    <a:pt x="297" y="18"/>
                  </a:cubicBezTo>
                  <a:cubicBezTo>
                    <a:pt x="273"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2" name="Google Shape;4962;p26"/>
            <p:cNvSpPr/>
            <p:nvPr/>
          </p:nvSpPr>
          <p:spPr>
            <a:xfrm>
              <a:off x="5345850" y="1593050"/>
              <a:ext cx="10300" cy="8800"/>
            </a:xfrm>
            <a:custGeom>
              <a:avLst/>
              <a:gdLst/>
              <a:ahLst/>
              <a:cxnLst/>
              <a:rect l="l" t="t" r="r" b="b"/>
              <a:pathLst>
                <a:path w="412" h="352" extrusionOk="0">
                  <a:moveTo>
                    <a:pt x="230" y="0"/>
                  </a:moveTo>
                  <a:cubicBezTo>
                    <a:pt x="156" y="0"/>
                    <a:pt x="81" y="30"/>
                    <a:pt x="46" y="100"/>
                  </a:cubicBezTo>
                  <a:cubicBezTo>
                    <a:pt x="0" y="191"/>
                    <a:pt x="46" y="305"/>
                    <a:pt x="137" y="328"/>
                  </a:cubicBezTo>
                  <a:cubicBezTo>
                    <a:pt x="168" y="343"/>
                    <a:pt x="198" y="351"/>
                    <a:pt x="227" y="351"/>
                  </a:cubicBezTo>
                  <a:cubicBezTo>
                    <a:pt x="284" y="351"/>
                    <a:pt x="335" y="321"/>
                    <a:pt x="366" y="260"/>
                  </a:cubicBezTo>
                  <a:cubicBezTo>
                    <a:pt x="411" y="168"/>
                    <a:pt x="388" y="54"/>
                    <a:pt x="297" y="9"/>
                  </a:cubicBezTo>
                  <a:cubicBezTo>
                    <a:pt x="275" y="3"/>
                    <a:pt x="253" y="0"/>
                    <a:pt x="23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3" name="Google Shape;4963;p26"/>
            <p:cNvSpPr/>
            <p:nvPr/>
          </p:nvSpPr>
          <p:spPr>
            <a:xfrm>
              <a:off x="5846850" y="1798800"/>
              <a:ext cx="11450" cy="9600"/>
            </a:xfrm>
            <a:custGeom>
              <a:avLst/>
              <a:gdLst/>
              <a:ahLst/>
              <a:cxnLst/>
              <a:rect l="l" t="t" r="r" b="b"/>
              <a:pathLst>
                <a:path w="458" h="384" extrusionOk="0">
                  <a:moveTo>
                    <a:pt x="240" y="1"/>
                  </a:moveTo>
                  <a:cubicBezTo>
                    <a:pt x="162" y="1"/>
                    <a:pt x="80" y="43"/>
                    <a:pt x="47" y="110"/>
                  </a:cubicBezTo>
                  <a:cubicBezTo>
                    <a:pt x="1" y="201"/>
                    <a:pt x="47" y="315"/>
                    <a:pt x="138" y="361"/>
                  </a:cubicBezTo>
                  <a:cubicBezTo>
                    <a:pt x="176" y="376"/>
                    <a:pt x="214" y="384"/>
                    <a:pt x="249" y="384"/>
                  </a:cubicBezTo>
                  <a:cubicBezTo>
                    <a:pt x="320" y="384"/>
                    <a:pt x="381" y="353"/>
                    <a:pt x="412" y="292"/>
                  </a:cubicBezTo>
                  <a:cubicBezTo>
                    <a:pt x="457" y="178"/>
                    <a:pt x="412" y="64"/>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4" name="Google Shape;4964;p26"/>
            <p:cNvSpPr/>
            <p:nvPr/>
          </p:nvSpPr>
          <p:spPr>
            <a:xfrm>
              <a:off x="5652275" y="1726550"/>
              <a:ext cx="6875" cy="6175"/>
            </a:xfrm>
            <a:custGeom>
              <a:avLst/>
              <a:gdLst/>
              <a:ahLst/>
              <a:cxnLst/>
              <a:rect l="l" t="t" r="r" b="b"/>
              <a:pathLst>
                <a:path w="275" h="247" extrusionOk="0">
                  <a:moveTo>
                    <a:pt x="151" y="1"/>
                  </a:moveTo>
                  <a:cubicBezTo>
                    <a:pt x="102" y="1"/>
                    <a:pt x="57" y="22"/>
                    <a:pt x="23" y="55"/>
                  </a:cubicBezTo>
                  <a:cubicBezTo>
                    <a:pt x="1" y="124"/>
                    <a:pt x="23" y="215"/>
                    <a:pt x="92" y="238"/>
                  </a:cubicBezTo>
                  <a:cubicBezTo>
                    <a:pt x="103" y="244"/>
                    <a:pt x="117" y="247"/>
                    <a:pt x="133" y="247"/>
                  </a:cubicBezTo>
                  <a:cubicBezTo>
                    <a:pt x="179" y="247"/>
                    <a:pt x="234" y="221"/>
                    <a:pt x="252" y="170"/>
                  </a:cubicBezTo>
                  <a:cubicBezTo>
                    <a:pt x="274" y="124"/>
                    <a:pt x="252" y="33"/>
                    <a:pt x="206" y="10"/>
                  </a:cubicBezTo>
                  <a:cubicBezTo>
                    <a:pt x="188" y="4"/>
                    <a:pt x="169"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5" name="Google Shape;4965;p26"/>
            <p:cNvSpPr/>
            <p:nvPr/>
          </p:nvSpPr>
          <p:spPr>
            <a:xfrm>
              <a:off x="5633450" y="1740600"/>
              <a:ext cx="12000" cy="10050"/>
            </a:xfrm>
            <a:custGeom>
              <a:avLst/>
              <a:gdLst/>
              <a:ahLst/>
              <a:cxnLst/>
              <a:rect l="l" t="t" r="r" b="b"/>
              <a:pathLst>
                <a:path w="480" h="402" extrusionOk="0">
                  <a:moveTo>
                    <a:pt x="243" y="0"/>
                  </a:moveTo>
                  <a:cubicBezTo>
                    <a:pt x="172" y="0"/>
                    <a:pt x="102" y="43"/>
                    <a:pt x="69" y="110"/>
                  </a:cubicBezTo>
                  <a:cubicBezTo>
                    <a:pt x="0" y="201"/>
                    <a:pt x="46" y="338"/>
                    <a:pt x="160" y="384"/>
                  </a:cubicBezTo>
                  <a:cubicBezTo>
                    <a:pt x="185" y="396"/>
                    <a:pt x="211" y="401"/>
                    <a:pt x="237" y="401"/>
                  </a:cubicBezTo>
                  <a:cubicBezTo>
                    <a:pt x="308" y="401"/>
                    <a:pt x="378" y="359"/>
                    <a:pt x="411" y="292"/>
                  </a:cubicBezTo>
                  <a:cubicBezTo>
                    <a:pt x="480" y="178"/>
                    <a:pt x="434" y="64"/>
                    <a:pt x="320" y="18"/>
                  </a:cubicBezTo>
                  <a:cubicBezTo>
                    <a:pt x="295" y="6"/>
                    <a:pt x="269" y="0"/>
                    <a:pt x="24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6" name="Google Shape;4966;p26"/>
            <p:cNvSpPr/>
            <p:nvPr/>
          </p:nvSpPr>
          <p:spPr>
            <a:xfrm>
              <a:off x="5787525" y="1397875"/>
              <a:ext cx="6850" cy="5600"/>
            </a:xfrm>
            <a:custGeom>
              <a:avLst/>
              <a:gdLst/>
              <a:ahLst/>
              <a:cxnLst/>
              <a:rect l="l" t="t" r="r" b="b"/>
              <a:pathLst>
                <a:path w="274" h="224" extrusionOk="0">
                  <a:moveTo>
                    <a:pt x="142" y="0"/>
                  </a:moveTo>
                  <a:cubicBezTo>
                    <a:pt x="102" y="0"/>
                    <a:pt x="56" y="22"/>
                    <a:pt x="23" y="55"/>
                  </a:cubicBezTo>
                  <a:cubicBezTo>
                    <a:pt x="0" y="124"/>
                    <a:pt x="23" y="192"/>
                    <a:pt x="91" y="215"/>
                  </a:cubicBezTo>
                  <a:cubicBezTo>
                    <a:pt x="104" y="221"/>
                    <a:pt x="118" y="224"/>
                    <a:pt x="132" y="224"/>
                  </a:cubicBezTo>
                  <a:cubicBezTo>
                    <a:pt x="172" y="224"/>
                    <a:pt x="218" y="203"/>
                    <a:pt x="251" y="169"/>
                  </a:cubicBezTo>
                  <a:cubicBezTo>
                    <a:pt x="274" y="101"/>
                    <a:pt x="251" y="32"/>
                    <a:pt x="183" y="9"/>
                  </a:cubicBezTo>
                  <a:cubicBezTo>
                    <a:pt x="170"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7" name="Google Shape;4967;p26"/>
            <p:cNvSpPr/>
            <p:nvPr/>
          </p:nvSpPr>
          <p:spPr>
            <a:xfrm>
              <a:off x="5448550" y="1407900"/>
              <a:ext cx="9725" cy="8475"/>
            </a:xfrm>
            <a:custGeom>
              <a:avLst/>
              <a:gdLst/>
              <a:ahLst/>
              <a:cxnLst/>
              <a:rect l="l" t="t" r="r" b="b"/>
              <a:pathLst>
                <a:path w="389" h="339" extrusionOk="0">
                  <a:moveTo>
                    <a:pt x="195" y="1"/>
                  </a:moveTo>
                  <a:cubicBezTo>
                    <a:pt x="127" y="1"/>
                    <a:pt x="63" y="38"/>
                    <a:pt x="47" y="88"/>
                  </a:cubicBezTo>
                  <a:cubicBezTo>
                    <a:pt x="1" y="179"/>
                    <a:pt x="24" y="293"/>
                    <a:pt x="115" y="316"/>
                  </a:cubicBezTo>
                  <a:cubicBezTo>
                    <a:pt x="145" y="331"/>
                    <a:pt x="176" y="339"/>
                    <a:pt x="205" y="339"/>
                  </a:cubicBezTo>
                  <a:cubicBezTo>
                    <a:pt x="262" y="339"/>
                    <a:pt x="313" y="308"/>
                    <a:pt x="343" y="248"/>
                  </a:cubicBezTo>
                  <a:cubicBezTo>
                    <a:pt x="389" y="156"/>
                    <a:pt x="343" y="65"/>
                    <a:pt x="275" y="19"/>
                  </a:cubicBezTo>
                  <a:cubicBezTo>
                    <a:pt x="249" y="7"/>
                    <a:pt x="222" y="1"/>
                    <a:pt x="19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8" name="Google Shape;4968;p26"/>
            <p:cNvSpPr/>
            <p:nvPr/>
          </p:nvSpPr>
          <p:spPr>
            <a:xfrm>
              <a:off x="5371525" y="1557300"/>
              <a:ext cx="8000" cy="7100"/>
            </a:xfrm>
            <a:custGeom>
              <a:avLst/>
              <a:gdLst/>
              <a:ahLst/>
              <a:cxnLst/>
              <a:rect l="l" t="t" r="r" b="b"/>
              <a:pathLst>
                <a:path w="320" h="284" extrusionOk="0">
                  <a:moveTo>
                    <a:pt x="156" y="1"/>
                  </a:moveTo>
                  <a:cubicBezTo>
                    <a:pt x="107" y="1"/>
                    <a:pt x="61" y="31"/>
                    <a:pt x="46" y="92"/>
                  </a:cubicBezTo>
                  <a:cubicBezTo>
                    <a:pt x="0" y="160"/>
                    <a:pt x="23" y="229"/>
                    <a:pt x="115" y="275"/>
                  </a:cubicBezTo>
                  <a:cubicBezTo>
                    <a:pt x="132" y="280"/>
                    <a:pt x="149" y="283"/>
                    <a:pt x="166" y="283"/>
                  </a:cubicBezTo>
                  <a:cubicBezTo>
                    <a:pt x="216" y="283"/>
                    <a:pt x="263" y="257"/>
                    <a:pt x="297" y="206"/>
                  </a:cubicBezTo>
                  <a:cubicBezTo>
                    <a:pt x="320" y="138"/>
                    <a:pt x="297" y="46"/>
                    <a:pt x="229" y="23"/>
                  </a:cubicBezTo>
                  <a:cubicBezTo>
                    <a:pt x="206" y="8"/>
                    <a:pt x="181"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9" name="Google Shape;4969;p26"/>
            <p:cNvSpPr/>
            <p:nvPr/>
          </p:nvSpPr>
          <p:spPr>
            <a:xfrm>
              <a:off x="5711625" y="1884250"/>
              <a:ext cx="8575" cy="7100"/>
            </a:xfrm>
            <a:custGeom>
              <a:avLst/>
              <a:gdLst/>
              <a:ahLst/>
              <a:cxnLst/>
              <a:rect l="l" t="t" r="r" b="b"/>
              <a:pathLst>
                <a:path w="343" h="284" extrusionOk="0">
                  <a:moveTo>
                    <a:pt x="151" y="1"/>
                  </a:moveTo>
                  <a:cubicBezTo>
                    <a:pt x="104" y="1"/>
                    <a:pt x="61" y="26"/>
                    <a:pt x="46" y="70"/>
                  </a:cubicBezTo>
                  <a:cubicBezTo>
                    <a:pt x="0" y="161"/>
                    <a:pt x="46" y="230"/>
                    <a:pt x="114" y="275"/>
                  </a:cubicBezTo>
                  <a:cubicBezTo>
                    <a:pt x="132" y="281"/>
                    <a:pt x="150" y="284"/>
                    <a:pt x="169" y="284"/>
                  </a:cubicBezTo>
                  <a:cubicBezTo>
                    <a:pt x="224" y="284"/>
                    <a:pt x="280" y="258"/>
                    <a:pt x="297" y="207"/>
                  </a:cubicBezTo>
                  <a:cubicBezTo>
                    <a:pt x="343" y="138"/>
                    <a:pt x="297" y="47"/>
                    <a:pt x="229" y="24"/>
                  </a:cubicBezTo>
                  <a:cubicBezTo>
                    <a:pt x="204" y="8"/>
                    <a:pt x="177" y="1"/>
                    <a:pt x="15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0" name="Google Shape;4970;p26"/>
            <p:cNvSpPr/>
            <p:nvPr/>
          </p:nvSpPr>
          <p:spPr>
            <a:xfrm>
              <a:off x="5778950" y="1384750"/>
              <a:ext cx="11450" cy="10400"/>
            </a:xfrm>
            <a:custGeom>
              <a:avLst/>
              <a:gdLst/>
              <a:ahLst/>
              <a:cxnLst/>
              <a:rect l="l" t="t" r="r" b="b"/>
              <a:pathLst>
                <a:path w="458" h="416" extrusionOk="0">
                  <a:moveTo>
                    <a:pt x="213" y="0"/>
                  </a:moveTo>
                  <a:cubicBezTo>
                    <a:pt x="140" y="0"/>
                    <a:pt x="77" y="46"/>
                    <a:pt x="46" y="124"/>
                  </a:cubicBezTo>
                  <a:cubicBezTo>
                    <a:pt x="1" y="215"/>
                    <a:pt x="24" y="352"/>
                    <a:pt x="138" y="397"/>
                  </a:cubicBezTo>
                  <a:cubicBezTo>
                    <a:pt x="162" y="410"/>
                    <a:pt x="190" y="415"/>
                    <a:pt x="218" y="415"/>
                  </a:cubicBezTo>
                  <a:cubicBezTo>
                    <a:pt x="296" y="415"/>
                    <a:pt x="378" y="373"/>
                    <a:pt x="412" y="306"/>
                  </a:cubicBezTo>
                  <a:cubicBezTo>
                    <a:pt x="457" y="192"/>
                    <a:pt x="412"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1" name="Google Shape;4971;p26"/>
            <p:cNvSpPr/>
            <p:nvPr/>
          </p:nvSpPr>
          <p:spPr>
            <a:xfrm>
              <a:off x="6199500" y="2208750"/>
              <a:ext cx="7450" cy="6425"/>
            </a:xfrm>
            <a:custGeom>
              <a:avLst/>
              <a:gdLst/>
              <a:ahLst/>
              <a:cxnLst/>
              <a:rect l="l" t="t" r="r" b="b"/>
              <a:pathLst>
                <a:path w="298" h="257" extrusionOk="0">
                  <a:moveTo>
                    <a:pt x="152" y="1"/>
                  </a:moveTo>
                  <a:cubicBezTo>
                    <a:pt x="97" y="1"/>
                    <a:pt x="41" y="26"/>
                    <a:pt x="24" y="78"/>
                  </a:cubicBezTo>
                  <a:cubicBezTo>
                    <a:pt x="1" y="123"/>
                    <a:pt x="24" y="215"/>
                    <a:pt x="92" y="237"/>
                  </a:cubicBezTo>
                  <a:cubicBezTo>
                    <a:pt x="112" y="251"/>
                    <a:pt x="132" y="256"/>
                    <a:pt x="151" y="256"/>
                  </a:cubicBezTo>
                  <a:cubicBezTo>
                    <a:pt x="197" y="256"/>
                    <a:pt x="236" y="224"/>
                    <a:pt x="252" y="192"/>
                  </a:cubicBezTo>
                  <a:cubicBezTo>
                    <a:pt x="298" y="123"/>
                    <a:pt x="275" y="32"/>
                    <a:pt x="206" y="9"/>
                  </a:cubicBezTo>
                  <a:cubicBezTo>
                    <a:pt x="189" y="3"/>
                    <a:pt x="171" y="1"/>
                    <a:pt x="15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2" name="Google Shape;4972;p26"/>
            <p:cNvSpPr/>
            <p:nvPr/>
          </p:nvSpPr>
          <p:spPr>
            <a:xfrm>
              <a:off x="5382375" y="1455150"/>
              <a:ext cx="7425" cy="6775"/>
            </a:xfrm>
            <a:custGeom>
              <a:avLst/>
              <a:gdLst/>
              <a:ahLst/>
              <a:cxnLst/>
              <a:rect l="l" t="t" r="r" b="b"/>
              <a:pathLst>
                <a:path w="297" h="271" extrusionOk="0">
                  <a:moveTo>
                    <a:pt x="128" y="0"/>
                  </a:moveTo>
                  <a:cubicBezTo>
                    <a:pt x="81" y="0"/>
                    <a:pt x="38" y="25"/>
                    <a:pt x="23" y="69"/>
                  </a:cubicBezTo>
                  <a:cubicBezTo>
                    <a:pt x="0" y="138"/>
                    <a:pt x="23" y="229"/>
                    <a:pt x="91" y="252"/>
                  </a:cubicBezTo>
                  <a:cubicBezTo>
                    <a:pt x="111" y="265"/>
                    <a:pt x="130" y="270"/>
                    <a:pt x="148" y="270"/>
                  </a:cubicBezTo>
                  <a:cubicBezTo>
                    <a:pt x="196" y="270"/>
                    <a:pt x="241" y="233"/>
                    <a:pt x="274" y="184"/>
                  </a:cubicBezTo>
                  <a:cubicBezTo>
                    <a:pt x="297" y="138"/>
                    <a:pt x="274" y="47"/>
                    <a:pt x="206" y="24"/>
                  </a:cubicBezTo>
                  <a:cubicBezTo>
                    <a:pt x="181" y="8"/>
                    <a:pt x="154" y="0"/>
                    <a:pt x="12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3" name="Google Shape;4973;p26"/>
            <p:cNvSpPr/>
            <p:nvPr/>
          </p:nvSpPr>
          <p:spPr>
            <a:xfrm>
              <a:off x="5525025" y="1479125"/>
              <a:ext cx="9150" cy="8225"/>
            </a:xfrm>
            <a:custGeom>
              <a:avLst/>
              <a:gdLst/>
              <a:ahLst/>
              <a:cxnLst/>
              <a:rect l="l" t="t" r="r" b="b"/>
              <a:pathLst>
                <a:path w="366" h="329" extrusionOk="0">
                  <a:moveTo>
                    <a:pt x="172" y="1"/>
                  </a:moveTo>
                  <a:cubicBezTo>
                    <a:pt x="115" y="1"/>
                    <a:pt x="54" y="31"/>
                    <a:pt x="23" y="92"/>
                  </a:cubicBezTo>
                  <a:cubicBezTo>
                    <a:pt x="0" y="183"/>
                    <a:pt x="23" y="274"/>
                    <a:pt x="115" y="320"/>
                  </a:cubicBezTo>
                  <a:cubicBezTo>
                    <a:pt x="131" y="326"/>
                    <a:pt x="149" y="328"/>
                    <a:pt x="169" y="328"/>
                  </a:cubicBezTo>
                  <a:cubicBezTo>
                    <a:pt x="233" y="328"/>
                    <a:pt x="308" y="299"/>
                    <a:pt x="343" y="229"/>
                  </a:cubicBezTo>
                  <a:cubicBezTo>
                    <a:pt x="366" y="160"/>
                    <a:pt x="343" y="46"/>
                    <a:pt x="252" y="23"/>
                  </a:cubicBezTo>
                  <a:cubicBezTo>
                    <a:pt x="229" y="8"/>
                    <a:pt x="201" y="1"/>
                    <a:pt x="17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4" name="Google Shape;4974;p26"/>
            <p:cNvSpPr/>
            <p:nvPr/>
          </p:nvSpPr>
          <p:spPr>
            <a:xfrm>
              <a:off x="5456550" y="1496025"/>
              <a:ext cx="7450" cy="6175"/>
            </a:xfrm>
            <a:custGeom>
              <a:avLst/>
              <a:gdLst/>
              <a:ahLst/>
              <a:cxnLst/>
              <a:rect l="l" t="t" r="r" b="b"/>
              <a:pathLst>
                <a:path w="298" h="247" extrusionOk="0">
                  <a:moveTo>
                    <a:pt x="155" y="1"/>
                  </a:moveTo>
                  <a:cubicBezTo>
                    <a:pt x="106" y="1"/>
                    <a:pt x="63" y="26"/>
                    <a:pt x="46" y="78"/>
                  </a:cubicBezTo>
                  <a:cubicBezTo>
                    <a:pt x="0" y="123"/>
                    <a:pt x="46" y="192"/>
                    <a:pt x="92" y="238"/>
                  </a:cubicBezTo>
                  <a:cubicBezTo>
                    <a:pt x="109" y="243"/>
                    <a:pt x="126" y="246"/>
                    <a:pt x="143" y="246"/>
                  </a:cubicBezTo>
                  <a:cubicBezTo>
                    <a:pt x="193" y="246"/>
                    <a:pt x="240" y="220"/>
                    <a:pt x="274" y="169"/>
                  </a:cubicBezTo>
                  <a:cubicBezTo>
                    <a:pt x="297" y="123"/>
                    <a:pt x="274" y="32"/>
                    <a:pt x="206" y="9"/>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5" name="Google Shape;4975;p26"/>
            <p:cNvSpPr/>
            <p:nvPr/>
          </p:nvSpPr>
          <p:spPr>
            <a:xfrm>
              <a:off x="6972725" y="1992475"/>
              <a:ext cx="6875" cy="5600"/>
            </a:xfrm>
            <a:custGeom>
              <a:avLst/>
              <a:gdLst/>
              <a:ahLst/>
              <a:cxnLst/>
              <a:rect l="l" t="t" r="r" b="b"/>
              <a:pathLst>
                <a:path w="275" h="224" extrusionOk="0">
                  <a:moveTo>
                    <a:pt x="129" y="0"/>
                  </a:moveTo>
                  <a:cubicBezTo>
                    <a:pt x="81" y="0"/>
                    <a:pt x="40" y="22"/>
                    <a:pt x="23" y="55"/>
                  </a:cubicBezTo>
                  <a:cubicBezTo>
                    <a:pt x="0" y="123"/>
                    <a:pt x="23" y="192"/>
                    <a:pt x="69" y="215"/>
                  </a:cubicBezTo>
                  <a:cubicBezTo>
                    <a:pt x="87" y="221"/>
                    <a:pt x="105" y="224"/>
                    <a:pt x="123" y="224"/>
                  </a:cubicBezTo>
                  <a:cubicBezTo>
                    <a:pt x="171" y="224"/>
                    <a:pt x="212" y="203"/>
                    <a:pt x="229" y="169"/>
                  </a:cubicBezTo>
                  <a:cubicBezTo>
                    <a:pt x="274" y="101"/>
                    <a:pt x="251" y="32"/>
                    <a:pt x="183" y="9"/>
                  </a:cubicBezTo>
                  <a:cubicBezTo>
                    <a:pt x="165" y="3"/>
                    <a:pt x="146"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6" name="Google Shape;4976;p26"/>
            <p:cNvSpPr/>
            <p:nvPr/>
          </p:nvSpPr>
          <p:spPr>
            <a:xfrm>
              <a:off x="6098500" y="1334300"/>
              <a:ext cx="10300" cy="8925"/>
            </a:xfrm>
            <a:custGeom>
              <a:avLst/>
              <a:gdLst/>
              <a:ahLst/>
              <a:cxnLst/>
              <a:rect l="l" t="t" r="r" b="b"/>
              <a:pathLst>
                <a:path w="412" h="357" extrusionOk="0">
                  <a:moveTo>
                    <a:pt x="202" y="1"/>
                  </a:moveTo>
                  <a:cubicBezTo>
                    <a:pt x="138" y="1"/>
                    <a:pt x="80" y="43"/>
                    <a:pt x="47" y="110"/>
                  </a:cubicBezTo>
                  <a:cubicBezTo>
                    <a:pt x="1" y="179"/>
                    <a:pt x="47" y="293"/>
                    <a:pt x="138" y="338"/>
                  </a:cubicBezTo>
                  <a:cubicBezTo>
                    <a:pt x="156" y="351"/>
                    <a:pt x="178" y="356"/>
                    <a:pt x="201" y="356"/>
                  </a:cubicBezTo>
                  <a:cubicBezTo>
                    <a:pt x="263" y="356"/>
                    <a:pt x="333" y="314"/>
                    <a:pt x="366" y="247"/>
                  </a:cubicBezTo>
                  <a:cubicBezTo>
                    <a:pt x="412" y="179"/>
                    <a:pt x="366" y="64"/>
                    <a:pt x="275" y="19"/>
                  </a:cubicBezTo>
                  <a:cubicBezTo>
                    <a:pt x="250" y="7"/>
                    <a:pt x="226" y="1"/>
                    <a:pt x="20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7" name="Google Shape;4977;p26"/>
            <p:cNvSpPr/>
            <p:nvPr/>
          </p:nvSpPr>
          <p:spPr>
            <a:xfrm>
              <a:off x="5459975" y="1611075"/>
              <a:ext cx="10875" cy="9475"/>
            </a:xfrm>
            <a:custGeom>
              <a:avLst/>
              <a:gdLst/>
              <a:ahLst/>
              <a:cxnLst/>
              <a:rect l="l" t="t" r="r" b="b"/>
              <a:pathLst>
                <a:path w="435" h="379" extrusionOk="0">
                  <a:moveTo>
                    <a:pt x="221" y="0"/>
                  </a:moveTo>
                  <a:cubicBezTo>
                    <a:pt x="150" y="0"/>
                    <a:pt x="79" y="43"/>
                    <a:pt x="46" y="109"/>
                  </a:cubicBezTo>
                  <a:cubicBezTo>
                    <a:pt x="0" y="201"/>
                    <a:pt x="46" y="315"/>
                    <a:pt x="137" y="360"/>
                  </a:cubicBezTo>
                  <a:cubicBezTo>
                    <a:pt x="162" y="373"/>
                    <a:pt x="188" y="378"/>
                    <a:pt x="214" y="378"/>
                  </a:cubicBezTo>
                  <a:cubicBezTo>
                    <a:pt x="285" y="378"/>
                    <a:pt x="355" y="336"/>
                    <a:pt x="388" y="269"/>
                  </a:cubicBezTo>
                  <a:cubicBezTo>
                    <a:pt x="434" y="178"/>
                    <a:pt x="388"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8" name="Google Shape;4978;p26"/>
            <p:cNvSpPr/>
            <p:nvPr/>
          </p:nvSpPr>
          <p:spPr>
            <a:xfrm>
              <a:off x="6440325" y="1172475"/>
              <a:ext cx="6875" cy="5975"/>
            </a:xfrm>
            <a:custGeom>
              <a:avLst/>
              <a:gdLst/>
              <a:ahLst/>
              <a:cxnLst/>
              <a:rect l="l" t="t" r="r" b="b"/>
              <a:pathLst>
                <a:path w="275" h="239" extrusionOk="0">
                  <a:moveTo>
                    <a:pt x="142" y="0"/>
                  </a:moveTo>
                  <a:cubicBezTo>
                    <a:pt x="102" y="0"/>
                    <a:pt x="56" y="22"/>
                    <a:pt x="23" y="55"/>
                  </a:cubicBezTo>
                  <a:cubicBezTo>
                    <a:pt x="0" y="124"/>
                    <a:pt x="23" y="192"/>
                    <a:pt x="92" y="215"/>
                  </a:cubicBezTo>
                  <a:cubicBezTo>
                    <a:pt x="108" y="231"/>
                    <a:pt x="127" y="239"/>
                    <a:pt x="147" y="239"/>
                  </a:cubicBezTo>
                  <a:cubicBezTo>
                    <a:pt x="183" y="239"/>
                    <a:pt x="222" y="213"/>
                    <a:pt x="251" y="169"/>
                  </a:cubicBezTo>
                  <a:cubicBezTo>
                    <a:pt x="274" y="101"/>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9" name="Google Shape;4979;p26"/>
            <p:cNvSpPr/>
            <p:nvPr/>
          </p:nvSpPr>
          <p:spPr>
            <a:xfrm>
              <a:off x="5753850" y="2000125"/>
              <a:ext cx="10875" cy="9125"/>
            </a:xfrm>
            <a:custGeom>
              <a:avLst/>
              <a:gdLst/>
              <a:ahLst/>
              <a:cxnLst/>
              <a:rect l="l" t="t" r="r" b="b"/>
              <a:pathLst>
                <a:path w="435" h="365" extrusionOk="0">
                  <a:moveTo>
                    <a:pt x="202" y="0"/>
                  </a:moveTo>
                  <a:cubicBezTo>
                    <a:pt x="137" y="0"/>
                    <a:pt x="76" y="30"/>
                    <a:pt x="46" y="91"/>
                  </a:cubicBezTo>
                  <a:cubicBezTo>
                    <a:pt x="0" y="183"/>
                    <a:pt x="46" y="297"/>
                    <a:pt x="137" y="342"/>
                  </a:cubicBezTo>
                  <a:cubicBezTo>
                    <a:pt x="166" y="357"/>
                    <a:pt x="197" y="364"/>
                    <a:pt x="228" y="364"/>
                  </a:cubicBezTo>
                  <a:cubicBezTo>
                    <a:pt x="294" y="364"/>
                    <a:pt x="357" y="329"/>
                    <a:pt x="388" y="251"/>
                  </a:cubicBezTo>
                  <a:cubicBezTo>
                    <a:pt x="434" y="160"/>
                    <a:pt x="388" y="69"/>
                    <a:pt x="297" y="23"/>
                  </a:cubicBezTo>
                  <a:cubicBezTo>
                    <a:pt x="267" y="8"/>
                    <a:pt x="234" y="0"/>
                    <a:pt x="20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0" name="Google Shape;4980;p26"/>
            <p:cNvSpPr/>
            <p:nvPr/>
          </p:nvSpPr>
          <p:spPr>
            <a:xfrm>
              <a:off x="5555275" y="1919775"/>
              <a:ext cx="9725" cy="6750"/>
            </a:xfrm>
            <a:custGeom>
              <a:avLst/>
              <a:gdLst/>
              <a:ahLst/>
              <a:cxnLst/>
              <a:rect l="l" t="t" r="r" b="b"/>
              <a:pathLst>
                <a:path w="389" h="270" extrusionOk="0">
                  <a:moveTo>
                    <a:pt x="175" y="1"/>
                  </a:moveTo>
                  <a:cubicBezTo>
                    <a:pt x="104" y="1"/>
                    <a:pt x="34" y="43"/>
                    <a:pt x="0" y="110"/>
                  </a:cubicBezTo>
                  <a:lnTo>
                    <a:pt x="343" y="270"/>
                  </a:lnTo>
                  <a:cubicBezTo>
                    <a:pt x="388" y="178"/>
                    <a:pt x="343" y="64"/>
                    <a:pt x="251" y="19"/>
                  </a:cubicBezTo>
                  <a:cubicBezTo>
                    <a:pt x="227" y="6"/>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1" name="Google Shape;4981;p26"/>
            <p:cNvSpPr/>
            <p:nvPr/>
          </p:nvSpPr>
          <p:spPr>
            <a:xfrm>
              <a:off x="5732175" y="1999525"/>
              <a:ext cx="6300" cy="4600"/>
            </a:xfrm>
            <a:custGeom>
              <a:avLst/>
              <a:gdLst/>
              <a:ahLst/>
              <a:cxnLst/>
              <a:rect l="l" t="t" r="r" b="b"/>
              <a:pathLst>
                <a:path w="252" h="184" extrusionOk="0">
                  <a:moveTo>
                    <a:pt x="99" y="0"/>
                  </a:moveTo>
                  <a:cubicBezTo>
                    <a:pt x="58" y="0"/>
                    <a:pt x="15" y="25"/>
                    <a:pt x="0" y="70"/>
                  </a:cubicBezTo>
                  <a:lnTo>
                    <a:pt x="228" y="184"/>
                  </a:lnTo>
                  <a:cubicBezTo>
                    <a:pt x="251" y="115"/>
                    <a:pt x="228" y="47"/>
                    <a:pt x="160" y="24"/>
                  </a:cubicBezTo>
                  <a:cubicBezTo>
                    <a:pt x="144" y="8"/>
                    <a:pt x="122" y="0"/>
                    <a:pt x="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2" name="Google Shape;4982;p26"/>
            <p:cNvSpPr/>
            <p:nvPr/>
          </p:nvSpPr>
          <p:spPr>
            <a:xfrm>
              <a:off x="5594650" y="1920000"/>
              <a:ext cx="6300" cy="5600"/>
            </a:xfrm>
            <a:custGeom>
              <a:avLst/>
              <a:gdLst/>
              <a:ahLst/>
              <a:cxnLst/>
              <a:rect l="l" t="t" r="r" b="b"/>
              <a:pathLst>
                <a:path w="252" h="224" extrusionOk="0">
                  <a:moveTo>
                    <a:pt x="129" y="1"/>
                  </a:moveTo>
                  <a:cubicBezTo>
                    <a:pt x="81" y="1"/>
                    <a:pt x="40" y="22"/>
                    <a:pt x="23" y="55"/>
                  </a:cubicBezTo>
                  <a:cubicBezTo>
                    <a:pt x="0" y="101"/>
                    <a:pt x="23" y="169"/>
                    <a:pt x="69" y="215"/>
                  </a:cubicBezTo>
                  <a:cubicBezTo>
                    <a:pt x="86" y="221"/>
                    <a:pt x="103" y="224"/>
                    <a:pt x="119" y="224"/>
                  </a:cubicBezTo>
                  <a:cubicBezTo>
                    <a:pt x="168" y="224"/>
                    <a:pt x="211" y="198"/>
                    <a:pt x="228" y="146"/>
                  </a:cubicBezTo>
                  <a:cubicBezTo>
                    <a:pt x="251" y="101"/>
                    <a:pt x="228" y="32"/>
                    <a:pt x="183" y="10"/>
                  </a:cubicBezTo>
                  <a:cubicBezTo>
                    <a:pt x="164" y="3"/>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3" name="Google Shape;4983;p26"/>
            <p:cNvSpPr/>
            <p:nvPr/>
          </p:nvSpPr>
          <p:spPr>
            <a:xfrm>
              <a:off x="5470825" y="1831575"/>
              <a:ext cx="8000" cy="6975"/>
            </a:xfrm>
            <a:custGeom>
              <a:avLst/>
              <a:gdLst/>
              <a:ahLst/>
              <a:cxnLst/>
              <a:rect l="l" t="t" r="r" b="b"/>
              <a:pathLst>
                <a:path w="320" h="279" extrusionOk="0">
                  <a:moveTo>
                    <a:pt x="164" y="0"/>
                  </a:moveTo>
                  <a:cubicBezTo>
                    <a:pt x="118" y="0"/>
                    <a:pt x="63" y="26"/>
                    <a:pt x="46" y="77"/>
                  </a:cubicBezTo>
                  <a:cubicBezTo>
                    <a:pt x="0" y="146"/>
                    <a:pt x="23" y="237"/>
                    <a:pt x="91" y="260"/>
                  </a:cubicBezTo>
                  <a:cubicBezTo>
                    <a:pt x="110" y="272"/>
                    <a:pt x="131" y="278"/>
                    <a:pt x="152" y="278"/>
                  </a:cubicBezTo>
                  <a:cubicBezTo>
                    <a:pt x="205" y="278"/>
                    <a:pt x="258" y="241"/>
                    <a:pt x="274" y="191"/>
                  </a:cubicBezTo>
                  <a:cubicBezTo>
                    <a:pt x="320" y="123"/>
                    <a:pt x="274" y="54"/>
                    <a:pt x="205" y="9"/>
                  </a:cubicBezTo>
                  <a:cubicBezTo>
                    <a:pt x="194" y="3"/>
                    <a:pt x="180" y="0"/>
                    <a:pt x="16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4" name="Google Shape;4984;p26"/>
            <p:cNvSpPr/>
            <p:nvPr/>
          </p:nvSpPr>
          <p:spPr>
            <a:xfrm>
              <a:off x="5824025" y="2025000"/>
              <a:ext cx="6300" cy="5600"/>
            </a:xfrm>
            <a:custGeom>
              <a:avLst/>
              <a:gdLst/>
              <a:ahLst/>
              <a:cxnLst/>
              <a:rect l="l" t="t" r="r" b="b"/>
              <a:pathLst>
                <a:path w="252" h="224" extrusionOk="0">
                  <a:moveTo>
                    <a:pt x="129" y="0"/>
                  </a:moveTo>
                  <a:cubicBezTo>
                    <a:pt x="82" y="0"/>
                    <a:pt x="40" y="22"/>
                    <a:pt x="24" y="55"/>
                  </a:cubicBezTo>
                  <a:cubicBezTo>
                    <a:pt x="1" y="123"/>
                    <a:pt x="24" y="192"/>
                    <a:pt x="69" y="215"/>
                  </a:cubicBezTo>
                  <a:cubicBezTo>
                    <a:pt x="88" y="221"/>
                    <a:pt x="106" y="224"/>
                    <a:pt x="124" y="224"/>
                  </a:cubicBezTo>
                  <a:cubicBezTo>
                    <a:pt x="171" y="224"/>
                    <a:pt x="212" y="203"/>
                    <a:pt x="229" y="169"/>
                  </a:cubicBezTo>
                  <a:cubicBezTo>
                    <a:pt x="252" y="101"/>
                    <a:pt x="229" y="32"/>
                    <a:pt x="184"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5" name="Google Shape;4985;p26"/>
            <p:cNvSpPr/>
            <p:nvPr/>
          </p:nvSpPr>
          <p:spPr>
            <a:xfrm>
              <a:off x="5483375" y="1880975"/>
              <a:ext cx="8000" cy="5600"/>
            </a:xfrm>
            <a:custGeom>
              <a:avLst/>
              <a:gdLst/>
              <a:ahLst/>
              <a:cxnLst/>
              <a:rect l="l" t="t" r="r" b="b"/>
              <a:pathLst>
                <a:path w="320" h="224" extrusionOk="0">
                  <a:moveTo>
                    <a:pt x="153" y="0"/>
                  </a:moveTo>
                  <a:cubicBezTo>
                    <a:pt x="90" y="0"/>
                    <a:pt x="33" y="38"/>
                    <a:pt x="0" y="87"/>
                  </a:cubicBezTo>
                  <a:lnTo>
                    <a:pt x="297" y="224"/>
                  </a:lnTo>
                  <a:cubicBezTo>
                    <a:pt x="320" y="155"/>
                    <a:pt x="297" y="64"/>
                    <a:pt x="228" y="18"/>
                  </a:cubicBezTo>
                  <a:cubicBezTo>
                    <a:pt x="203" y="6"/>
                    <a:pt x="177" y="0"/>
                    <a:pt x="15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6" name="Google Shape;4986;p26"/>
            <p:cNvSpPr/>
            <p:nvPr/>
          </p:nvSpPr>
          <p:spPr>
            <a:xfrm>
              <a:off x="5531300" y="1895800"/>
              <a:ext cx="9725" cy="6750"/>
            </a:xfrm>
            <a:custGeom>
              <a:avLst/>
              <a:gdLst/>
              <a:ahLst/>
              <a:cxnLst/>
              <a:rect l="l" t="t" r="r" b="b"/>
              <a:pathLst>
                <a:path w="389" h="270" extrusionOk="0">
                  <a:moveTo>
                    <a:pt x="175" y="1"/>
                  </a:moveTo>
                  <a:cubicBezTo>
                    <a:pt x="104" y="1"/>
                    <a:pt x="34" y="43"/>
                    <a:pt x="1" y="110"/>
                  </a:cubicBezTo>
                  <a:lnTo>
                    <a:pt x="343" y="270"/>
                  </a:lnTo>
                  <a:cubicBezTo>
                    <a:pt x="389" y="179"/>
                    <a:pt x="343" y="65"/>
                    <a:pt x="252" y="19"/>
                  </a:cubicBezTo>
                  <a:cubicBezTo>
                    <a:pt x="227" y="7"/>
                    <a:pt x="201"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7" name="Google Shape;4987;p26"/>
            <p:cNvSpPr/>
            <p:nvPr/>
          </p:nvSpPr>
          <p:spPr>
            <a:xfrm>
              <a:off x="5545000" y="1905175"/>
              <a:ext cx="8000" cy="5375"/>
            </a:xfrm>
            <a:custGeom>
              <a:avLst/>
              <a:gdLst/>
              <a:ahLst/>
              <a:cxnLst/>
              <a:rect l="l" t="t" r="r" b="b"/>
              <a:pathLst>
                <a:path w="320" h="215" extrusionOk="0">
                  <a:moveTo>
                    <a:pt x="151" y="0"/>
                  </a:moveTo>
                  <a:cubicBezTo>
                    <a:pt x="95" y="0"/>
                    <a:pt x="35" y="26"/>
                    <a:pt x="0" y="78"/>
                  </a:cubicBezTo>
                  <a:lnTo>
                    <a:pt x="274" y="214"/>
                  </a:lnTo>
                  <a:cubicBezTo>
                    <a:pt x="320" y="146"/>
                    <a:pt x="274" y="55"/>
                    <a:pt x="206" y="9"/>
                  </a:cubicBezTo>
                  <a:cubicBezTo>
                    <a:pt x="189" y="3"/>
                    <a:pt x="170" y="0"/>
                    <a:pt x="15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8" name="Google Shape;4988;p26"/>
            <p:cNvSpPr/>
            <p:nvPr/>
          </p:nvSpPr>
          <p:spPr>
            <a:xfrm>
              <a:off x="5637450" y="1849250"/>
              <a:ext cx="8000" cy="7300"/>
            </a:xfrm>
            <a:custGeom>
              <a:avLst/>
              <a:gdLst/>
              <a:ahLst/>
              <a:cxnLst/>
              <a:rect l="l" t="t" r="r" b="b"/>
              <a:pathLst>
                <a:path w="320" h="292" extrusionOk="0">
                  <a:moveTo>
                    <a:pt x="174" y="1"/>
                  </a:moveTo>
                  <a:cubicBezTo>
                    <a:pt x="118" y="1"/>
                    <a:pt x="63" y="26"/>
                    <a:pt x="46" y="78"/>
                  </a:cubicBezTo>
                  <a:cubicBezTo>
                    <a:pt x="0" y="146"/>
                    <a:pt x="23" y="237"/>
                    <a:pt x="91" y="283"/>
                  </a:cubicBezTo>
                  <a:cubicBezTo>
                    <a:pt x="114" y="289"/>
                    <a:pt x="136" y="292"/>
                    <a:pt x="156" y="292"/>
                  </a:cubicBezTo>
                  <a:cubicBezTo>
                    <a:pt x="215" y="292"/>
                    <a:pt x="263" y="266"/>
                    <a:pt x="297" y="215"/>
                  </a:cubicBezTo>
                  <a:cubicBezTo>
                    <a:pt x="320" y="146"/>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9" name="Google Shape;4989;p26"/>
            <p:cNvSpPr/>
            <p:nvPr/>
          </p:nvSpPr>
          <p:spPr>
            <a:xfrm>
              <a:off x="5412050" y="1658300"/>
              <a:ext cx="9150" cy="7900"/>
            </a:xfrm>
            <a:custGeom>
              <a:avLst/>
              <a:gdLst/>
              <a:ahLst/>
              <a:cxnLst/>
              <a:rect l="l" t="t" r="r" b="b"/>
              <a:pathLst>
                <a:path w="366" h="316" extrusionOk="0">
                  <a:moveTo>
                    <a:pt x="184" y="1"/>
                  </a:moveTo>
                  <a:cubicBezTo>
                    <a:pt x="127" y="1"/>
                    <a:pt x="76" y="31"/>
                    <a:pt x="46" y="92"/>
                  </a:cubicBezTo>
                  <a:cubicBezTo>
                    <a:pt x="0" y="160"/>
                    <a:pt x="46" y="275"/>
                    <a:pt x="114" y="297"/>
                  </a:cubicBezTo>
                  <a:cubicBezTo>
                    <a:pt x="140" y="310"/>
                    <a:pt x="165" y="316"/>
                    <a:pt x="190" y="316"/>
                  </a:cubicBezTo>
                  <a:cubicBezTo>
                    <a:pt x="253" y="316"/>
                    <a:pt x="310" y="278"/>
                    <a:pt x="342" y="229"/>
                  </a:cubicBezTo>
                  <a:cubicBezTo>
                    <a:pt x="365" y="160"/>
                    <a:pt x="342" y="46"/>
                    <a:pt x="274" y="24"/>
                  </a:cubicBezTo>
                  <a:cubicBezTo>
                    <a:pt x="244" y="8"/>
                    <a:pt x="213" y="1"/>
                    <a:pt x="1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0" name="Google Shape;4990;p26"/>
            <p:cNvSpPr/>
            <p:nvPr/>
          </p:nvSpPr>
          <p:spPr>
            <a:xfrm>
              <a:off x="5729875" y="1918300"/>
              <a:ext cx="6875" cy="6150"/>
            </a:xfrm>
            <a:custGeom>
              <a:avLst/>
              <a:gdLst/>
              <a:ahLst/>
              <a:cxnLst/>
              <a:rect l="l" t="t" r="r" b="b"/>
              <a:pathLst>
                <a:path w="275" h="246" extrusionOk="0">
                  <a:moveTo>
                    <a:pt x="139" y="0"/>
                  </a:moveTo>
                  <a:cubicBezTo>
                    <a:pt x="94" y="0"/>
                    <a:pt x="40" y="21"/>
                    <a:pt x="24" y="55"/>
                  </a:cubicBezTo>
                  <a:cubicBezTo>
                    <a:pt x="1" y="123"/>
                    <a:pt x="24" y="192"/>
                    <a:pt x="92" y="237"/>
                  </a:cubicBezTo>
                  <a:cubicBezTo>
                    <a:pt x="103" y="243"/>
                    <a:pt x="116" y="246"/>
                    <a:pt x="130" y="246"/>
                  </a:cubicBezTo>
                  <a:cubicBezTo>
                    <a:pt x="171" y="246"/>
                    <a:pt x="218" y="220"/>
                    <a:pt x="252" y="169"/>
                  </a:cubicBezTo>
                  <a:cubicBezTo>
                    <a:pt x="275" y="100"/>
                    <a:pt x="252" y="32"/>
                    <a:pt x="183" y="9"/>
                  </a:cubicBezTo>
                  <a:cubicBezTo>
                    <a:pt x="171" y="3"/>
                    <a:pt x="156" y="0"/>
                    <a:pt x="13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1" name="Google Shape;4991;p26"/>
            <p:cNvSpPr/>
            <p:nvPr/>
          </p:nvSpPr>
          <p:spPr>
            <a:xfrm>
              <a:off x="6047150" y="1980500"/>
              <a:ext cx="6300" cy="5600"/>
            </a:xfrm>
            <a:custGeom>
              <a:avLst/>
              <a:gdLst/>
              <a:ahLst/>
              <a:cxnLst/>
              <a:rect l="l" t="t" r="r" b="b"/>
              <a:pathLst>
                <a:path w="252" h="224" extrusionOk="0">
                  <a:moveTo>
                    <a:pt x="129" y="0"/>
                  </a:moveTo>
                  <a:cubicBezTo>
                    <a:pt x="81" y="0"/>
                    <a:pt x="40" y="21"/>
                    <a:pt x="23" y="55"/>
                  </a:cubicBezTo>
                  <a:cubicBezTo>
                    <a:pt x="1" y="123"/>
                    <a:pt x="23" y="192"/>
                    <a:pt x="69" y="214"/>
                  </a:cubicBezTo>
                  <a:cubicBezTo>
                    <a:pt x="87" y="221"/>
                    <a:pt x="106" y="223"/>
                    <a:pt x="123" y="223"/>
                  </a:cubicBezTo>
                  <a:cubicBezTo>
                    <a:pt x="171" y="223"/>
                    <a:pt x="212" y="202"/>
                    <a:pt x="229" y="169"/>
                  </a:cubicBezTo>
                  <a:cubicBezTo>
                    <a:pt x="252" y="100"/>
                    <a:pt x="229" y="32"/>
                    <a:pt x="183" y="9"/>
                  </a:cubicBezTo>
                  <a:cubicBezTo>
                    <a:pt x="165" y="3"/>
                    <a:pt x="147" y="0"/>
                    <a:pt x="12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2" name="Google Shape;4992;p26"/>
            <p:cNvSpPr/>
            <p:nvPr/>
          </p:nvSpPr>
          <p:spPr>
            <a:xfrm>
              <a:off x="5610050" y="1857575"/>
              <a:ext cx="8575" cy="7550"/>
            </a:xfrm>
            <a:custGeom>
              <a:avLst/>
              <a:gdLst/>
              <a:ahLst/>
              <a:cxnLst/>
              <a:rect l="l" t="t" r="r" b="b"/>
              <a:pathLst>
                <a:path w="343" h="302" extrusionOk="0">
                  <a:moveTo>
                    <a:pt x="167" y="0"/>
                  </a:moveTo>
                  <a:cubicBezTo>
                    <a:pt x="113" y="0"/>
                    <a:pt x="56" y="38"/>
                    <a:pt x="23" y="87"/>
                  </a:cubicBezTo>
                  <a:cubicBezTo>
                    <a:pt x="0" y="156"/>
                    <a:pt x="23" y="247"/>
                    <a:pt x="92" y="292"/>
                  </a:cubicBezTo>
                  <a:cubicBezTo>
                    <a:pt x="115" y="298"/>
                    <a:pt x="136" y="301"/>
                    <a:pt x="156" y="301"/>
                  </a:cubicBezTo>
                  <a:cubicBezTo>
                    <a:pt x="216" y="301"/>
                    <a:pt x="263" y="275"/>
                    <a:pt x="297" y="224"/>
                  </a:cubicBezTo>
                  <a:cubicBezTo>
                    <a:pt x="343" y="133"/>
                    <a:pt x="297" y="41"/>
                    <a:pt x="229" y="19"/>
                  </a:cubicBezTo>
                  <a:cubicBezTo>
                    <a:pt x="210" y="6"/>
                    <a:pt x="189" y="0"/>
                    <a:pt x="16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3" name="Google Shape;4993;p26"/>
            <p:cNvSpPr/>
            <p:nvPr/>
          </p:nvSpPr>
          <p:spPr>
            <a:xfrm>
              <a:off x="5524450" y="1897975"/>
              <a:ext cx="9150" cy="6300"/>
            </a:xfrm>
            <a:custGeom>
              <a:avLst/>
              <a:gdLst/>
              <a:ahLst/>
              <a:cxnLst/>
              <a:rect l="l" t="t" r="r" b="b"/>
              <a:pathLst>
                <a:path w="366" h="252" extrusionOk="0">
                  <a:moveTo>
                    <a:pt x="134" y="0"/>
                  </a:moveTo>
                  <a:cubicBezTo>
                    <a:pt x="72" y="0"/>
                    <a:pt x="16" y="31"/>
                    <a:pt x="1" y="92"/>
                  </a:cubicBezTo>
                  <a:lnTo>
                    <a:pt x="320" y="251"/>
                  </a:lnTo>
                  <a:cubicBezTo>
                    <a:pt x="366" y="160"/>
                    <a:pt x="320" y="46"/>
                    <a:pt x="229" y="23"/>
                  </a:cubicBezTo>
                  <a:cubicBezTo>
                    <a:pt x="198" y="8"/>
                    <a:pt x="165" y="0"/>
                    <a:pt x="13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4" name="Google Shape;4994;p26"/>
            <p:cNvSpPr/>
            <p:nvPr/>
          </p:nvSpPr>
          <p:spPr>
            <a:xfrm>
              <a:off x="5667100" y="1939975"/>
              <a:ext cx="6875" cy="6550"/>
            </a:xfrm>
            <a:custGeom>
              <a:avLst/>
              <a:gdLst/>
              <a:ahLst/>
              <a:cxnLst/>
              <a:rect l="l" t="t" r="r" b="b"/>
              <a:pathLst>
                <a:path w="275" h="262" extrusionOk="0">
                  <a:moveTo>
                    <a:pt x="143" y="1"/>
                  </a:moveTo>
                  <a:cubicBezTo>
                    <a:pt x="97" y="1"/>
                    <a:pt x="41" y="27"/>
                    <a:pt x="24" y="78"/>
                  </a:cubicBezTo>
                  <a:cubicBezTo>
                    <a:pt x="1" y="146"/>
                    <a:pt x="24" y="215"/>
                    <a:pt x="92" y="238"/>
                  </a:cubicBezTo>
                  <a:cubicBezTo>
                    <a:pt x="108" y="254"/>
                    <a:pt x="130" y="261"/>
                    <a:pt x="153" y="261"/>
                  </a:cubicBezTo>
                  <a:cubicBezTo>
                    <a:pt x="194" y="261"/>
                    <a:pt x="237" y="236"/>
                    <a:pt x="252" y="192"/>
                  </a:cubicBezTo>
                  <a:cubicBezTo>
                    <a:pt x="275" y="124"/>
                    <a:pt x="252" y="55"/>
                    <a:pt x="184" y="9"/>
                  </a:cubicBezTo>
                  <a:cubicBezTo>
                    <a:pt x="172" y="4"/>
                    <a:pt x="158"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5" name="Google Shape;4995;p26"/>
            <p:cNvSpPr/>
            <p:nvPr/>
          </p:nvSpPr>
          <p:spPr>
            <a:xfrm>
              <a:off x="5602625" y="1671225"/>
              <a:ext cx="9150" cy="7850"/>
            </a:xfrm>
            <a:custGeom>
              <a:avLst/>
              <a:gdLst/>
              <a:ahLst/>
              <a:cxnLst/>
              <a:rect l="l" t="t" r="r" b="b"/>
              <a:pathLst>
                <a:path w="366" h="314" extrusionOk="0">
                  <a:moveTo>
                    <a:pt x="194" y="0"/>
                  </a:moveTo>
                  <a:cubicBezTo>
                    <a:pt x="132" y="0"/>
                    <a:pt x="63" y="26"/>
                    <a:pt x="46" y="77"/>
                  </a:cubicBezTo>
                  <a:cubicBezTo>
                    <a:pt x="1" y="168"/>
                    <a:pt x="46" y="260"/>
                    <a:pt x="115" y="305"/>
                  </a:cubicBezTo>
                  <a:cubicBezTo>
                    <a:pt x="131" y="311"/>
                    <a:pt x="150" y="314"/>
                    <a:pt x="169" y="314"/>
                  </a:cubicBezTo>
                  <a:cubicBezTo>
                    <a:pt x="232" y="314"/>
                    <a:pt x="303" y="284"/>
                    <a:pt x="320" y="214"/>
                  </a:cubicBezTo>
                  <a:cubicBezTo>
                    <a:pt x="366" y="146"/>
                    <a:pt x="320" y="54"/>
                    <a:pt x="252" y="9"/>
                  </a:cubicBezTo>
                  <a:cubicBezTo>
                    <a:pt x="235" y="3"/>
                    <a:pt x="215" y="0"/>
                    <a:pt x="19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6" name="Google Shape;4996;p26"/>
            <p:cNvSpPr/>
            <p:nvPr/>
          </p:nvSpPr>
          <p:spPr>
            <a:xfrm>
              <a:off x="5567250" y="1918075"/>
              <a:ext cx="12000" cy="10050"/>
            </a:xfrm>
            <a:custGeom>
              <a:avLst/>
              <a:gdLst/>
              <a:ahLst/>
              <a:cxnLst/>
              <a:rect l="l" t="t" r="r" b="b"/>
              <a:pathLst>
                <a:path w="480" h="402" extrusionOk="0">
                  <a:moveTo>
                    <a:pt x="252" y="0"/>
                  </a:moveTo>
                  <a:cubicBezTo>
                    <a:pt x="173" y="0"/>
                    <a:pt x="102" y="43"/>
                    <a:pt x="69" y="109"/>
                  </a:cubicBezTo>
                  <a:cubicBezTo>
                    <a:pt x="1" y="201"/>
                    <a:pt x="46" y="338"/>
                    <a:pt x="160" y="383"/>
                  </a:cubicBezTo>
                  <a:cubicBezTo>
                    <a:pt x="185" y="395"/>
                    <a:pt x="211" y="401"/>
                    <a:pt x="237" y="401"/>
                  </a:cubicBezTo>
                  <a:cubicBezTo>
                    <a:pt x="309" y="401"/>
                    <a:pt x="384" y="359"/>
                    <a:pt x="434" y="292"/>
                  </a:cubicBezTo>
                  <a:cubicBezTo>
                    <a:pt x="480" y="178"/>
                    <a:pt x="434" y="64"/>
                    <a:pt x="343" y="18"/>
                  </a:cubicBezTo>
                  <a:cubicBezTo>
                    <a:pt x="312" y="6"/>
                    <a:pt x="282" y="0"/>
                    <a:pt x="2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7" name="Google Shape;4997;p26"/>
            <p:cNvSpPr/>
            <p:nvPr/>
          </p:nvSpPr>
          <p:spPr>
            <a:xfrm>
              <a:off x="5586650" y="1860425"/>
              <a:ext cx="9725" cy="8925"/>
            </a:xfrm>
            <a:custGeom>
              <a:avLst/>
              <a:gdLst/>
              <a:ahLst/>
              <a:cxnLst/>
              <a:rect l="l" t="t" r="r" b="b"/>
              <a:pathLst>
                <a:path w="389" h="357" extrusionOk="0">
                  <a:moveTo>
                    <a:pt x="198" y="1"/>
                  </a:moveTo>
                  <a:cubicBezTo>
                    <a:pt x="129" y="1"/>
                    <a:pt x="63" y="43"/>
                    <a:pt x="46" y="110"/>
                  </a:cubicBezTo>
                  <a:cubicBezTo>
                    <a:pt x="1" y="201"/>
                    <a:pt x="23" y="293"/>
                    <a:pt x="115" y="338"/>
                  </a:cubicBezTo>
                  <a:cubicBezTo>
                    <a:pt x="139" y="350"/>
                    <a:pt x="165" y="356"/>
                    <a:pt x="191" y="356"/>
                  </a:cubicBezTo>
                  <a:cubicBezTo>
                    <a:pt x="261" y="356"/>
                    <a:pt x="326" y="314"/>
                    <a:pt x="343" y="247"/>
                  </a:cubicBezTo>
                  <a:cubicBezTo>
                    <a:pt x="389" y="178"/>
                    <a:pt x="366" y="64"/>
                    <a:pt x="275" y="19"/>
                  </a:cubicBezTo>
                  <a:cubicBezTo>
                    <a:pt x="250" y="6"/>
                    <a:pt x="224" y="1"/>
                    <a:pt x="19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8" name="Google Shape;4998;p26"/>
            <p:cNvSpPr/>
            <p:nvPr/>
          </p:nvSpPr>
          <p:spPr>
            <a:xfrm>
              <a:off x="5506775" y="1835200"/>
              <a:ext cx="10275" cy="9025"/>
            </a:xfrm>
            <a:custGeom>
              <a:avLst/>
              <a:gdLst/>
              <a:ahLst/>
              <a:cxnLst/>
              <a:rect l="l" t="t" r="r" b="b"/>
              <a:pathLst>
                <a:path w="411" h="361" extrusionOk="0">
                  <a:moveTo>
                    <a:pt x="178" y="1"/>
                  </a:moveTo>
                  <a:cubicBezTo>
                    <a:pt x="114" y="1"/>
                    <a:pt x="53" y="31"/>
                    <a:pt x="23" y="92"/>
                  </a:cubicBezTo>
                  <a:cubicBezTo>
                    <a:pt x="0" y="183"/>
                    <a:pt x="23" y="297"/>
                    <a:pt x="114" y="343"/>
                  </a:cubicBezTo>
                  <a:cubicBezTo>
                    <a:pt x="139" y="355"/>
                    <a:pt x="165" y="361"/>
                    <a:pt x="191" y="361"/>
                  </a:cubicBezTo>
                  <a:cubicBezTo>
                    <a:pt x="262" y="361"/>
                    <a:pt x="332" y="318"/>
                    <a:pt x="365" y="252"/>
                  </a:cubicBezTo>
                  <a:cubicBezTo>
                    <a:pt x="411" y="160"/>
                    <a:pt x="365" y="69"/>
                    <a:pt x="274" y="23"/>
                  </a:cubicBezTo>
                  <a:cubicBezTo>
                    <a:pt x="244" y="8"/>
                    <a:pt x="211" y="1"/>
                    <a:pt x="17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9" name="Google Shape;4999;p26"/>
            <p:cNvSpPr/>
            <p:nvPr/>
          </p:nvSpPr>
          <p:spPr>
            <a:xfrm>
              <a:off x="5715050" y="1973650"/>
              <a:ext cx="9725" cy="8675"/>
            </a:xfrm>
            <a:custGeom>
              <a:avLst/>
              <a:gdLst/>
              <a:ahLst/>
              <a:cxnLst/>
              <a:rect l="l" t="t" r="r" b="b"/>
              <a:pathLst>
                <a:path w="389" h="347" extrusionOk="0">
                  <a:moveTo>
                    <a:pt x="210" y="1"/>
                  </a:moveTo>
                  <a:cubicBezTo>
                    <a:pt x="142" y="1"/>
                    <a:pt x="81" y="31"/>
                    <a:pt x="46" y="100"/>
                  </a:cubicBezTo>
                  <a:cubicBezTo>
                    <a:pt x="0" y="192"/>
                    <a:pt x="23" y="283"/>
                    <a:pt x="114" y="329"/>
                  </a:cubicBezTo>
                  <a:cubicBezTo>
                    <a:pt x="139" y="341"/>
                    <a:pt x="163" y="347"/>
                    <a:pt x="187" y="347"/>
                  </a:cubicBezTo>
                  <a:cubicBezTo>
                    <a:pt x="251" y="347"/>
                    <a:pt x="309" y="304"/>
                    <a:pt x="343" y="237"/>
                  </a:cubicBezTo>
                  <a:cubicBezTo>
                    <a:pt x="388" y="169"/>
                    <a:pt x="343" y="55"/>
                    <a:pt x="274" y="9"/>
                  </a:cubicBezTo>
                  <a:cubicBezTo>
                    <a:pt x="253" y="4"/>
                    <a:pt x="231" y="1"/>
                    <a:pt x="21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0" name="Google Shape;5000;p26"/>
            <p:cNvSpPr/>
            <p:nvPr/>
          </p:nvSpPr>
          <p:spPr>
            <a:xfrm>
              <a:off x="5635150" y="1886675"/>
              <a:ext cx="11450" cy="10050"/>
            </a:xfrm>
            <a:custGeom>
              <a:avLst/>
              <a:gdLst/>
              <a:ahLst/>
              <a:cxnLst/>
              <a:rect l="l" t="t" r="r" b="b"/>
              <a:pathLst>
                <a:path w="458" h="402" extrusionOk="0">
                  <a:moveTo>
                    <a:pt x="240" y="1"/>
                  </a:moveTo>
                  <a:cubicBezTo>
                    <a:pt x="162" y="1"/>
                    <a:pt x="80" y="43"/>
                    <a:pt x="46" y="110"/>
                  </a:cubicBezTo>
                  <a:cubicBezTo>
                    <a:pt x="1" y="224"/>
                    <a:pt x="46" y="338"/>
                    <a:pt x="138" y="384"/>
                  </a:cubicBezTo>
                  <a:cubicBezTo>
                    <a:pt x="168" y="396"/>
                    <a:pt x="199" y="402"/>
                    <a:pt x="228" y="402"/>
                  </a:cubicBezTo>
                  <a:cubicBezTo>
                    <a:pt x="308" y="402"/>
                    <a:pt x="378" y="359"/>
                    <a:pt x="412" y="293"/>
                  </a:cubicBezTo>
                  <a:cubicBezTo>
                    <a:pt x="457" y="201"/>
                    <a:pt x="412" y="87"/>
                    <a:pt x="320" y="19"/>
                  </a:cubicBezTo>
                  <a:cubicBezTo>
                    <a:pt x="296" y="6"/>
                    <a:pt x="268" y="1"/>
                    <a:pt x="24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1" name="Google Shape;5001;p26"/>
            <p:cNvSpPr/>
            <p:nvPr/>
          </p:nvSpPr>
          <p:spPr>
            <a:xfrm>
              <a:off x="5784100" y="2033900"/>
              <a:ext cx="8000" cy="5600"/>
            </a:xfrm>
            <a:custGeom>
              <a:avLst/>
              <a:gdLst/>
              <a:ahLst/>
              <a:cxnLst/>
              <a:rect l="l" t="t" r="r" b="b"/>
              <a:pathLst>
                <a:path w="320" h="224" extrusionOk="0">
                  <a:moveTo>
                    <a:pt x="144" y="0"/>
                  </a:moveTo>
                  <a:cubicBezTo>
                    <a:pt x="90" y="0"/>
                    <a:pt x="33" y="38"/>
                    <a:pt x="0" y="87"/>
                  </a:cubicBezTo>
                  <a:lnTo>
                    <a:pt x="297" y="224"/>
                  </a:lnTo>
                  <a:cubicBezTo>
                    <a:pt x="320" y="133"/>
                    <a:pt x="297" y="41"/>
                    <a:pt x="206" y="19"/>
                  </a:cubicBezTo>
                  <a:cubicBezTo>
                    <a:pt x="186" y="6"/>
                    <a:pt x="166" y="0"/>
                    <a:pt x="144"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2" name="Google Shape;5002;p26"/>
            <p:cNvSpPr/>
            <p:nvPr/>
          </p:nvSpPr>
          <p:spPr>
            <a:xfrm>
              <a:off x="5501050" y="1784200"/>
              <a:ext cx="8600" cy="7650"/>
            </a:xfrm>
            <a:custGeom>
              <a:avLst/>
              <a:gdLst/>
              <a:ahLst/>
              <a:cxnLst/>
              <a:rect l="l" t="t" r="r" b="b"/>
              <a:pathLst>
                <a:path w="344" h="306" extrusionOk="0">
                  <a:moveTo>
                    <a:pt x="174" y="1"/>
                  </a:moveTo>
                  <a:cubicBezTo>
                    <a:pt x="118" y="1"/>
                    <a:pt x="58" y="26"/>
                    <a:pt x="24" y="78"/>
                  </a:cubicBezTo>
                  <a:cubicBezTo>
                    <a:pt x="1" y="169"/>
                    <a:pt x="24" y="260"/>
                    <a:pt x="92" y="283"/>
                  </a:cubicBezTo>
                  <a:cubicBezTo>
                    <a:pt x="123" y="298"/>
                    <a:pt x="153" y="306"/>
                    <a:pt x="181" y="306"/>
                  </a:cubicBezTo>
                  <a:cubicBezTo>
                    <a:pt x="237" y="306"/>
                    <a:pt x="282" y="275"/>
                    <a:pt x="298" y="215"/>
                  </a:cubicBezTo>
                  <a:cubicBezTo>
                    <a:pt x="343" y="146"/>
                    <a:pt x="298" y="55"/>
                    <a:pt x="229" y="9"/>
                  </a:cubicBezTo>
                  <a:cubicBezTo>
                    <a:pt x="212"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3" name="Google Shape;5003;p26"/>
            <p:cNvSpPr/>
            <p:nvPr/>
          </p:nvSpPr>
          <p:spPr>
            <a:xfrm>
              <a:off x="5415475" y="1833850"/>
              <a:ext cx="6850" cy="6425"/>
            </a:xfrm>
            <a:custGeom>
              <a:avLst/>
              <a:gdLst/>
              <a:ahLst/>
              <a:cxnLst/>
              <a:rect l="l" t="t" r="r" b="b"/>
              <a:pathLst>
                <a:path w="274" h="257" extrusionOk="0">
                  <a:moveTo>
                    <a:pt x="142" y="0"/>
                  </a:moveTo>
                  <a:cubicBezTo>
                    <a:pt x="96" y="0"/>
                    <a:pt x="40" y="26"/>
                    <a:pt x="23" y="77"/>
                  </a:cubicBezTo>
                  <a:cubicBezTo>
                    <a:pt x="0" y="146"/>
                    <a:pt x="23" y="214"/>
                    <a:pt x="91" y="237"/>
                  </a:cubicBezTo>
                  <a:cubicBezTo>
                    <a:pt x="105" y="251"/>
                    <a:pt x="122" y="256"/>
                    <a:pt x="140" y="256"/>
                  </a:cubicBezTo>
                  <a:cubicBezTo>
                    <a:pt x="185" y="256"/>
                    <a:pt x="235" y="224"/>
                    <a:pt x="251" y="192"/>
                  </a:cubicBezTo>
                  <a:cubicBezTo>
                    <a:pt x="274" y="123"/>
                    <a:pt x="251" y="55"/>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4" name="Google Shape;5004;p26"/>
            <p:cNvSpPr/>
            <p:nvPr/>
          </p:nvSpPr>
          <p:spPr>
            <a:xfrm>
              <a:off x="5341275" y="1801500"/>
              <a:ext cx="5175" cy="4050"/>
            </a:xfrm>
            <a:custGeom>
              <a:avLst/>
              <a:gdLst/>
              <a:ahLst/>
              <a:cxnLst/>
              <a:rect l="l" t="t" r="r" b="b"/>
              <a:pathLst>
                <a:path w="207" h="162" extrusionOk="0">
                  <a:moveTo>
                    <a:pt x="84" y="1"/>
                  </a:moveTo>
                  <a:cubicBezTo>
                    <a:pt x="49" y="1"/>
                    <a:pt x="15" y="26"/>
                    <a:pt x="1" y="70"/>
                  </a:cubicBezTo>
                  <a:lnTo>
                    <a:pt x="183" y="162"/>
                  </a:lnTo>
                  <a:cubicBezTo>
                    <a:pt x="206" y="93"/>
                    <a:pt x="206" y="48"/>
                    <a:pt x="138" y="25"/>
                  </a:cubicBezTo>
                  <a:cubicBezTo>
                    <a:pt x="121" y="9"/>
                    <a:pt x="102" y="1"/>
                    <a:pt x="8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5" name="Google Shape;5005;p26"/>
            <p:cNvSpPr/>
            <p:nvPr/>
          </p:nvSpPr>
          <p:spPr>
            <a:xfrm>
              <a:off x="5377225" y="1368775"/>
              <a:ext cx="8025" cy="7300"/>
            </a:xfrm>
            <a:custGeom>
              <a:avLst/>
              <a:gdLst/>
              <a:ahLst/>
              <a:cxnLst/>
              <a:rect l="l" t="t" r="r" b="b"/>
              <a:pathLst>
                <a:path w="321" h="292" extrusionOk="0">
                  <a:moveTo>
                    <a:pt x="174" y="1"/>
                  </a:moveTo>
                  <a:cubicBezTo>
                    <a:pt x="118" y="1"/>
                    <a:pt x="58" y="26"/>
                    <a:pt x="24" y="78"/>
                  </a:cubicBezTo>
                  <a:cubicBezTo>
                    <a:pt x="1" y="169"/>
                    <a:pt x="24" y="238"/>
                    <a:pt x="92" y="283"/>
                  </a:cubicBezTo>
                  <a:cubicBezTo>
                    <a:pt x="115" y="289"/>
                    <a:pt x="136" y="292"/>
                    <a:pt x="156" y="292"/>
                  </a:cubicBezTo>
                  <a:cubicBezTo>
                    <a:pt x="216" y="292"/>
                    <a:pt x="263" y="266"/>
                    <a:pt x="297" y="215"/>
                  </a:cubicBezTo>
                  <a:cubicBezTo>
                    <a:pt x="320" y="146"/>
                    <a:pt x="297" y="55"/>
                    <a:pt x="229" y="9"/>
                  </a:cubicBezTo>
                  <a:cubicBezTo>
                    <a:pt x="212"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6" name="Google Shape;5006;p26"/>
            <p:cNvSpPr/>
            <p:nvPr/>
          </p:nvSpPr>
          <p:spPr>
            <a:xfrm>
              <a:off x="5240850" y="1570800"/>
              <a:ext cx="10300" cy="9225"/>
            </a:xfrm>
            <a:custGeom>
              <a:avLst/>
              <a:gdLst/>
              <a:ahLst/>
              <a:cxnLst/>
              <a:rect l="l" t="t" r="r" b="b"/>
              <a:pathLst>
                <a:path w="412" h="369" extrusionOk="0">
                  <a:moveTo>
                    <a:pt x="207" y="0"/>
                  </a:moveTo>
                  <a:cubicBezTo>
                    <a:pt x="134" y="0"/>
                    <a:pt x="64" y="30"/>
                    <a:pt x="46" y="100"/>
                  </a:cubicBezTo>
                  <a:cubicBezTo>
                    <a:pt x="0" y="191"/>
                    <a:pt x="23" y="305"/>
                    <a:pt x="115" y="351"/>
                  </a:cubicBezTo>
                  <a:cubicBezTo>
                    <a:pt x="139" y="363"/>
                    <a:pt x="165" y="369"/>
                    <a:pt x="191" y="369"/>
                  </a:cubicBezTo>
                  <a:cubicBezTo>
                    <a:pt x="262" y="369"/>
                    <a:pt x="332" y="326"/>
                    <a:pt x="366" y="260"/>
                  </a:cubicBezTo>
                  <a:cubicBezTo>
                    <a:pt x="411" y="168"/>
                    <a:pt x="366" y="54"/>
                    <a:pt x="274" y="8"/>
                  </a:cubicBezTo>
                  <a:cubicBezTo>
                    <a:pt x="253" y="3"/>
                    <a:pt x="230" y="0"/>
                    <a:pt x="20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7" name="Google Shape;5007;p26"/>
            <p:cNvSpPr/>
            <p:nvPr/>
          </p:nvSpPr>
          <p:spPr>
            <a:xfrm>
              <a:off x="5700200" y="1861225"/>
              <a:ext cx="8025" cy="7300"/>
            </a:xfrm>
            <a:custGeom>
              <a:avLst/>
              <a:gdLst/>
              <a:ahLst/>
              <a:cxnLst/>
              <a:rect l="l" t="t" r="r" b="b"/>
              <a:pathLst>
                <a:path w="321" h="292" extrusionOk="0">
                  <a:moveTo>
                    <a:pt x="155" y="1"/>
                  </a:moveTo>
                  <a:cubicBezTo>
                    <a:pt x="105" y="1"/>
                    <a:pt x="58" y="27"/>
                    <a:pt x="24" y="78"/>
                  </a:cubicBezTo>
                  <a:cubicBezTo>
                    <a:pt x="1" y="146"/>
                    <a:pt x="24" y="238"/>
                    <a:pt x="92" y="283"/>
                  </a:cubicBezTo>
                  <a:cubicBezTo>
                    <a:pt x="109" y="289"/>
                    <a:pt x="128" y="292"/>
                    <a:pt x="146" y="292"/>
                  </a:cubicBezTo>
                  <a:cubicBezTo>
                    <a:pt x="202" y="292"/>
                    <a:pt x="258" y="266"/>
                    <a:pt x="275" y="215"/>
                  </a:cubicBezTo>
                  <a:cubicBezTo>
                    <a:pt x="320" y="146"/>
                    <a:pt x="275" y="55"/>
                    <a:pt x="206" y="10"/>
                  </a:cubicBezTo>
                  <a:cubicBezTo>
                    <a:pt x="189" y="4"/>
                    <a:pt x="172" y="1"/>
                    <a:pt x="15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8" name="Google Shape;5008;p26"/>
            <p:cNvSpPr/>
            <p:nvPr/>
          </p:nvSpPr>
          <p:spPr>
            <a:xfrm>
              <a:off x="5724750" y="1602375"/>
              <a:ext cx="9725" cy="8600"/>
            </a:xfrm>
            <a:custGeom>
              <a:avLst/>
              <a:gdLst/>
              <a:ahLst/>
              <a:cxnLst/>
              <a:rect l="l" t="t" r="r" b="b"/>
              <a:pathLst>
                <a:path w="389" h="344" extrusionOk="0">
                  <a:moveTo>
                    <a:pt x="179" y="1"/>
                  </a:moveTo>
                  <a:cubicBezTo>
                    <a:pt x="114" y="1"/>
                    <a:pt x="54" y="31"/>
                    <a:pt x="23" y="92"/>
                  </a:cubicBezTo>
                  <a:cubicBezTo>
                    <a:pt x="0" y="183"/>
                    <a:pt x="23" y="275"/>
                    <a:pt x="114" y="320"/>
                  </a:cubicBezTo>
                  <a:cubicBezTo>
                    <a:pt x="145" y="336"/>
                    <a:pt x="175" y="343"/>
                    <a:pt x="204" y="343"/>
                  </a:cubicBezTo>
                  <a:cubicBezTo>
                    <a:pt x="262" y="343"/>
                    <a:pt x="312" y="313"/>
                    <a:pt x="343" y="252"/>
                  </a:cubicBezTo>
                  <a:cubicBezTo>
                    <a:pt x="388" y="161"/>
                    <a:pt x="343" y="46"/>
                    <a:pt x="274" y="24"/>
                  </a:cubicBezTo>
                  <a:cubicBezTo>
                    <a:pt x="244" y="8"/>
                    <a:pt x="211" y="1"/>
                    <a:pt x="17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9" name="Google Shape;5009;p26"/>
            <p:cNvSpPr/>
            <p:nvPr/>
          </p:nvSpPr>
          <p:spPr>
            <a:xfrm>
              <a:off x="5844575" y="1891825"/>
              <a:ext cx="10875" cy="9575"/>
            </a:xfrm>
            <a:custGeom>
              <a:avLst/>
              <a:gdLst/>
              <a:ahLst/>
              <a:cxnLst/>
              <a:rect l="l" t="t" r="r" b="b"/>
              <a:pathLst>
                <a:path w="435" h="383" extrusionOk="0">
                  <a:moveTo>
                    <a:pt x="221" y="0"/>
                  </a:moveTo>
                  <a:cubicBezTo>
                    <a:pt x="150" y="0"/>
                    <a:pt x="80" y="43"/>
                    <a:pt x="46" y="109"/>
                  </a:cubicBezTo>
                  <a:cubicBezTo>
                    <a:pt x="1" y="201"/>
                    <a:pt x="23" y="315"/>
                    <a:pt x="138" y="360"/>
                  </a:cubicBezTo>
                  <a:cubicBezTo>
                    <a:pt x="166" y="375"/>
                    <a:pt x="198" y="382"/>
                    <a:pt x="228" y="382"/>
                  </a:cubicBezTo>
                  <a:cubicBezTo>
                    <a:pt x="294" y="382"/>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0" name="Google Shape;5010;p26"/>
            <p:cNvSpPr/>
            <p:nvPr/>
          </p:nvSpPr>
          <p:spPr>
            <a:xfrm>
              <a:off x="5359550" y="1650975"/>
              <a:ext cx="7425" cy="6675"/>
            </a:xfrm>
            <a:custGeom>
              <a:avLst/>
              <a:gdLst/>
              <a:ahLst/>
              <a:cxnLst/>
              <a:rect l="l" t="t" r="r" b="b"/>
              <a:pathLst>
                <a:path w="297" h="267" extrusionOk="0">
                  <a:moveTo>
                    <a:pt x="146" y="1"/>
                  </a:moveTo>
                  <a:cubicBezTo>
                    <a:pt x="99" y="1"/>
                    <a:pt x="55" y="33"/>
                    <a:pt x="23" y="65"/>
                  </a:cubicBezTo>
                  <a:cubicBezTo>
                    <a:pt x="0" y="134"/>
                    <a:pt x="23" y="225"/>
                    <a:pt x="91" y="248"/>
                  </a:cubicBezTo>
                  <a:cubicBezTo>
                    <a:pt x="111" y="261"/>
                    <a:pt x="130" y="266"/>
                    <a:pt x="148" y="266"/>
                  </a:cubicBezTo>
                  <a:cubicBezTo>
                    <a:pt x="196" y="266"/>
                    <a:pt x="241" y="229"/>
                    <a:pt x="274" y="180"/>
                  </a:cubicBezTo>
                  <a:cubicBezTo>
                    <a:pt x="297" y="134"/>
                    <a:pt x="274" y="43"/>
                    <a:pt x="206" y="20"/>
                  </a:cubicBezTo>
                  <a:cubicBezTo>
                    <a:pt x="185" y="6"/>
                    <a:pt x="165" y="1"/>
                    <a:pt x="14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1" name="Google Shape;5011;p26"/>
            <p:cNvSpPr/>
            <p:nvPr/>
          </p:nvSpPr>
          <p:spPr>
            <a:xfrm>
              <a:off x="5780100" y="1671975"/>
              <a:ext cx="6875" cy="6550"/>
            </a:xfrm>
            <a:custGeom>
              <a:avLst/>
              <a:gdLst/>
              <a:ahLst/>
              <a:cxnLst/>
              <a:rect l="l" t="t" r="r" b="b"/>
              <a:pathLst>
                <a:path w="275" h="262" extrusionOk="0">
                  <a:moveTo>
                    <a:pt x="122" y="1"/>
                  </a:moveTo>
                  <a:cubicBezTo>
                    <a:pt x="81" y="1"/>
                    <a:pt x="38" y="26"/>
                    <a:pt x="23" y="70"/>
                  </a:cubicBezTo>
                  <a:cubicBezTo>
                    <a:pt x="0" y="138"/>
                    <a:pt x="23" y="207"/>
                    <a:pt x="69" y="253"/>
                  </a:cubicBezTo>
                  <a:cubicBezTo>
                    <a:pt x="86" y="258"/>
                    <a:pt x="103" y="261"/>
                    <a:pt x="120" y="261"/>
                  </a:cubicBezTo>
                  <a:cubicBezTo>
                    <a:pt x="170" y="261"/>
                    <a:pt x="217" y="235"/>
                    <a:pt x="251" y="184"/>
                  </a:cubicBezTo>
                  <a:cubicBezTo>
                    <a:pt x="274" y="116"/>
                    <a:pt x="251" y="47"/>
                    <a:pt x="183" y="24"/>
                  </a:cubicBezTo>
                  <a:cubicBezTo>
                    <a:pt x="167" y="8"/>
                    <a:pt x="145" y="1"/>
                    <a:pt x="12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2" name="Google Shape;5012;p26"/>
            <p:cNvSpPr/>
            <p:nvPr/>
          </p:nvSpPr>
          <p:spPr>
            <a:xfrm>
              <a:off x="5250550" y="1641875"/>
              <a:ext cx="10300" cy="9475"/>
            </a:xfrm>
            <a:custGeom>
              <a:avLst/>
              <a:gdLst/>
              <a:ahLst/>
              <a:cxnLst/>
              <a:rect l="l" t="t" r="r" b="b"/>
              <a:pathLst>
                <a:path w="412" h="379" extrusionOk="0">
                  <a:moveTo>
                    <a:pt x="221" y="1"/>
                  </a:moveTo>
                  <a:cubicBezTo>
                    <a:pt x="150" y="1"/>
                    <a:pt x="80" y="43"/>
                    <a:pt x="46" y="110"/>
                  </a:cubicBezTo>
                  <a:cubicBezTo>
                    <a:pt x="0" y="201"/>
                    <a:pt x="46" y="315"/>
                    <a:pt x="137" y="361"/>
                  </a:cubicBezTo>
                  <a:cubicBezTo>
                    <a:pt x="162" y="373"/>
                    <a:pt x="186" y="379"/>
                    <a:pt x="210" y="379"/>
                  </a:cubicBezTo>
                  <a:cubicBezTo>
                    <a:pt x="274" y="379"/>
                    <a:pt x="332" y="337"/>
                    <a:pt x="366" y="270"/>
                  </a:cubicBezTo>
                  <a:cubicBezTo>
                    <a:pt x="411" y="178"/>
                    <a:pt x="389" y="64"/>
                    <a:pt x="297" y="19"/>
                  </a:cubicBezTo>
                  <a:cubicBezTo>
                    <a:pt x="273" y="6"/>
                    <a:pt x="247" y="1"/>
                    <a:pt x="22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3" name="Google Shape;5013;p26"/>
            <p:cNvSpPr/>
            <p:nvPr/>
          </p:nvSpPr>
          <p:spPr>
            <a:xfrm>
              <a:off x="6109350" y="1285775"/>
              <a:ext cx="7450" cy="6675"/>
            </a:xfrm>
            <a:custGeom>
              <a:avLst/>
              <a:gdLst/>
              <a:ahLst/>
              <a:cxnLst/>
              <a:rect l="l" t="t" r="r" b="b"/>
              <a:pathLst>
                <a:path w="298" h="267" extrusionOk="0">
                  <a:moveTo>
                    <a:pt x="157" y="1"/>
                  </a:moveTo>
                  <a:cubicBezTo>
                    <a:pt x="113" y="1"/>
                    <a:pt x="62" y="33"/>
                    <a:pt x="46" y="65"/>
                  </a:cubicBezTo>
                  <a:cubicBezTo>
                    <a:pt x="1" y="134"/>
                    <a:pt x="46" y="225"/>
                    <a:pt x="92" y="248"/>
                  </a:cubicBezTo>
                  <a:cubicBezTo>
                    <a:pt x="111" y="261"/>
                    <a:pt x="132" y="266"/>
                    <a:pt x="153" y="266"/>
                  </a:cubicBezTo>
                  <a:cubicBezTo>
                    <a:pt x="206" y="266"/>
                    <a:pt x="258" y="229"/>
                    <a:pt x="274" y="179"/>
                  </a:cubicBezTo>
                  <a:cubicBezTo>
                    <a:pt x="297" y="134"/>
                    <a:pt x="274" y="42"/>
                    <a:pt x="206" y="20"/>
                  </a:cubicBezTo>
                  <a:cubicBezTo>
                    <a:pt x="193" y="6"/>
                    <a:pt x="175" y="1"/>
                    <a:pt x="15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4" name="Google Shape;5014;p26"/>
            <p:cNvSpPr/>
            <p:nvPr/>
          </p:nvSpPr>
          <p:spPr>
            <a:xfrm>
              <a:off x="5862850" y="1991900"/>
              <a:ext cx="6300" cy="5600"/>
            </a:xfrm>
            <a:custGeom>
              <a:avLst/>
              <a:gdLst/>
              <a:ahLst/>
              <a:cxnLst/>
              <a:rect l="l" t="t" r="r" b="b"/>
              <a:pathLst>
                <a:path w="252" h="224" extrusionOk="0">
                  <a:moveTo>
                    <a:pt x="128" y="1"/>
                  </a:moveTo>
                  <a:cubicBezTo>
                    <a:pt x="81" y="1"/>
                    <a:pt x="40" y="22"/>
                    <a:pt x="23" y="55"/>
                  </a:cubicBezTo>
                  <a:cubicBezTo>
                    <a:pt x="0" y="124"/>
                    <a:pt x="23" y="169"/>
                    <a:pt x="91" y="215"/>
                  </a:cubicBezTo>
                  <a:cubicBezTo>
                    <a:pt x="103" y="221"/>
                    <a:pt x="116" y="223"/>
                    <a:pt x="129" y="223"/>
                  </a:cubicBezTo>
                  <a:cubicBezTo>
                    <a:pt x="168" y="223"/>
                    <a:pt x="211" y="198"/>
                    <a:pt x="228" y="146"/>
                  </a:cubicBezTo>
                  <a:cubicBezTo>
                    <a:pt x="251" y="101"/>
                    <a:pt x="228" y="32"/>
                    <a:pt x="183" y="9"/>
                  </a:cubicBezTo>
                  <a:cubicBezTo>
                    <a:pt x="164" y="3"/>
                    <a:pt x="146" y="1"/>
                    <a:pt x="12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5" name="Google Shape;5015;p26"/>
            <p:cNvSpPr/>
            <p:nvPr/>
          </p:nvSpPr>
          <p:spPr>
            <a:xfrm>
              <a:off x="6311925" y="1955575"/>
              <a:ext cx="6300" cy="5975"/>
            </a:xfrm>
            <a:custGeom>
              <a:avLst/>
              <a:gdLst/>
              <a:ahLst/>
              <a:cxnLst/>
              <a:rect l="l" t="t" r="r" b="b"/>
              <a:pathLst>
                <a:path w="252" h="239" extrusionOk="0">
                  <a:moveTo>
                    <a:pt x="112" y="1"/>
                  </a:moveTo>
                  <a:cubicBezTo>
                    <a:pt x="72" y="1"/>
                    <a:pt x="38" y="26"/>
                    <a:pt x="23" y="70"/>
                  </a:cubicBezTo>
                  <a:cubicBezTo>
                    <a:pt x="1" y="116"/>
                    <a:pt x="23" y="184"/>
                    <a:pt x="69" y="230"/>
                  </a:cubicBezTo>
                  <a:cubicBezTo>
                    <a:pt x="86" y="236"/>
                    <a:pt x="103" y="238"/>
                    <a:pt x="120" y="238"/>
                  </a:cubicBezTo>
                  <a:cubicBezTo>
                    <a:pt x="169" y="238"/>
                    <a:pt x="212" y="213"/>
                    <a:pt x="229" y="161"/>
                  </a:cubicBezTo>
                  <a:cubicBezTo>
                    <a:pt x="252" y="116"/>
                    <a:pt x="229" y="47"/>
                    <a:pt x="183" y="25"/>
                  </a:cubicBezTo>
                  <a:cubicBezTo>
                    <a:pt x="159" y="8"/>
                    <a:pt x="135" y="1"/>
                    <a:pt x="11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6" name="Google Shape;5016;p26"/>
            <p:cNvSpPr/>
            <p:nvPr/>
          </p:nvSpPr>
          <p:spPr>
            <a:xfrm>
              <a:off x="6074550" y="2145400"/>
              <a:ext cx="8000" cy="7300"/>
            </a:xfrm>
            <a:custGeom>
              <a:avLst/>
              <a:gdLst/>
              <a:ahLst/>
              <a:cxnLst/>
              <a:rect l="l" t="t" r="r" b="b"/>
              <a:pathLst>
                <a:path w="320" h="292" extrusionOk="0">
                  <a:moveTo>
                    <a:pt x="174" y="1"/>
                  </a:moveTo>
                  <a:cubicBezTo>
                    <a:pt x="117" y="1"/>
                    <a:pt x="57" y="27"/>
                    <a:pt x="23" y="78"/>
                  </a:cubicBezTo>
                  <a:cubicBezTo>
                    <a:pt x="0" y="146"/>
                    <a:pt x="23" y="238"/>
                    <a:pt x="92" y="283"/>
                  </a:cubicBezTo>
                  <a:cubicBezTo>
                    <a:pt x="109" y="289"/>
                    <a:pt x="127" y="292"/>
                    <a:pt x="146" y="292"/>
                  </a:cubicBezTo>
                  <a:cubicBezTo>
                    <a:pt x="203" y="292"/>
                    <a:pt x="263" y="266"/>
                    <a:pt x="297" y="215"/>
                  </a:cubicBezTo>
                  <a:cubicBezTo>
                    <a:pt x="320" y="146"/>
                    <a:pt x="297" y="55"/>
                    <a:pt x="228" y="9"/>
                  </a:cubicBezTo>
                  <a:cubicBezTo>
                    <a:pt x="211" y="4"/>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7" name="Google Shape;5017;p26"/>
            <p:cNvSpPr/>
            <p:nvPr/>
          </p:nvSpPr>
          <p:spPr>
            <a:xfrm>
              <a:off x="6133325" y="2189350"/>
              <a:ext cx="6875" cy="5600"/>
            </a:xfrm>
            <a:custGeom>
              <a:avLst/>
              <a:gdLst/>
              <a:ahLst/>
              <a:cxnLst/>
              <a:rect l="l" t="t" r="r" b="b"/>
              <a:pathLst>
                <a:path w="275" h="224" extrusionOk="0">
                  <a:moveTo>
                    <a:pt x="142" y="0"/>
                  </a:moveTo>
                  <a:cubicBezTo>
                    <a:pt x="102" y="0"/>
                    <a:pt x="56" y="21"/>
                    <a:pt x="23" y="55"/>
                  </a:cubicBezTo>
                  <a:cubicBezTo>
                    <a:pt x="0" y="123"/>
                    <a:pt x="23" y="192"/>
                    <a:pt x="92" y="214"/>
                  </a:cubicBezTo>
                  <a:cubicBezTo>
                    <a:pt x="104" y="221"/>
                    <a:pt x="118" y="223"/>
                    <a:pt x="132" y="223"/>
                  </a:cubicBezTo>
                  <a:cubicBezTo>
                    <a:pt x="172" y="223"/>
                    <a:pt x="218" y="202"/>
                    <a:pt x="251" y="169"/>
                  </a:cubicBezTo>
                  <a:cubicBezTo>
                    <a:pt x="274" y="100"/>
                    <a:pt x="251" y="32"/>
                    <a:pt x="183" y="9"/>
                  </a:cubicBezTo>
                  <a:cubicBezTo>
                    <a:pt x="171" y="3"/>
                    <a:pt x="157"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8" name="Google Shape;5018;p26"/>
            <p:cNvSpPr/>
            <p:nvPr/>
          </p:nvSpPr>
          <p:spPr>
            <a:xfrm>
              <a:off x="6122475" y="2098375"/>
              <a:ext cx="9725" cy="8475"/>
            </a:xfrm>
            <a:custGeom>
              <a:avLst/>
              <a:gdLst/>
              <a:ahLst/>
              <a:cxnLst/>
              <a:rect l="l" t="t" r="r" b="b"/>
              <a:pathLst>
                <a:path w="389" h="339" extrusionOk="0">
                  <a:moveTo>
                    <a:pt x="199" y="0"/>
                  </a:moveTo>
                  <a:cubicBezTo>
                    <a:pt x="136" y="0"/>
                    <a:pt x="79" y="38"/>
                    <a:pt x="46" y="87"/>
                  </a:cubicBezTo>
                  <a:cubicBezTo>
                    <a:pt x="1" y="179"/>
                    <a:pt x="23" y="270"/>
                    <a:pt x="115" y="316"/>
                  </a:cubicBezTo>
                  <a:cubicBezTo>
                    <a:pt x="145" y="331"/>
                    <a:pt x="176" y="338"/>
                    <a:pt x="204" y="338"/>
                  </a:cubicBezTo>
                  <a:cubicBezTo>
                    <a:pt x="262" y="338"/>
                    <a:pt x="313" y="308"/>
                    <a:pt x="343" y="247"/>
                  </a:cubicBezTo>
                  <a:cubicBezTo>
                    <a:pt x="389" y="156"/>
                    <a:pt x="343" y="64"/>
                    <a:pt x="274" y="19"/>
                  </a:cubicBezTo>
                  <a:cubicBezTo>
                    <a:pt x="249" y="6"/>
                    <a:pt x="223" y="0"/>
                    <a:pt x="19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9" name="Google Shape;5019;p26"/>
            <p:cNvSpPr/>
            <p:nvPr/>
          </p:nvSpPr>
          <p:spPr>
            <a:xfrm>
              <a:off x="6488250" y="2186500"/>
              <a:ext cx="6875" cy="6150"/>
            </a:xfrm>
            <a:custGeom>
              <a:avLst/>
              <a:gdLst/>
              <a:ahLst/>
              <a:cxnLst/>
              <a:rect l="l" t="t" r="r" b="b"/>
              <a:pathLst>
                <a:path w="275" h="246" extrusionOk="0">
                  <a:moveTo>
                    <a:pt x="142" y="0"/>
                  </a:moveTo>
                  <a:cubicBezTo>
                    <a:pt x="96" y="0"/>
                    <a:pt x="41" y="26"/>
                    <a:pt x="23" y="77"/>
                  </a:cubicBezTo>
                  <a:cubicBezTo>
                    <a:pt x="1" y="123"/>
                    <a:pt x="23" y="214"/>
                    <a:pt x="92" y="237"/>
                  </a:cubicBezTo>
                  <a:cubicBezTo>
                    <a:pt x="103" y="243"/>
                    <a:pt x="116" y="246"/>
                    <a:pt x="130" y="246"/>
                  </a:cubicBezTo>
                  <a:cubicBezTo>
                    <a:pt x="170" y="246"/>
                    <a:pt x="217" y="220"/>
                    <a:pt x="252" y="169"/>
                  </a:cubicBezTo>
                  <a:cubicBezTo>
                    <a:pt x="274" y="123"/>
                    <a:pt x="252" y="55"/>
                    <a:pt x="183" y="9"/>
                  </a:cubicBezTo>
                  <a:cubicBezTo>
                    <a:pt x="172" y="3"/>
                    <a:pt x="158" y="0"/>
                    <a:pt x="14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0" name="Google Shape;5020;p26"/>
            <p:cNvSpPr/>
            <p:nvPr/>
          </p:nvSpPr>
          <p:spPr>
            <a:xfrm>
              <a:off x="6179550" y="2178825"/>
              <a:ext cx="10275" cy="8925"/>
            </a:xfrm>
            <a:custGeom>
              <a:avLst/>
              <a:gdLst/>
              <a:ahLst/>
              <a:cxnLst/>
              <a:rect l="l" t="t" r="r" b="b"/>
              <a:pathLst>
                <a:path w="411" h="357" extrusionOk="0">
                  <a:moveTo>
                    <a:pt x="199" y="1"/>
                  </a:moveTo>
                  <a:cubicBezTo>
                    <a:pt x="135" y="1"/>
                    <a:pt x="79" y="38"/>
                    <a:pt x="46" y="88"/>
                  </a:cubicBezTo>
                  <a:cubicBezTo>
                    <a:pt x="0" y="179"/>
                    <a:pt x="23" y="293"/>
                    <a:pt x="114" y="339"/>
                  </a:cubicBezTo>
                  <a:cubicBezTo>
                    <a:pt x="139" y="351"/>
                    <a:pt x="165" y="357"/>
                    <a:pt x="191" y="357"/>
                  </a:cubicBezTo>
                  <a:cubicBezTo>
                    <a:pt x="262" y="357"/>
                    <a:pt x="332" y="314"/>
                    <a:pt x="365" y="247"/>
                  </a:cubicBezTo>
                  <a:cubicBezTo>
                    <a:pt x="411" y="156"/>
                    <a:pt x="365" y="65"/>
                    <a:pt x="274" y="19"/>
                  </a:cubicBezTo>
                  <a:cubicBezTo>
                    <a:pt x="248"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1" name="Google Shape;5021;p26"/>
            <p:cNvSpPr/>
            <p:nvPr/>
          </p:nvSpPr>
          <p:spPr>
            <a:xfrm>
              <a:off x="5923325" y="2101675"/>
              <a:ext cx="8025" cy="5750"/>
            </a:xfrm>
            <a:custGeom>
              <a:avLst/>
              <a:gdLst/>
              <a:ahLst/>
              <a:cxnLst/>
              <a:rect l="l" t="t" r="r" b="b"/>
              <a:pathLst>
                <a:path w="321" h="230" extrusionOk="0">
                  <a:moveTo>
                    <a:pt x="117" y="1"/>
                  </a:moveTo>
                  <a:cubicBezTo>
                    <a:pt x="61" y="1"/>
                    <a:pt x="16" y="31"/>
                    <a:pt x="1" y="92"/>
                  </a:cubicBezTo>
                  <a:lnTo>
                    <a:pt x="274" y="229"/>
                  </a:lnTo>
                  <a:cubicBezTo>
                    <a:pt x="320" y="161"/>
                    <a:pt x="274" y="47"/>
                    <a:pt x="206" y="24"/>
                  </a:cubicBezTo>
                  <a:cubicBezTo>
                    <a:pt x="176" y="9"/>
                    <a:pt x="145" y="1"/>
                    <a:pt x="11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2" name="Google Shape;5022;p26"/>
            <p:cNvSpPr/>
            <p:nvPr/>
          </p:nvSpPr>
          <p:spPr>
            <a:xfrm>
              <a:off x="6234900" y="2023875"/>
              <a:ext cx="6875" cy="5950"/>
            </a:xfrm>
            <a:custGeom>
              <a:avLst/>
              <a:gdLst/>
              <a:ahLst/>
              <a:cxnLst/>
              <a:rect l="l" t="t" r="r" b="b"/>
              <a:pathLst>
                <a:path w="275" h="238" extrusionOk="0">
                  <a:moveTo>
                    <a:pt x="145" y="0"/>
                  </a:moveTo>
                  <a:cubicBezTo>
                    <a:pt x="104" y="0"/>
                    <a:pt x="57" y="26"/>
                    <a:pt x="23" y="77"/>
                  </a:cubicBezTo>
                  <a:cubicBezTo>
                    <a:pt x="0" y="123"/>
                    <a:pt x="23" y="191"/>
                    <a:pt x="91" y="214"/>
                  </a:cubicBezTo>
                  <a:cubicBezTo>
                    <a:pt x="108" y="230"/>
                    <a:pt x="127" y="238"/>
                    <a:pt x="146" y="238"/>
                  </a:cubicBezTo>
                  <a:cubicBezTo>
                    <a:pt x="180" y="238"/>
                    <a:pt x="214" y="213"/>
                    <a:pt x="228" y="168"/>
                  </a:cubicBezTo>
                  <a:cubicBezTo>
                    <a:pt x="274" y="100"/>
                    <a:pt x="251" y="32"/>
                    <a:pt x="183" y="9"/>
                  </a:cubicBezTo>
                  <a:cubicBezTo>
                    <a:pt x="171" y="3"/>
                    <a:pt x="158" y="0"/>
                    <a:pt x="14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3" name="Google Shape;5023;p26"/>
            <p:cNvSpPr/>
            <p:nvPr/>
          </p:nvSpPr>
          <p:spPr>
            <a:xfrm>
              <a:off x="6446600" y="2141750"/>
              <a:ext cx="8575" cy="7525"/>
            </a:xfrm>
            <a:custGeom>
              <a:avLst/>
              <a:gdLst/>
              <a:ahLst/>
              <a:cxnLst/>
              <a:rect l="l" t="t" r="r" b="b"/>
              <a:pathLst>
                <a:path w="343" h="301" extrusionOk="0">
                  <a:moveTo>
                    <a:pt x="176" y="0"/>
                  </a:moveTo>
                  <a:cubicBezTo>
                    <a:pt x="114" y="0"/>
                    <a:pt x="62" y="38"/>
                    <a:pt x="46" y="87"/>
                  </a:cubicBezTo>
                  <a:cubicBezTo>
                    <a:pt x="0" y="155"/>
                    <a:pt x="46" y="247"/>
                    <a:pt x="114" y="292"/>
                  </a:cubicBezTo>
                  <a:cubicBezTo>
                    <a:pt x="132" y="298"/>
                    <a:pt x="150" y="301"/>
                    <a:pt x="169" y="301"/>
                  </a:cubicBezTo>
                  <a:cubicBezTo>
                    <a:pt x="226" y="301"/>
                    <a:pt x="286" y="275"/>
                    <a:pt x="320" y="224"/>
                  </a:cubicBezTo>
                  <a:cubicBezTo>
                    <a:pt x="343" y="133"/>
                    <a:pt x="320" y="64"/>
                    <a:pt x="251" y="19"/>
                  </a:cubicBezTo>
                  <a:cubicBezTo>
                    <a:pt x="226" y="6"/>
                    <a:pt x="200" y="0"/>
                    <a:pt x="17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4" name="Google Shape;5024;p26"/>
            <p:cNvSpPr/>
            <p:nvPr/>
          </p:nvSpPr>
          <p:spPr>
            <a:xfrm>
              <a:off x="6334175" y="2114225"/>
              <a:ext cx="6875" cy="5975"/>
            </a:xfrm>
            <a:custGeom>
              <a:avLst/>
              <a:gdLst/>
              <a:ahLst/>
              <a:cxnLst/>
              <a:rect l="l" t="t" r="r" b="b"/>
              <a:pathLst>
                <a:path w="275" h="239" extrusionOk="0">
                  <a:moveTo>
                    <a:pt x="123" y="0"/>
                  </a:moveTo>
                  <a:cubicBezTo>
                    <a:pt x="82" y="0"/>
                    <a:pt x="38" y="25"/>
                    <a:pt x="24" y="70"/>
                  </a:cubicBezTo>
                  <a:cubicBezTo>
                    <a:pt x="1" y="138"/>
                    <a:pt x="24" y="207"/>
                    <a:pt x="92" y="229"/>
                  </a:cubicBezTo>
                  <a:cubicBezTo>
                    <a:pt x="104" y="235"/>
                    <a:pt x="118" y="238"/>
                    <a:pt x="133" y="238"/>
                  </a:cubicBezTo>
                  <a:cubicBezTo>
                    <a:pt x="173" y="238"/>
                    <a:pt x="218" y="217"/>
                    <a:pt x="252" y="184"/>
                  </a:cubicBezTo>
                  <a:cubicBezTo>
                    <a:pt x="275" y="115"/>
                    <a:pt x="252" y="47"/>
                    <a:pt x="183" y="24"/>
                  </a:cubicBezTo>
                  <a:cubicBezTo>
                    <a:pt x="167" y="8"/>
                    <a:pt x="145" y="0"/>
                    <a:pt x="12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5" name="Google Shape;5025;p26"/>
            <p:cNvSpPr/>
            <p:nvPr/>
          </p:nvSpPr>
          <p:spPr>
            <a:xfrm>
              <a:off x="6487100" y="2171275"/>
              <a:ext cx="7450" cy="6800"/>
            </a:xfrm>
            <a:custGeom>
              <a:avLst/>
              <a:gdLst/>
              <a:ahLst/>
              <a:cxnLst/>
              <a:rect l="l" t="t" r="r" b="b"/>
              <a:pathLst>
                <a:path w="298" h="272" extrusionOk="0">
                  <a:moveTo>
                    <a:pt x="129" y="1"/>
                  </a:moveTo>
                  <a:cubicBezTo>
                    <a:pt x="82" y="1"/>
                    <a:pt x="38" y="26"/>
                    <a:pt x="24" y="70"/>
                  </a:cubicBezTo>
                  <a:cubicBezTo>
                    <a:pt x="1" y="139"/>
                    <a:pt x="24" y="230"/>
                    <a:pt x="92" y="253"/>
                  </a:cubicBezTo>
                  <a:cubicBezTo>
                    <a:pt x="111" y="265"/>
                    <a:pt x="130" y="271"/>
                    <a:pt x="149" y="271"/>
                  </a:cubicBezTo>
                  <a:cubicBezTo>
                    <a:pt x="197" y="271"/>
                    <a:pt x="242" y="234"/>
                    <a:pt x="275" y="184"/>
                  </a:cubicBezTo>
                  <a:cubicBezTo>
                    <a:pt x="298" y="139"/>
                    <a:pt x="275" y="47"/>
                    <a:pt x="206" y="24"/>
                  </a:cubicBezTo>
                  <a:cubicBezTo>
                    <a:pt x="182" y="8"/>
                    <a:pt x="155"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6" name="Google Shape;5026;p26"/>
            <p:cNvSpPr/>
            <p:nvPr/>
          </p:nvSpPr>
          <p:spPr>
            <a:xfrm>
              <a:off x="5616325" y="1456100"/>
              <a:ext cx="9150" cy="7850"/>
            </a:xfrm>
            <a:custGeom>
              <a:avLst/>
              <a:gdLst/>
              <a:ahLst/>
              <a:cxnLst/>
              <a:rect l="l" t="t" r="r" b="b"/>
              <a:pathLst>
                <a:path w="366" h="314" extrusionOk="0">
                  <a:moveTo>
                    <a:pt x="197" y="0"/>
                  </a:moveTo>
                  <a:cubicBezTo>
                    <a:pt x="134" y="0"/>
                    <a:pt x="64" y="30"/>
                    <a:pt x="46" y="100"/>
                  </a:cubicBezTo>
                  <a:cubicBezTo>
                    <a:pt x="1" y="168"/>
                    <a:pt x="23" y="260"/>
                    <a:pt x="115" y="305"/>
                  </a:cubicBezTo>
                  <a:cubicBezTo>
                    <a:pt x="132" y="311"/>
                    <a:pt x="152" y="314"/>
                    <a:pt x="172" y="314"/>
                  </a:cubicBezTo>
                  <a:cubicBezTo>
                    <a:pt x="234" y="314"/>
                    <a:pt x="303" y="288"/>
                    <a:pt x="320" y="237"/>
                  </a:cubicBezTo>
                  <a:cubicBezTo>
                    <a:pt x="366" y="146"/>
                    <a:pt x="320" y="54"/>
                    <a:pt x="252" y="9"/>
                  </a:cubicBezTo>
                  <a:cubicBezTo>
                    <a:pt x="235" y="3"/>
                    <a:pt x="217"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7" name="Google Shape;5027;p26"/>
            <p:cNvSpPr/>
            <p:nvPr/>
          </p:nvSpPr>
          <p:spPr>
            <a:xfrm>
              <a:off x="6119625" y="1335100"/>
              <a:ext cx="6875" cy="5600"/>
            </a:xfrm>
            <a:custGeom>
              <a:avLst/>
              <a:gdLst/>
              <a:ahLst/>
              <a:cxnLst/>
              <a:rect l="l" t="t" r="r" b="b"/>
              <a:pathLst>
                <a:path w="275" h="224" extrusionOk="0">
                  <a:moveTo>
                    <a:pt x="129" y="1"/>
                  </a:moveTo>
                  <a:cubicBezTo>
                    <a:pt x="81" y="1"/>
                    <a:pt x="40" y="22"/>
                    <a:pt x="23" y="55"/>
                  </a:cubicBezTo>
                  <a:cubicBezTo>
                    <a:pt x="0" y="124"/>
                    <a:pt x="23" y="192"/>
                    <a:pt x="69" y="215"/>
                  </a:cubicBezTo>
                  <a:cubicBezTo>
                    <a:pt x="87" y="221"/>
                    <a:pt x="106" y="224"/>
                    <a:pt x="123" y="224"/>
                  </a:cubicBezTo>
                  <a:cubicBezTo>
                    <a:pt x="171" y="224"/>
                    <a:pt x="212" y="203"/>
                    <a:pt x="229" y="169"/>
                  </a:cubicBezTo>
                  <a:cubicBezTo>
                    <a:pt x="274" y="101"/>
                    <a:pt x="252" y="32"/>
                    <a:pt x="183" y="10"/>
                  </a:cubicBezTo>
                  <a:cubicBezTo>
                    <a:pt x="165" y="4"/>
                    <a:pt x="146" y="1"/>
                    <a:pt x="12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8" name="Google Shape;5028;p26"/>
            <p:cNvSpPr/>
            <p:nvPr/>
          </p:nvSpPr>
          <p:spPr>
            <a:xfrm>
              <a:off x="6379250" y="2269800"/>
              <a:ext cx="7450" cy="6550"/>
            </a:xfrm>
            <a:custGeom>
              <a:avLst/>
              <a:gdLst/>
              <a:ahLst/>
              <a:cxnLst/>
              <a:rect l="l" t="t" r="r" b="b"/>
              <a:pathLst>
                <a:path w="298" h="262" extrusionOk="0">
                  <a:moveTo>
                    <a:pt x="156" y="1"/>
                  </a:moveTo>
                  <a:cubicBezTo>
                    <a:pt x="107" y="1"/>
                    <a:pt x="64" y="27"/>
                    <a:pt x="47" y="78"/>
                  </a:cubicBezTo>
                  <a:cubicBezTo>
                    <a:pt x="1" y="146"/>
                    <a:pt x="47" y="215"/>
                    <a:pt x="92" y="238"/>
                  </a:cubicBezTo>
                  <a:cubicBezTo>
                    <a:pt x="117" y="254"/>
                    <a:pt x="141" y="261"/>
                    <a:pt x="164" y="261"/>
                  </a:cubicBezTo>
                  <a:cubicBezTo>
                    <a:pt x="206" y="261"/>
                    <a:pt x="245" y="236"/>
                    <a:pt x="275" y="192"/>
                  </a:cubicBezTo>
                  <a:cubicBezTo>
                    <a:pt x="298" y="124"/>
                    <a:pt x="275" y="55"/>
                    <a:pt x="206" y="9"/>
                  </a:cubicBezTo>
                  <a:cubicBezTo>
                    <a:pt x="189" y="4"/>
                    <a:pt x="172" y="1"/>
                    <a:pt x="15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9" name="Google Shape;5029;p26"/>
            <p:cNvSpPr/>
            <p:nvPr/>
          </p:nvSpPr>
          <p:spPr>
            <a:xfrm>
              <a:off x="5894225" y="1387375"/>
              <a:ext cx="7450" cy="6775"/>
            </a:xfrm>
            <a:custGeom>
              <a:avLst/>
              <a:gdLst/>
              <a:ahLst/>
              <a:cxnLst/>
              <a:rect l="l" t="t" r="r" b="b"/>
              <a:pathLst>
                <a:path w="298" h="271" extrusionOk="0">
                  <a:moveTo>
                    <a:pt x="159" y="0"/>
                  </a:moveTo>
                  <a:cubicBezTo>
                    <a:pt x="115" y="0"/>
                    <a:pt x="63" y="38"/>
                    <a:pt x="46" y="87"/>
                  </a:cubicBezTo>
                  <a:cubicBezTo>
                    <a:pt x="0" y="133"/>
                    <a:pt x="23" y="224"/>
                    <a:pt x="92" y="247"/>
                  </a:cubicBezTo>
                  <a:cubicBezTo>
                    <a:pt x="116" y="263"/>
                    <a:pt x="143" y="271"/>
                    <a:pt x="169" y="271"/>
                  </a:cubicBezTo>
                  <a:cubicBezTo>
                    <a:pt x="216" y="271"/>
                    <a:pt x="260" y="245"/>
                    <a:pt x="274" y="201"/>
                  </a:cubicBezTo>
                  <a:cubicBezTo>
                    <a:pt x="297" y="133"/>
                    <a:pt x="274" y="41"/>
                    <a:pt x="206" y="19"/>
                  </a:cubicBezTo>
                  <a:cubicBezTo>
                    <a:pt x="193" y="6"/>
                    <a:pt x="177" y="0"/>
                    <a:pt x="15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0" name="Google Shape;5030;p26"/>
            <p:cNvSpPr/>
            <p:nvPr/>
          </p:nvSpPr>
          <p:spPr>
            <a:xfrm>
              <a:off x="6001500" y="1393650"/>
              <a:ext cx="11450" cy="10050"/>
            </a:xfrm>
            <a:custGeom>
              <a:avLst/>
              <a:gdLst/>
              <a:ahLst/>
              <a:cxnLst/>
              <a:rect l="l" t="t" r="r" b="b"/>
              <a:pathLst>
                <a:path w="458" h="402" extrusionOk="0">
                  <a:moveTo>
                    <a:pt x="230" y="1"/>
                  </a:moveTo>
                  <a:cubicBezTo>
                    <a:pt x="150" y="1"/>
                    <a:pt x="80" y="43"/>
                    <a:pt x="46" y="110"/>
                  </a:cubicBezTo>
                  <a:cubicBezTo>
                    <a:pt x="1" y="201"/>
                    <a:pt x="46" y="338"/>
                    <a:pt x="138" y="384"/>
                  </a:cubicBezTo>
                  <a:cubicBezTo>
                    <a:pt x="162" y="396"/>
                    <a:pt x="190" y="402"/>
                    <a:pt x="218" y="402"/>
                  </a:cubicBezTo>
                  <a:cubicBezTo>
                    <a:pt x="296" y="402"/>
                    <a:pt x="378" y="359"/>
                    <a:pt x="411" y="293"/>
                  </a:cubicBezTo>
                  <a:cubicBezTo>
                    <a:pt x="457" y="178"/>
                    <a:pt x="411" y="64"/>
                    <a:pt x="320" y="19"/>
                  </a:cubicBezTo>
                  <a:cubicBezTo>
                    <a:pt x="290" y="6"/>
                    <a:pt x="259" y="1"/>
                    <a:pt x="230"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1" name="Google Shape;5031;p26"/>
            <p:cNvSpPr/>
            <p:nvPr/>
          </p:nvSpPr>
          <p:spPr>
            <a:xfrm>
              <a:off x="6008350" y="1367625"/>
              <a:ext cx="6875" cy="5625"/>
            </a:xfrm>
            <a:custGeom>
              <a:avLst/>
              <a:gdLst/>
              <a:ahLst/>
              <a:cxnLst/>
              <a:rect l="l" t="t" r="r" b="b"/>
              <a:pathLst>
                <a:path w="275" h="225" extrusionOk="0">
                  <a:moveTo>
                    <a:pt x="143" y="1"/>
                  </a:moveTo>
                  <a:cubicBezTo>
                    <a:pt x="104" y="1"/>
                    <a:pt x="63" y="22"/>
                    <a:pt x="46" y="55"/>
                  </a:cubicBezTo>
                  <a:cubicBezTo>
                    <a:pt x="0" y="124"/>
                    <a:pt x="46" y="192"/>
                    <a:pt x="92" y="215"/>
                  </a:cubicBezTo>
                  <a:cubicBezTo>
                    <a:pt x="104" y="221"/>
                    <a:pt x="118" y="224"/>
                    <a:pt x="133" y="224"/>
                  </a:cubicBezTo>
                  <a:cubicBezTo>
                    <a:pt x="173" y="224"/>
                    <a:pt x="218" y="203"/>
                    <a:pt x="252" y="169"/>
                  </a:cubicBezTo>
                  <a:cubicBezTo>
                    <a:pt x="274" y="101"/>
                    <a:pt x="252" y="32"/>
                    <a:pt x="183" y="10"/>
                  </a:cubicBezTo>
                  <a:cubicBezTo>
                    <a:pt x="171" y="4"/>
                    <a:pt x="157" y="1"/>
                    <a:pt x="14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2" name="Google Shape;5032;p26"/>
            <p:cNvSpPr/>
            <p:nvPr/>
          </p:nvSpPr>
          <p:spPr>
            <a:xfrm>
              <a:off x="5362975" y="1316625"/>
              <a:ext cx="10850" cy="10050"/>
            </a:xfrm>
            <a:custGeom>
              <a:avLst/>
              <a:gdLst/>
              <a:ahLst/>
              <a:cxnLst/>
              <a:rect l="l" t="t" r="r" b="b"/>
              <a:pathLst>
                <a:path w="434" h="402" extrusionOk="0">
                  <a:moveTo>
                    <a:pt x="220" y="0"/>
                  </a:moveTo>
                  <a:cubicBezTo>
                    <a:pt x="149" y="0"/>
                    <a:pt x="79" y="43"/>
                    <a:pt x="46" y="110"/>
                  </a:cubicBezTo>
                  <a:cubicBezTo>
                    <a:pt x="0" y="224"/>
                    <a:pt x="23" y="338"/>
                    <a:pt x="137" y="383"/>
                  </a:cubicBezTo>
                  <a:cubicBezTo>
                    <a:pt x="161" y="396"/>
                    <a:pt x="188" y="401"/>
                    <a:pt x="214" y="401"/>
                  </a:cubicBezTo>
                  <a:cubicBezTo>
                    <a:pt x="285" y="401"/>
                    <a:pt x="355" y="359"/>
                    <a:pt x="388" y="292"/>
                  </a:cubicBezTo>
                  <a:cubicBezTo>
                    <a:pt x="434" y="201"/>
                    <a:pt x="411" y="64"/>
                    <a:pt x="297" y="18"/>
                  </a:cubicBezTo>
                  <a:cubicBezTo>
                    <a:pt x="272" y="6"/>
                    <a:pt x="246" y="0"/>
                    <a:pt x="22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3" name="Google Shape;5033;p26"/>
            <p:cNvSpPr/>
            <p:nvPr/>
          </p:nvSpPr>
          <p:spPr>
            <a:xfrm>
              <a:off x="5700775" y="1946600"/>
              <a:ext cx="10875" cy="9575"/>
            </a:xfrm>
            <a:custGeom>
              <a:avLst/>
              <a:gdLst/>
              <a:ahLst/>
              <a:cxnLst/>
              <a:rect l="l" t="t" r="r" b="b"/>
              <a:pathLst>
                <a:path w="435" h="383" extrusionOk="0">
                  <a:moveTo>
                    <a:pt x="221" y="0"/>
                  </a:moveTo>
                  <a:cubicBezTo>
                    <a:pt x="150" y="0"/>
                    <a:pt x="80" y="43"/>
                    <a:pt x="46" y="110"/>
                  </a:cubicBezTo>
                  <a:cubicBezTo>
                    <a:pt x="1" y="201"/>
                    <a:pt x="46" y="315"/>
                    <a:pt x="138" y="361"/>
                  </a:cubicBezTo>
                  <a:cubicBezTo>
                    <a:pt x="167" y="375"/>
                    <a:pt x="198" y="383"/>
                    <a:pt x="228" y="383"/>
                  </a:cubicBezTo>
                  <a:cubicBezTo>
                    <a:pt x="294" y="383"/>
                    <a:pt x="357" y="347"/>
                    <a:pt x="389" y="269"/>
                  </a:cubicBezTo>
                  <a:cubicBezTo>
                    <a:pt x="434" y="178"/>
                    <a:pt x="389" y="64"/>
                    <a:pt x="297"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4" name="Google Shape;5034;p26"/>
            <p:cNvSpPr/>
            <p:nvPr/>
          </p:nvSpPr>
          <p:spPr>
            <a:xfrm>
              <a:off x="5855425" y="1750525"/>
              <a:ext cx="6300" cy="5850"/>
            </a:xfrm>
            <a:custGeom>
              <a:avLst/>
              <a:gdLst/>
              <a:ahLst/>
              <a:cxnLst/>
              <a:rect l="l" t="t" r="r" b="b"/>
              <a:pathLst>
                <a:path w="252" h="234" extrusionOk="0">
                  <a:moveTo>
                    <a:pt x="132" y="1"/>
                  </a:moveTo>
                  <a:cubicBezTo>
                    <a:pt x="83" y="1"/>
                    <a:pt x="40" y="27"/>
                    <a:pt x="23" y="78"/>
                  </a:cubicBezTo>
                  <a:cubicBezTo>
                    <a:pt x="0" y="124"/>
                    <a:pt x="23" y="192"/>
                    <a:pt x="69" y="215"/>
                  </a:cubicBezTo>
                  <a:cubicBezTo>
                    <a:pt x="89" y="228"/>
                    <a:pt x="109" y="234"/>
                    <a:pt x="128" y="234"/>
                  </a:cubicBezTo>
                  <a:cubicBezTo>
                    <a:pt x="173" y="234"/>
                    <a:pt x="212" y="201"/>
                    <a:pt x="229" y="169"/>
                  </a:cubicBezTo>
                  <a:cubicBezTo>
                    <a:pt x="251" y="101"/>
                    <a:pt x="229" y="32"/>
                    <a:pt x="183" y="9"/>
                  </a:cubicBezTo>
                  <a:cubicBezTo>
                    <a:pt x="166" y="4"/>
                    <a:pt x="149" y="1"/>
                    <a:pt x="132"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5" name="Google Shape;5035;p26"/>
            <p:cNvSpPr/>
            <p:nvPr/>
          </p:nvSpPr>
          <p:spPr>
            <a:xfrm>
              <a:off x="6088250" y="2038450"/>
              <a:ext cx="9725" cy="8675"/>
            </a:xfrm>
            <a:custGeom>
              <a:avLst/>
              <a:gdLst/>
              <a:ahLst/>
              <a:cxnLst/>
              <a:rect l="l" t="t" r="r" b="b"/>
              <a:pathLst>
                <a:path w="389" h="347" extrusionOk="0">
                  <a:moveTo>
                    <a:pt x="194" y="1"/>
                  </a:moveTo>
                  <a:cubicBezTo>
                    <a:pt x="124" y="1"/>
                    <a:pt x="56" y="38"/>
                    <a:pt x="23" y="88"/>
                  </a:cubicBezTo>
                  <a:cubicBezTo>
                    <a:pt x="0" y="179"/>
                    <a:pt x="23" y="293"/>
                    <a:pt x="114" y="339"/>
                  </a:cubicBezTo>
                  <a:cubicBezTo>
                    <a:pt x="136" y="344"/>
                    <a:pt x="157" y="347"/>
                    <a:pt x="178" y="347"/>
                  </a:cubicBezTo>
                  <a:cubicBezTo>
                    <a:pt x="246" y="347"/>
                    <a:pt x="308" y="317"/>
                    <a:pt x="342" y="247"/>
                  </a:cubicBezTo>
                  <a:cubicBezTo>
                    <a:pt x="388" y="156"/>
                    <a:pt x="342" y="65"/>
                    <a:pt x="274" y="19"/>
                  </a:cubicBezTo>
                  <a:cubicBezTo>
                    <a:pt x="248" y="6"/>
                    <a:pt x="221" y="1"/>
                    <a:pt x="19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6" name="Google Shape;5036;p26"/>
            <p:cNvSpPr/>
            <p:nvPr/>
          </p:nvSpPr>
          <p:spPr>
            <a:xfrm>
              <a:off x="6130475" y="2013600"/>
              <a:ext cx="6300" cy="5600"/>
            </a:xfrm>
            <a:custGeom>
              <a:avLst/>
              <a:gdLst/>
              <a:ahLst/>
              <a:cxnLst/>
              <a:rect l="l" t="t" r="r" b="b"/>
              <a:pathLst>
                <a:path w="252" h="224" extrusionOk="0">
                  <a:moveTo>
                    <a:pt x="136" y="0"/>
                  </a:moveTo>
                  <a:cubicBezTo>
                    <a:pt x="93" y="0"/>
                    <a:pt x="63" y="26"/>
                    <a:pt x="46" y="77"/>
                  </a:cubicBezTo>
                  <a:cubicBezTo>
                    <a:pt x="0" y="123"/>
                    <a:pt x="23" y="191"/>
                    <a:pt x="91" y="214"/>
                  </a:cubicBezTo>
                  <a:cubicBezTo>
                    <a:pt x="104" y="220"/>
                    <a:pt x="118" y="223"/>
                    <a:pt x="132" y="223"/>
                  </a:cubicBezTo>
                  <a:cubicBezTo>
                    <a:pt x="170" y="223"/>
                    <a:pt x="212" y="202"/>
                    <a:pt x="228" y="169"/>
                  </a:cubicBezTo>
                  <a:cubicBezTo>
                    <a:pt x="251" y="100"/>
                    <a:pt x="228" y="55"/>
                    <a:pt x="183" y="9"/>
                  </a:cubicBezTo>
                  <a:cubicBezTo>
                    <a:pt x="166" y="3"/>
                    <a:pt x="150" y="0"/>
                    <a:pt x="136"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7" name="Google Shape;5037;p26"/>
            <p:cNvSpPr/>
            <p:nvPr/>
          </p:nvSpPr>
          <p:spPr>
            <a:xfrm>
              <a:off x="6356425" y="1213000"/>
              <a:ext cx="8025" cy="6975"/>
            </a:xfrm>
            <a:custGeom>
              <a:avLst/>
              <a:gdLst/>
              <a:ahLst/>
              <a:cxnLst/>
              <a:rect l="l" t="t" r="r" b="b"/>
              <a:pathLst>
                <a:path w="321" h="279" extrusionOk="0">
                  <a:moveTo>
                    <a:pt x="175" y="0"/>
                  </a:moveTo>
                  <a:cubicBezTo>
                    <a:pt x="119" y="0"/>
                    <a:pt x="64" y="26"/>
                    <a:pt x="47" y="77"/>
                  </a:cubicBezTo>
                  <a:cubicBezTo>
                    <a:pt x="1" y="146"/>
                    <a:pt x="47" y="237"/>
                    <a:pt x="115" y="260"/>
                  </a:cubicBezTo>
                  <a:cubicBezTo>
                    <a:pt x="134" y="273"/>
                    <a:pt x="153" y="278"/>
                    <a:pt x="172" y="278"/>
                  </a:cubicBezTo>
                  <a:cubicBezTo>
                    <a:pt x="220" y="278"/>
                    <a:pt x="265" y="241"/>
                    <a:pt x="298" y="192"/>
                  </a:cubicBezTo>
                  <a:cubicBezTo>
                    <a:pt x="320" y="123"/>
                    <a:pt x="298" y="55"/>
                    <a:pt x="229" y="9"/>
                  </a:cubicBezTo>
                  <a:cubicBezTo>
                    <a:pt x="212" y="3"/>
                    <a:pt x="194"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8" name="Google Shape;5038;p26"/>
            <p:cNvSpPr/>
            <p:nvPr/>
          </p:nvSpPr>
          <p:spPr>
            <a:xfrm>
              <a:off x="6440325" y="1140150"/>
              <a:ext cx="6875" cy="5975"/>
            </a:xfrm>
            <a:custGeom>
              <a:avLst/>
              <a:gdLst/>
              <a:ahLst/>
              <a:cxnLst/>
              <a:rect l="l" t="t" r="r" b="b"/>
              <a:pathLst>
                <a:path w="275" h="239" extrusionOk="0">
                  <a:moveTo>
                    <a:pt x="112" y="0"/>
                  </a:moveTo>
                  <a:cubicBezTo>
                    <a:pt x="72" y="0"/>
                    <a:pt x="38" y="26"/>
                    <a:pt x="23" y="70"/>
                  </a:cubicBezTo>
                  <a:cubicBezTo>
                    <a:pt x="0" y="138"/>
                    <a:pt x="23" y="207"/>
                    <a:pt x="92" y="230"/>
                  </a:cubicBezTo>
                  <a:cubicBezTo>
                    <a:pt x="103" y="235"/>
                    <a:pt x="116" y="238"/>
                    <a:pt x="129" y="238"/>
                  </a:cubicBezTo>
                  <a:cubicBezTo>
                    <a:pt x="169" y="238"/>
                    <a:pt x="211" y="213"/>
                    <a:pt x="229" y="161"/>
                  </a:cubicBezTo>
                  <a:cubicBezTo>
                    <a:pt x="274" y="116"/>
                    <a:pt x="251" y="47"/>
                    <a:pt x="183" y="24"/>
                  </a:cubicBezTo>
                  <a:cubicBezTo>
                    <a:pt x="159" y="8"/>
                    <a:pt x="134" y="0"/>
                    <a:pt x="11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9" name="Google Shape;5039;p26"/>
            <p:cNvSpPr/>
            <p:nvPr/>
          </p:nvSpPr>
          <p:spPr>
            <a:xfrm>
              <a:off x="5971250" y="1554575"/>
              <a:ext cx="9725" cy="8675"/>
            </a:xfrm>
            <a:custGeom>
              <a:avLst/>
              <a:gdLst/>
              <a:ahLst/>
              <a:cxnLst/>
              <a:rect l="l" t="t" r="r" b="b"/>
              <a:pathLst>
                <a:path w="389" h="347" extrusionOk="0">
                  <a:moveTo>
                    <a:pt x="189" y="0"/>
                  </a:moveTo>
                  <a:cubicBezTo>
                    <a:pt x="127" y="0"/>
                    <a:pt x="57" y="43"/>
                    <a:pt x="24" y="110"/>
                  </a:cubicBezTo>
                  <a:cubicBezTo>
                    <a:pt x="1" y="178"/>
                    <a:pt x="24" y="292"/>
                    <a:pt x="115" y="338"/>
                  </a:cubicBezTo>
                  <a:cubicBezTo>
                    <a:pt x="137" y="343"/>
                    <a:pt x="158" y="346"/>
                    <a:pt x="179" y="346"/>
                  </a:cubicBezTo>
                  <a:cubicBezTo>
                    <a:pt x="247" y="346"/>
                    <a:pt x="308" y="316"/>
                    <a:pt x="343" y="247"/>
                  </a:cubicBezTo>
                  <a:cubicBezTo>
                    <a:pt x="389" y="178"/>
                    <a:pt x="343" y="64"/>
                    <a:pt x="252" y="18"/>
                  </a:cubicBezTo>
                  <a:cubicBezTo>
                    <a:pt x="234" y="6"/>
                    <a:pt x="212" y="0"/>
                    <a:pt x="189"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0" name="Google Shape;5040;p26"/>
            <p:cNvSpPr/>
            <p:nvPr/>
          </p:nvSpPr>
          <p:spPr>
            <a:xfrm>
              <a:off x="5831450" y="1597350"/>
              <a:ext cx="6875" cy="6225"/>
            </a:xfrm>
            <a:custGeom>
              <a:avLst/>
              <a:gdLst/>
              <a:ahLst/>
              <a:cxnLst/>
              <a:rect l="l" t="t" r="r" b="b"/>
              <a:pathLst>
                <a:path w="275" h="249" extrusionOk="0">
                  <a:moveTo>
                    <a:pt x="138" y="0"/>
                  </a:moveTo>
                  <a:cubicBezTo>
                    <a:pt x="99" y="0"/>
                    <a:pt x="56" y="33"/>
                    <a:pt x="23" y="65"/>
                  </a:cubicBezTo>
                  <a:cubicBezTo>
                    <a:pt x="1" y="133"/>
                    <a:pt x="23" y="202"/>
                    <a:pt x="92" y="225"/>
                  </a:cubicBezTo>
                  <a:cubicBezTo>
                    <a:pt x="108" y="241"/>
                    <a:pt x="130" y="248"/>
                    <a:pt x="153" y="248"/>
                  </a:cubicBezTo>
                  <a:cubicBezTo>
                    <a:pt x="194" y="248"/>
                    <a:pt x="237" y="223"/>
                    <a:pt x="252" y="179"/>
                  </a:cubicBezTo>
                  <a:cubicBezTo>
                    <a:pt x="275" y="111"/>
                    <a:pt x="252" y="42"/>
                    <a:pt x="183" y="19"/>
                  </a:cubicBezTo>
                  <a:cubicBezTo>
                    <a:pt x="170" y="6"/>
                    <a:pt x="155" y="0"/>
                    <a:pt x="138"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1" name="Google Shape;5041;p26"/>
            <p:cNvSpPr/>
            <p:nvPr/>
          </p:nvSpPr>
          <p:spPr>
            <a:xfrm>
              <a:off x="6038600" y="1537125"/>
              <a:ext cx="7425" cy="6725"/>
            </a:xfrm>
            <a:custGeom>
              <a:avLst/>
              <a:gdLst/>
              <a:ahLst/>
              <a:cxnLst/>
              <a:rect l="l" t="t" r="r" b="b"/>
              <a:pathLst>
                <a:path w="297" h="269" extrusionOk="0">
                  <a:moveTo>
                    <a:pt x="155" y="0"/>
                  </a:moveTo>
                  <a:cubicBezTo>
                    <a:pt x="104" y="0"/>
                    <a:pt x="57" y="26"/>
                    <a:pt x="23" y="77"/>
                  </a:cubicBezTo>
                  <a:cubicBezTo>
                    <a:pt x="0" y="146"/>
                    <a:pt x="23" y="214"/>
                    <a:pt x="92" y="260"/>
                  </a:cubicBezTo>
                  <a:cubicBezTo>
                    <a:pt x="109" y="266"/>
                    <a:pt x="126" y="268"/>
                    <a:pt x="142" y="268"/>
                  </a:cubicBezTo>
                  <a:cubicBezTo>
                    <a:pt x="191" y="268"/>
                    <a:pt x="234" y="243"/>
                    <a:pt x="251" y="191"/>
                  </a:cubicBezTo>
                  <a:cubicBezTo>
                    <a:pt x="297" y="123"/>
                    <a:pt x="274" y="54"/>
                    <a:pt x="206" y="9"/>
                  </a:cubicBezTo>
                  <a:cubicBezTo>
                    <a:pt x="189" y="3"/>
                    <a:pt x="171" y="0"/>
                    <a:pt x="15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2" name="Google Shape;5042;p26"/>
            <p:cNvSpPr/>
            <p:nvPr/>
          </p:nvSpPr>
          <p:spPr>
            <a:xfrm>
              <a:off x="5843425" y="1571125"/>
              <a:ext cx="10875" cy="9475"/>
            </a:xfrm>
            <a:custGeom>
              <a:avLst/>
              <a:gdLst/>
              <a:ahLst/>
              <a:cxnLst/>
              <a:rect l="l" t="t" r="r" b="b"/>
              <a:pathLst>
                <a:path w="435" h="379" extrusionOk="0">
                  <a:moveTo>
                    <a:pt x="221" y="0"/>
                  </a:moveTo>
                  <a:cubicBezTo>
                    <a:pt x="150" y="0"/>
                    <a:pt x="80" y="43"/>
                    <a:pt x="47" y="110"/>
                  </a:cubicBezTo>
                  <a:cubicBezTo>
                    <a:pt x="1" y="201"/>
                    <a:pt x="47" y="315"/>
                    <a:pt x="138" y="361"/>
                  </a:cubicBezTo>
                  <a:cubicBezTo>
                    <a:pt x="162" y="373"/>
                    <a:pt x="189" y="379"/>
                    <a:pt x="214" y="379"/>
                  </a:cubicBezTo>
                  <a:cubicBezTo>
                    <a:pt x="285" y="379"/>
                    <a:pt x="356" y="336"/>
                    <a:pt x="389" y="269"/>
                  </a:cubicBezTo>
                  <a:cubicBezTo>
                    <a:pt x="435" y="178"/>
                    <a:pt x="389" y="64"/>
                    <a:pt x="298" y="18"/>
                  </a:cubicBezTo>
                  <a:cubicBezTo>
                    <a:pt x="273" y="6"/>
                    <a:pt x="247" y="0"/>
                    <a:pt x="221"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3" name="Google Shape;5043;p26"/>
            <p:cNvSpPr/>
            <p:nvPr/>
          </p:nvSpPr>
          <p:spPr>
            <a:xfrm>
              <a:off x="5876525" y="1557650"/>
              <a:ext cx="8025" cy="6750"/>
            </a:xfrm>
            <a:custGeom>
              <a:avLst/>
              <a:gdLst/>
              <a:ahLst/>
              <a:cxnLst/>
              <a:rect l="l" t="t" r="r" b="b"/>
              <a:pathLst>
                <a:path w="321" h="270" extrusionOk="0">
                  <a:moveTo>
                    <a:pt x="175" y="1"/>
                  </a:moveTo>
                  <a:cubicBezTo>
                    <a:pt x="119" y="1"/>
                    <a:pt x="64" y="27"/>
                    <a:pt x="47" y="78"/>
                  </a:cubicBezTo>
                  <a:cubicBezTo>
                    <a:pt x="1" y="146"/>
                    <a:pt x="24" y="215"/>
                    <a:pt x="92" y="261"/>
                  </a:cubicBezTo>
                  <a:cubicBezTo>
                    <a:pt x="109" y="266"/>
                    <a:pt x="128" y="269"/>
                    <a:pt x="146" y="269"/>
                  </a:cubicBezTo>
                  <a:cubicBezTo>
                    <a:pt x="202" y="269"/>
                    <a:pt x="258" y="243"/>
                    <a:pt x="275" y="192"/>
                  </a:cubicBezTo>
                  <a:cubicBezTo>
                    <a:pt x="320" y="124"/>
                    <a:pt x="298" y="32"/>
                    <a:pt x="229" y="9"/>
                  </a:cubicBezTo>
                  <a:cubicBezTo>
                    <a:pt x="212" y="4"/>
                    <a:pt x="193" y="1"/>
                    <a:pt x="175"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4" name="Google Shape;5044;p26"/>
            <p:cNvSpPr/>
            <p:nvPr/>
          </p:nvSpPr>
          <p:spPr>
            <a:xfrm>
              <a:off x="5967825" y="1547400"/>
              <a:ext cx="9175" cy="7650"/>
            </a:xfrm>
            <a:custGeom>
              <a:avLst/>
              <a:gdLst/>
              <a:ahLst/>
              <a:cxnLst/>
              <a:rect l="l" t="t" r="r" b="b"/>
              <a:pathLst>
                <a:path w="367" h="306" extrusionOk="0">
                  <a:moveTo>
                    <a:pt x="197" y="0"/>
                  </a:moveTo>
                  <a:cubicBezTo>
                    <a:pt x="141" y="0"/>
                    <a:pt x="81" y="26"/>
                    <a:pt x="47" y="77"/>
                  </a:cubicBezTo>
                  <a:cubicBezTo>
                    <a:pt x="1" y="168"/>
                    <a:pt x="47" y="260"/>
                    <a:pt x="115" y="283"/>
                  </a:cubicBezTo>
                  <a:cubicBezTo>
                    <a:pt x="145" y="298"/>
                    <a:pt x="176" y="305"/>
                    <a:pt x="204" y="305"/>
                  </a:cubicBezTo>
                  <a:cubicBezTo>
                    <a:pt x="260" y="305"/>
                    <a:pt x="305" y="275"/>
                    <a:pt x="320" y="214"/>
                  </a:cubicBezTo>
                  <a:cubicBezTo>
                    <a:pt x="366" y="146"/>
                    <a:pt x="320" y="54"/>
                    <a:pt x="252" y="9"/>
                  </a:cubicBezTo>
                  <a:cubicBezTo>
                    <a:pt x="235" y="3"/>
                    <a:pt x="216" y="0"/>
                    <a:pt x="1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5" name="Google Shape;5045;p26"/>
            <p:cNvSpPr/>
            <p:nvPr/>
          </p:nvSpPr>
          <p:spPr>
            <a:xfrm>
              <a:off x="6727925" y="1650100"/>
              <a:ext cx="8575" cy="7100"/>
            </a:xfrm>
            <a:custGeom>
              <a:avLst/>
              <a:gdLst/>
              <a:ahLst/>
              <a:cxnLst/>
              <a:rect l="l" t="t" r="r" b="b"/>
              <a:pathLst>
                <a:path w="343" h="284" extrusionOk="0">
                  <a:moveTo>
                    <a:pt x="174" y="1"/>
                  </a:moveTo>
                  <a:cubicBezTo>
                    <a:pt x="119" y="1"/>
                    <a:pt x="63" y="26"/>
                    <a:pt x="46" y="78"/>
                  </a:cubicBezTo>
                  <a:cubicBezTo>
                    <a:pt x="0" y="146"/>
                    <a:pt x="46" y="237"/>
                    <a:pt x="114" y="260"/>
                  </a:cubicBezTo>
                  <a:cubicBezTo>
                    <a:pt x="137" y="275"/>
                    <a:pt x="163" y="283"/>
                    <a:pt x="187" y="283"/>
                  </a:cubicBezTo>
                  <a:cubicBezTo>
                    <a:pt x="236" y="283"/>
                    <a:pt x="282" y="253"/>
                    <a:pt x="297" y="192"/>
                  </a:cubicBezTo>
                  <a:cubicBezTo>
                    <a:pt x="343" y="123"/>
                    <a:pt x="297" y="55"/>
                    <a:pt x="228" y="9"/>
                  </a:cubicBezTo>
                  <a:cubicBezTo>
                    <a:pt x="211" y="3"/>
                    <a:pt x="193" y="1"/>
                    <a:pt x="174"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6" name="Google Shape;5046;p26"/>
            <p:cNvSpPr/>
            <p:nvPr/>
          </p:nvSpPr>
          <p:spPr>
            <a:xfrm>
              <a:off x="6325050" y="2057525"/>
              <a:ext cx="11450" cy="10400"/>
            </a:xfrm>
            <a:custGeom>
              <a:avLst/>
              <a:gdLst/>
              <a:ahLst/>
              <a:cxnLst/>
              <a:rect l="l" t="t" r="r" b="b"/>
              <a:pathLst>
                <a:path w="458" h="416" extrusionOk="0">
                  <a:moveTo>
                    <a:pt x="213" y="0"/>
                  </a:moveTo>
                  <a:cubicBezTo>
                    <a:pt x="140" y="0"/>
                    <a:pt x="77" y="46"/>
                    <a:pt x="46" y="124"/>
                  </a:cubicBezTo>
                  <a:cubicBezTo>
                    <a:pt x="1" y="215"/>
                    <a:pt x="23" y="352"/>
                    <a:pt x="137" y="397"/>
                  </a:cubicBezTo>
                  <a:cubicBezTo>
                    <a:pt x="162" y="410"/>
                    <a:pt x="190" y="415"/>
                    <a:pt x="218" y="415"/>
                  </a:cubicBezTo>
                  <a:cubicBezTo>
                    <a:pt x="296" y="415"/>
                    <a:pt x="378" y="373"/>
                    <a:pt x="411" y="306"/>
                  </a:cubicBezTo>
                  <a:cubicBezTo>
                    <a:pt x="457" y="192"/>
                    <a:pt x="411" y="78"/>
                    <a:pt x="320" y="32"/>
                  </a:cubicBezTo>
                  <a:cubicBezTo>
                    <a:pt x="284" y="10"/>
                    <a:pt x="247" y="0"/>
                    <a:pt x="21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7" name="Google Shape;5047;p26"/>
            <p:cNvSpPr/>
            <p:nvPr/>
          </p:nvSpPr>
          <p:spPr>
            <a:xfrm>
              <a:off x="6331900" y="2044725"/>
              <a:ext cx="9725" cy="8475"/>
            </a:xfrm>
            <a:custGeom>
              <a:avLst/>
              <a:gdLst/>
              <a:ahLst/>
              <a:cxnLst/>
              <a:rect l="l" t="t" r="r" b="b"/>
              <a:pathLst>
                <a:path w="389" h="339" extrusionOk="0">
                  <a:moveTo>
                    <a:pt x="199" y="1"/>
                  </a:moveTo>
                  <a:cubicBezTo>
                    <a:pt x="136" y="1"/>
                    <a:pt x="79" y="38"/>
                    <a:pt x="46" y="88"/>
                  </a:cubicBezTo>
                  <a:cubicBezTo>
                    <a:pt x="0" y="179"/>
                    <a:pt x="46" y="293"/>
                    <a:pt x="115" y="316"/>
                  </a:cubicBezTo>
                  <a:cubicBezTo>
                    <a:pt x="145" y="331"/>
                    <a:pt x="178" y="339"/>
                    <a:pt x="209" y="339"/>
                  </a:cubicBezTo>
                  <a:cubicBezTo>
                    <a:pt x="272" y="339"/>
                    <a:pt x="328" y="308"/>
                    <a:pt x="343" y="247"/>
                  </a:cubicBezTo>
                  <a:cubicBezTo>
                    <a:pt x="388" y="156"/>
                    <a:pt x="366" y="65"/>
                    <a:pt x="274" y="19"/>
                  </a:cubicBezTo>
                  <a:cubicBezTo>
                    <a:pt x="249" y="6"/>
                    <a:pt x="223" y="1"/>
                    <a:pt x="199"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8" name="Google Shape;5048;p26"/>
            <p:cNvSpPr/>
            <p:nvPr/>
          </p:nvSpPr>
          <p:spPr>
            <a:xfrm>
              <a:off x="6327900" y="2032050"/>
              <a:ext cx="8600" cy="7100"/>
            </a:xfrm>
            <a:custGeom>
              <a:avLst/>
              <a:gdLst/>
              <a:ahLst/>
              <a:cxnLst/>
              <a:rect l="l" t="t" r="r" b="b"/>
              <a:pathLst>
                <a:path w="344" h="284" extrusionOk="0">
                  <a:moveTo>
                    <a:pt x="152" y="0"/>
                  </a:moveTo>
                  <a:cubicBezTo>
                    <a:pt x="104" y="0"/>
                    <a:pt x="61" y="26"/>
                    <a:pt x="46" y="70"/>
                  </a:cubicBezTo>
                  <a:cubicBezTo>
                    <a:pt x="1" y="161"/>
                    <a:pt x="46" y="230"/>
                    <a:pt x="115" y="275"/>
                  </a:cubicBezTo>
                  <a:cubicBezTo>
                    <a:pt x="132" y="281"/>
                    <a:pt x="150" y="284"/>
                    <a:pt x="169" y="284"/>
                  </a:cubicBezTo>
                  <a:cubicBezTo>
                    <a:pt x="225" y="284"/>
                    <a:pt x="280" y="258"/>
                    <a:pt x="297" y="207"/>
                  </a:cubicBezTo>
                  <a:cubicBezTo>
                    <a:pt x="343" y="138"/>
                    <a:pt x="297"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9" name="Google Shape;5049;p26"/>
            <p:cNvSpPr/>
            <p:nvPr/>
          </p:nvSpPr>
          <p:spPr>
            <a:xfrm>
              <a:off x="6327900" y="2017025"/>
              <a:ext cx="8025" cy="7100"/>
            </a:xfrm>
            <a:custGeom>
              <a:avLst/>
              <a:gdLst/>
              <a:ahLst/>
              <a:cxnLst/>
              <a:rect l="l" t="t" r="r" b="b"/>
              <a:pathLst>
                <a:path w="321" h="284" extrusionOk="0">
                  <a:moveTo>
                    <a:pt x="175" y="0"/>
                  </a:moveTo>
                  <a:cubicBezTo>
                    <a:pt x="119" y="0"/>
                    <a:pt x="63" y="26"/>
                    <a:pt x="46" y="77"/>
                  </a:cubicBezTo>
                  <a:cubicBezTo>
                    <a:pt x="1" y="146"/>
                    <a:pt x="23" y="237"/>
                    <a:pt x="92" y="260"/>
                  </a:cubicBezTo>
                  <a:cubicBezTo>
                    <a:pt x="124" y="276"/>
                    <a:pt x="154" y="284"/>
                    <a:pt x="180" y="284"/>
                  </a:cubicBezTo>
                  <a:cubicBezTo>
                    <a:pt x="229" y="284"/>
                    <a:pt x="268" y="258"/>
                    <a:pt x="297" y="214"/>
                  </a:cubicBezTo>
                  <a:cubicBezTo>
                    <a:pt x="320" y="123"/>
                    <a:pt x="297" y="54"/>
                    <a:pt x="229" y="9"/>
                  </a:cubicBezTo>
                  <a:cubicBezTo>
                    <a:pt x="212" y="3"/>
                    <a:pt x="193" y="0"/>
                    <a:pt x="175"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0" name="Google Shape;5050;p26"/>
            <p:cNvSpPr/>
            <p:nvPr/>
          </p:nvSpPr>
          <p:spPr>
            <a:xfrm>
              <a:off x="6072825" y="2014725"/>
              <a:ext cx="6300" cy="5050"/>
            </a:xfrm>
            <a:custGeom>
              <a:avLst/>
              <a:gdLst/>
              <a:ahLst/>
              <a:cxnLst/>
              <a:rect l="l" t="t" r="r" b="b"/>
              <a:pathLst>
                <a:path w="252" h="202" extrusionOk="0">
                  <a:moveTo>
                    <a:pt x="133" y="1"/>
                  </a:moveTo>
                  <a:cubicBezTo>
                    <a:pt x="90" y="1"/>
                    <a:pt x="57" y="22"/>
                    <a:pt x="24" y="55"/>
                  </a:cubicBezTo>
                  <a:cubicBezTo>
                    <a:pt x="1" y="101"/>
                    <a:pt x="24" y="169"/>
                    <a:pt x="92" y="192"/>
                  </a:cubicBezTo>
                  <a:cubicBezTo>
                    <a:pt x="104" y="198"/>
                    <a:pt x="118" y="201"/>
                    <a:pt x="132" y="201"/>
                  </a:cubicBezTo>
                  <a:cubicBezTo>
                    <a:pt x="171" y="201"/>
                    <a:pt x="212" y="180"/>
                    <a:pt x="229" y="146"/>
                  </a:cubicBezTo>
                  <a:cubicBezTo>
                    <a:pt x="252" y="101"/>
                    <a:pt x="229" y="32"/>
                    <a:pt x="183" y="10"/>
                  </a:cubicBezTo>
                  <a:cubicBezTo>
                    <a:pt x="165" y="3"/>
                    <a:pt x="148" y="1"/>
                    <a:pt x="13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1" name="Google Shape;5051;p26"/>
            <p:cNvSpPr/>
            <p:nvPr/>
          </p:nvSpPr>
          <p:spPr>
            <a:xfrm>
              <a:off x="6262275" y="1454600"/>
              <a:ext cx="9150" cy="7900"/>
            </a:xfrm>
            <a:custGeom>
              <a:avLst/>
              <a:gdLst/>
              <a:ahLst/>
              <a:cxnLst/>
              <a:rect l="l" t="t" r="r" b="b"/>
              <a:pathLst>
                <a:path w="366" h="316" extrusionOk="0">
                  <a:moveTo>
                    <a:pt x="163" y="0"/>
                  </a:moveTo>
                  <a:cubicBezTo>
                    <a:pt x="107" y="0"/>
                    <a:pt x="62" y="31"/>
                    <a:pt x="46" y="91"/>
                  </a:cubicBezTo>
                  <a:cubicBezTo>
                    <a:pt x="1" y="160"/>
                    <a:pt x="24" y="251"/>
                    <a:pt x="115" y="297"/>
                  </a:cubicBezTo>
                  <a:cubicBezTo>
                    <a:pt x="134" y="310"/>
                    <a:pt x="155" y="315"/>
                    <a:pt x="176" y="315"/>
                  </a:cubicBezTo>
                  <a:cubicBezTo>
                    <a:pt x="231" y="315"/>
                    <a:pt x="287" y="278"/>
                    <a:pt x="320" y="228"/>
                  </a:cubicBezTo>
                  <a:cubicBezTo>
                    <a:pt x="366" y="137"/>
                    <a:pt x="320" y="46"/>
                    <a:pt x="252" y="23"/>
                  </a:cubicBezTo>
                  <a:cubicBezTo>
                    <a:pt x="221" y="8"/>
                    <a:pt x="191" y="0"/>
                    <a:pt x="163"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2" name="Google Shape;5052;p26"/>
            <p:cNvSpPr/>
            <p:nvPr/>
          </p:nvSpPr>
          <p:spPr>
            <a:xfrm>
              <a:off x="6254300" y="1462350"/>
              <a:ext cx="6875" cy="5975"/>
            </a:xfrm>
            <a:custGeom>
              <a:avLst/>
              <a:gdLst/>
              <a:ahLst/>
              <a:cxnLst/>
              <a:rect l="l" t="t" r="r" b="b"/>
              <a:pathLst>
                <a:path w="275" h="239" extrusionOk="0">
                  <a:moveTo>
                    <a:pt x="138" y="1"/>
                  </a:moveTo>
                  <a:cubicBezTo>
                    <a:pt x="93" y="1"/>
                    <a:pt x="40" y="22"/>
                    <a:pt x="23" y="55"/>
                  </a:cubicBezTo>
                  <a:cubicBezTo>
                    <a:pt x="0" y="124"/>
                    <a:pt x="23" y="192"/>
                    <a:pt x="92" y="215"/>
                  </a:cubicBezTo>
                  <a:cubicBezTo>
                    <a:pt x="108" y="231"/>
                    <a:pt x="127" y="239"/>
                    <a:pt x="147" y="239"/>
                  </a:cubicBezTo>
                  <a:cubicBezTo>
                    <a:pt x="183" y="239"/>
                    <a:pt x="222" y="214"/>
                    <a:pt x="251" y="169"/>
                  </a:cubicBezTo>
                  <a:cubicBezTo>
                    <a:pt x="274" y="101"/>
                    <a:pt x="251" y="32"/>
                    <a:pt x="183" y="10"/>
                  </a:cubicBezTo>
                  <a:cubicBezTo>
                    <a:pt x="171" y="4"/>
                    <a:pt x="155" y="1"/>
                    <a:pt x="13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3" name="Google Shape;5053;p26"/>
            <p:cNvSpPr/>
            <p:nvPr/>
          </p:nvSpPr>
          <p:spPr>
            <a:xfrm>
              <a:off x="6276550" y="1513125"/>
              <a:ext cx="11425" cy="10425"/>
            </a:xfrm>
            <a:custGeom>
              <a:avLst/>
              <a:gdLst/>
              <a:ahLst/>
              <a:cxnLst/>
              <a:rect l="l" t="t" r="r" b="b"/>
              <a:pathLst>
                <a:path w="457" h="417" extrusionOk="0">
                  <a:moveTo>
                    <a:pt x="223" y="1"/>
                  </a:moveTo>
                  <a:cubicBezTo>
                    <a:pt x="150" y="1"/>
                    <a:pt x="77" y="47"/>
                    <a:pt x="46" y="124"/>
                  </a:cubicBezTo>
                  <a:cubicBezTo>
                    <a:pt x="0" y="216"/>
                    <a:pt x="46" y="352"/>
                    <a:pt x="137" y="398"/>
                  </a:cubicBezTo>
                  <a:cubicBezTo>
                    <a:pt x="168" y="410"/>
                    <a:pt x="199" y="416"/>
                    <a:pt x="228" y="416"/>
                  </a:cubicBezTo>
                  <a:cubicBezTo>
                    <a:pt x="308" y="416"/>
                    <a:pt x="378" y="374"/>
                    <a:pt x="411" y="307"/>
                  </a:cubicBezTo>
                  <a:cubicBezTo>
                    <a:pt x="457" y="193"/>
                    <a:pt x="411" y="79"/>
                    <a:pt x="320" y="33"/>
                  </a:cubicBezTo>
                  <a:cubicBezTo>
                    <a:pt x="291" y="11"/>
                    <a:pt x="257" y="1"/>
                    <a:pt x="223"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4" name="Google Shape;5054;p26"/>
            <p:cNvSpPr/>
            <p:nvPr/>
          </p:nvSpPr>
          <p:spPr>
            <a:xfrm>
              <a:off x="6273700" y="1481950"/>
              <a:ext cx="6300" cy="5425"/>
            </a:xfrm>
            <a:custGeom>
              <a:avLst/>
              <a:gdLst/>
              <a:ahLst/>
              <a:cxnLst/>
              <a:rect l="l" t="t" r="r" b="b"/>
              <a:pathLst>
                <a:path w="252" h="217" extrusionOk="0">
                  <a:moveTo>
                    <a:pt x="106" y="1"/>
                  </a:moveTo>
                  <a:cubicBezTo>
                    <a:pt x="72" y="1"/>
                    <a:pt x="38" y="26"/>
                    <a:pt x="23" y="70"/>
                  </a:cubicBezTo>
                  <a:cubicBezTo>
                    <a:pt x="0" y="116"/>
                    <a:pt x="23" y="184"/>
                    <a:pt x="69" y="207"/>
                  </a:cubicBezTo>
                  <a:cubicBezTo>
                    <a:pt x="81" y="213"/>
                    <a:pt x="95" y="216"/>
                    <a:pt x="109" y="216"/>
                  </a:cubicBezTo>
                  <a:cubicBezTo>
                    <a:pt x="148" y="216"/>
                    <a:pt x="189" y="195"/>
                    <a:pt x="206" y="161"/>
                  </a:cubicBezTo>
                  <a:cubicBezTo>
                    <a:pt x="251" y="116"/>
                    <a:pt x="229" y="47"/>
                    <a:pt x="160" y="25"/>
                  </a:cubicBezTo>
                  <a:cubicBezTo>
                    <a:pt x="144" y="8"/>
                    <a:pt x="125" y="1"/>
                    <a:pt x="106"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5" name="Google Shape;5055;p26"/>
            <p:cNvSpPr/>
            <p:nvPr/>
          </p:nvSpPr>
          <p:spPr>
            <a:xfrm>
              <a:off x="5680800" y="1186375"/>
              <a:ext cx="8025" cy="7100"/>
            </a:xfrm>
            <a:custGeom>
              <a:avLst/>
              <a:gdLst/>
              <a:ahLst/>
              <a:cxnLst/>
              <a:rect l="l" t="t" r="r" b="b"/>
              <a:pathLst>
                <a:path w="321" h="284" extrusionOk="0">
                  <a:moveTo>
                    <a:pt x="152" y="0"/>
                  </a:moveTo>
                  <a:cubicBezTo>
                    <a:pt x="104" y="0"/>
                    <a:pt x="61" y="25"/>
                    <a:pt x="46" y="70"/>
                  </a:cubicBezTo>
                  <a:cubicBezTo>
                    <a:pt x="1" y="138"/>
                    <a:pt x="24" y="229"/>
                    <a:pt x="92" y="275"/>
                  </a:cubicBezTo>
                  <a:cubicBezTo>
                    <a:pt x="109" y="281"/>
                    <a:pt x="128" y="284"/>
                    <a:pt x="146" y="284"/>
                  </a:cubicBezTo>
                  <a:cubicBezTo>
                    <a:pt x="202" y="284"/>
                    <a:pt x="258" y="258"/>
                    <a:pt x="275" y="207"/>
                  </a:cubicBezTo>
                  <a:cubicBezTo>
                    <a:pt x="320" y="138"/>
                    <a:pt x="298" y="47"/>
                    <a:pt x="229" y="24"/>
                  </a:cubicBezTo>
                  <a:cubicBezTo>
                    <a:pt x="205" y="8"/>
                    <a:pt x="178" y="0"/>
                    <a:pt x="15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6" name="Google Shape;5056;p26"/>
            <p:cNvSpPr/>
            <p:nvPr/>
          </p:nvSpPr>
          <p:spPr>
            <a:xfrm>
              <a:off x="5685950" y="1147950"/>
              <a:ext cx="6875" cy="6150"/>
            </a:xfrm>
            <a:custGeom>
              <a:avLst/>
              <a:gdLst/>
              <a:ahLst/>
              <a:cxnLst/>
              <a:rect l="l" t="t" r="r" b="b"/>
              <a:pathLst>
                <a:path w="275" h="246" extrusionOk="0">
                  <a:moveTo>
                    <a:pt x="132" y="0"/>
                  </a:moveTo>
                  <a:cubicBezTo>
                    <a:pt x="83" y="0"/>
                    <a:pt x="40" y="26"/>
                    <a:pt x="23" y="77"/>
                  </a:cubicBezTo>
                  <a:cubicBezTo>
                    <a:pt x="0" y="123"/>
                    <a:pt x="23" y="192"/>
                    <a:pt x="69" y="237"/>
                  </a:cubicBezTo>
                  <a:cubicBezTo>
                    <a:pt x="86" y="243"/>
                    <a:pt x="103" y="246"/>
                    <a:pt x="119" y="246"/>
                  </a:cubicBezTo>
                  <a:cubicBezTo>
                    <a:pt x="169" y="246"/>
                    <a:pt x="211" y="220"/>
                    <a:pt x="228" y="169"/>
                  </a:cubicBezTo>
                  <a:cubicBezTo>
                    <a:pt x="274" y="123"/>
                    <a:pt x="228" y="55"/>
                    <a:pt x="183" y="9"/>
                  </a:cubicBezTo>
                  <a:cubicBezTo>
                    <a:pt x="166" y="3"/>
                    <a:pt x="149" y="0"/>
                    <a:pt x="132"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57" name="Google Shape;5057;p26"/>
          <p:cNvGrpSpPr/>
          <p:nvPr/>
        </p:nvGrpSpPr>
        <p:grpSpPr>
          <a:xfrm>
            <a:off x="7906817" y="416855"/>
            <a:ext cx="1048180" cy="245101"/>
            <a:chOff x="3504975" y="1233750"/>
            <a:chExt cx="324725" cy="75925"/>
          </a:xfrm>
        </p:grpSpPr>
        <p:sp>
          <p:nvSpPr>
            <p:cNvPr id="5058" name="Google Shape;5058;p26"/>
            <p:cNvSpPr/>
            <p:nvPr/>
          </p:nvSpPr>
          <p:spPr>
            <a:xfrm>
              <a:off x="3504975" y="1233750"/>
              <a:ext cx="66225" cy="75925"/>
            </a:xfrm>
            <a:custGeom>
              <a:avLst/>
              <a:gdLst/>
              <a:ahLst/>
              <a:cxnLst/>
              <a:rect l="l" t="t" r="r" b="b"/>
              <a:pathLst>
                <a:path w="2649" h="3037" extrusionOk="0">
                  <a:moveTo>
                    <a:pt x="2649" y="1"/>
                  </a:moveTo>
                  <a:lnTo>
                    <a:pt x="1" y="1530"/>
                  </a:lnTo>
                  <a:lnTo>
                    <a:pt x="2649" y="3036"/>
                  </a:lnTo>
                  <a:lnTo>
                    <a:pt x="2649"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9" name="Google Shape;5059;p26"/>
            <p:cNvSpPr/>
            <p:nvPr/>
          </p:nvSpPr>
          <p:spPr>
            <a:xfrm>
              <a:off x="3633950" y="1233750"/>
              <a:ext cx="66225" cy="75925"/>
            </a:xfrm>
            <a:custGeom>
              <a:avLst/>
              <a:gdLst/>
              <a:ahLst/>
              <a:cxnLst/>
              <a:rect l="l" t="t" r="r" b="b"/>
              <a:pathLst>
                <a:path w="2649" h="3037" extrusionOk="0">
                  <a:moveTo>
                    <a:pt x="2648" y="1"/>
                  </a:moveTo>
                  <a:lnTo>
                    <a:pt x="0"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0" name="Google Shape;5060;p26"/>
            <p:cNvSpPr/>
            <p:nvPr/>
          </p:nvSpPr>
          <p:spPr>
            <a:xfrm>
              <a:off x="3763475" y="1233750"/>
              <a:ext cx="66225" cy="75925"/>
            </a:xfrm>
            <a:custGeom>
              <a:avLst/>
              <a:gdLst/>
              <a:ahLst/>
              <a:cxnLst/>
              <a:rect l="l" t="t" r="r" b="b"/>
              <a:pathLst>
                <a:path w="2649" h="3037" extrusionOk="0">
                  <a:moveTo>
                    <a:pt x="2648" y="1"/>
                  </a:moveTo>
                  <a:lnTo>
                    <a:pt x="1" y="1530"/>
                  </a:lnTo>
                  <a:lnTo>
                    <a:pt x="2648" y="3036"/>
                  </a:lnTo>
                  <a:lnTo>
                    <a:pt x="2648" y="1"/>
                  </a:lnTo>
                  <a:close/>
                </a:path>
              </a:pathLst>
            </a:custGeom>
            <a:gradFill>
              <a:gsLst>
                <a:gs pos="0">
                  <a:srgbClr val="002AB1">
                    <a:alpha val="51764"/>
                  </a:srgbClr>
                </a:gs>
                <a:gs pos="100000">
                  <a:srgbClr val="3EE7F0">
                    <a:alpha val="50196"/>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1" name="Google Shape;5061;p26"/>
          <p:cNvGrpSpPr/>
          <p:nvPr/>
        </p:nvGrpSpPr>
        <p:grpSpPr>
          <a:xfrm>
            <a:off x="-3159408" y="-1622504"/>
            <a:ext cx="5958123" cy="5505660"/>
            <a:chOff x="407025" y="3490600"/>
            <a:chExt cx="1442575" cy="1333025"/>
          </a:xfrm>
        </p:grpSpPr>
        <p:sp>
          <p:nvSpPr>
            <p:cNvPr id="5062" name="Google Shape;5062;p26"/>
            <p:cNvSpPr/>
            <p:nvPr/>
          </p:nvSpPr>
          <p:spPr>
            <a:xfrm>
              <a:off x="810450" y="3490600"/>
              <a:ext cx="1039150" cy="1082525"/>
            </a:xfrm>
            <a:custGeom>
              <a:avLst/>
              <a:gdLst/>
              <a:ahLst/>
              <a:cxnLst/>
              <a:rect l="l" t="t" r="r" b="b"/>
              <a:pathLst>
                <a:path w="41566" h="43301" extrusionOk="0">
                  <a:moveTo>
                    <a:pt x="1" y="41497"/>
                  </a:moveTo>
                  <a:lnTo>
                    <a:pt x="252" y="43300"/>
                  </a:lnTo>
                  <a:lnTo>
                    <a:pt x="41566" y="1804"/>
                  </a:lnTo>
                  <a:lnTo>
                    <a:pt x="41315"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3" name="Google Shape;5063;p26"/>
            <p:cNvSpPr/>
            <p:nvPr/>
          </p:nvSpPr>
          <p:spPr>
            <a:xfrm>
              <a:off x="566225" y="3920300"/>
              <a:ext cx="783500" cy="816575"/>
            </a:xfrm>
            <a:custGeom>
              <a:avLst/>
              <a:gdLst/>
              <a:ahLst/>
              <a:cxnLst/>
              <a:rect l="l" t="t" r="r" b="b"/>
              <a:pathLst>
                <a:path w="31340" h="32663" extrusionOk="0">
                  <a:moveTo>
                    <a:pt x="31157" y="0"/>
                  </a:moveTo>
                  <a:lnTo>
                    <a:pt x="1" y="31293"/>
                  </a:lnTo>
                  <a:lnTo>
                    <a:pt x="183" y="32663"/>
                  </a:lnTo>
                  <a:lnTo>
                    <a:pt x="31340" y="1370"/>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4" name="Google Shape;5064;p26"/>
            <p:cNvSpPr/>
            <p:nvPr/>
          </p:nvSpPr>
          <p:spPr>
            <a:xfrm>
              <a:off x="1016450" y="3682900"/>
              <a:ext cx="783500" cy="816025"/>
            </a:xfrm>
            <a:custGeom>
              <a:avLst/>
              <a:gdLst/>
              <a:ahLst/>
              <a:cxnLst/>
              <a:rect l="l" t="t" r="r" b="b"/>
              <a:pathLst>
                <a:path w="31340" h="32641" extrusionOk="0">
                  <a:moveTo>
                    <a:pt x="31157" y="1"/>
                  </a:moveTo>
                  <a:lnTo>
                    <a:pt x="1" y="31294"/>
                  </a:lnTo>
                  <a:lnTo>
                    <a:pt x="183" y="32641"/>
                  </a:lnTo>
                  <a:lnTo>
                    <a:pt x="31340" y="1370"/>
                  </a:lnTo>
                  <a:lnTo>
                    <a:pt x="31157"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5" name="Google Shape;5065;p26"/>
            <p:cNvSpPr/>
            <p:nvPr/>
          </p:nvSpPr>
          <p:spPr>
            <a:xfrm>
              <a:off x="788775" y="3843825"/>
              <a:ext cx="783500" cy="816025"/>
            </a:xfrm>
            <a:custGeom>
              <a:avLst/>
              <a:gdLst/>
              <a:ahLst/>
              <a:cxnLst/>
              <a:rect l="l" t="t" r="r" b="b"/>
              <a:pathLst>
                <a:path w="31340" h="32641" extrusionOk="0">
                  <a:moveTo>
                    <a:pt x="31157" y="0"/>
                  </a:moveTo>
                  <a:lnTo>
                    <a:pt x="0" y="31294"/>
                  </a:lnTo>
                  <a:lnTo>
                    <a:pt x="183" y="32641"/>
                  </a:lnTo>
                  <a:lnTo>
                    <a:pt x="31340" y="1347"/>
                  </a:lnTo>
                  <a:lnTo>
                    <a:pt x="31157"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6" name="Google Shape;5066;p26"/>
            <p:cNvSpPr/>
            <p:nvPr/>
          </p:nvSpPr>
          <p:spPr>
            <a:xfrm>
              <a:off x="407025" y="3741675"/>
              <a:ext cx="1038575" cy="1081950"/>
            </a:xfrm>
            <a:custGeom>
              <a:avLst/>
              <a:gdLst/>
              <a:ahLst/>
              <a:cxnLst/>
              <a:rect l="l" t="t" r="r" b="b"/>
              <a:pathLst>
                <a:path w="41543" h="43278" extrusionOk="0">
                  <a:moveTo>
                    <a:pt x="41314" y="1"/>
                  </a:moveTo>
                  <a:lnTo>
                    <a:pt x="0" y="41474"/>
                  </a:lnTo>
                  <a:lnTo>
                    <a:pt x="229" y="43277"/>
                  </a:lnTo>
                  <a:lnTo>
                    <a:pt x="41542" y="1804"/>
                  </a:lnTo>
                  <a:lnTo>
                    <a:pt x="41314"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7" name="Google Shape;5067;p26"/>
            <p:cNvSpPr/>
            <p:nvPr/>
          </p:nvSpPr>
          <p:spPr>
            <a:xfrm>
              <a:off x="1095775" y="3693175"/>
              <a:ext cx="536425" cy="575800"/>
            </a:xfrm>
            <a:custGeom>
              <a:avLst/>
              <a:gdLst/>
              <a:ahLst/>
              <a:cxnLst/>
              <a:rect l="l" t="t" r="r" b="b"/>
              <a:pathLst>
                <a:path w="21457" h="23032" extrusionOk="0">
                  <a:moveTo>
                    <a:pt x="21411" y="1"/>
                  </a:moveTo>
                  <a:lnTo>
                    <a:pt x="0" y="21434"/>
                  </a:lnTo>
                  <a:lnTo>
                    <a:pt x="23" y="23031"/>
                  </a:lnTo>
                  <a:lnTo>
                    <a:pt x="21456" y="1598"/>
                  </a:lnTo>
                  <a:lnTo>
                    <a:pt x="21411"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8" name="Google Shape;5068;p26"/>
          <p:cNvGrpSpPr/>
          <p:nvPr/>
        </p:nvGrpSpPr>
        <p:grpSpPr>
          <a:xfrm>
            <a:off x="352417" y="3436345"/>
            <a:ext cx="2352860" cy="2352860"/>
            <a:chOff x="3413675" y="1416350"/>
            <a:chExt cx="685925" cy="685925"/>
          </a:xfrm>
        </p:grpSpPr>
        <p:sp>
          <p:nvSpPr>
            <p:cNvPr id="5069" name="Google Shape;5069;p26"/>
            <p:cNvSpPr/>
            <p:nvPr/>
          </p:nvSpPr>
          <p:spPr>
            <a:xfrm>
              <a:off x="3514125" y="1599525"/>
              <a:ext cx="435400" cy="402325"/>
            </a:xfrm>
            <a:custGeom>
              <a:avLst/>
              <a:gdLst/>
              <a:ahLst/>
              <a:cxnLst/>
              <a:rect l="l" t="t" r="r" b="b"/>
              <a:pathLst>
                <a:path w="17416" h="16093" extrusionOk="0">
                  <a:moveTo>
                    <a:pt x="0" y="6392"/>
                  </a:moveTo>
                  <a:cubicBezTo>
                    <a:pt x="0" y="4041"/>
                    <a:pt x="845" y="1758"/>
                    <a:pt x="2397" y="1"/>
                  </a:cubicBezTo>
                  <a:lnTo>
                    <a:pt x="3424" y="914"/>
                  </a:lnTo>
                  <a:cubicBezTo>
                    <a:pt x="2100" y="2420"/>
                    <a:pt x="1370" y="4360"/>
                    <a:pt x="1370" y="6392"/>
                  </a:cubicBezTo>
                  <a:cubicBezTo>
                    <a:pt x="1370" y="10980"/>
                    <a:pt x="5113" y="14723"/>
                    <a:pt x="9701" y="14723"/>
                  </a:cubicBezTo>
                  <a:cubicBezTo>
                    <a:pt x="12326" y="14723"/>
                    <a:pt x="14722" y="13513"/>
                    <a:pt x="16320" y="11436"/>
                  </a:cubicBezTo>
                  <a:lnTo>
                    <a:pt x="17416" y="12281"/>
                  </a:lnTo>
                  <a:cubicBezTo>
                    <a:pt x="15567" y="14700"/>
                    <a:pt x="12759" y="16093"/>
                    <a:pt x="9701" y="16093"/>
                  </a:cubicBezTo>
                  <a:cubicBezTo>
                    <a:pt x="4360" y="16093"/>
                    <a:pt x="0" y="11733"/>
                    <a:pt x="0"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0" name="Google Shape;5070;p26"/>
            <p:cNvSpPr/>
            <p:nvPr/>
          </p:nvSpPr>
          <p:spPr>
            <a:xfrm>
              <a:off x="3570025" y="1516800"/>
              <a:ext cx="429150" cy="398875"/>
            </a:xfrm>
            <a:custGeom>
              <a:avLst/>
              <a:gdLst/>
              <a:ahLst/>
              <a:cxnLst/>
              <a:rect l="l" t="t" r="r" b="b"/>
              <a:pathLst>
                <a:path w="17166" h="15955" extrusionOk="0">
                  <a:moveTo>
                    <a:pt x="161" y="3310"/>
                  </a:moveTo>
                  <a:cubicBezTo>
                    <a:pt x="47" y="3447"/>
                    <a:pt x="1" y="3606"/>
                    <a:pt x="1" y="3766"/>
                  </a:cubicBezTo>
                  <a:lnTo>
                    <a:pt x="1" y="3766"/>
                  </a:lnTo>
                  <a:cubicBezTo>
                    <a:pt x="1" y="3949"/>
                    <a:pt x="69" y="4131"/>
                    <a:pt x="229" y="4268"/>
                  </a:cubicBezTo>
                  <a:lnTo>
                    <a:pt x="229" y="4268"/>
                  </a:lnTo>
                  <a:cubicBezTo>
                    <a:pt x="503" y="4519"/>
                    <a:pt x="960" y="4497"/>
                    <a:pt x="1188" y="4223"/>
                  </a:cubicBezTo>
                  <a:lnTo>
                    <a:pt x="1188" y="4223"/>
                  </a:lnTo>
                  <a:cubicBezTo>
                    <a:pt x="2786" y="2397"/>
                    <a:pt x="5068" y="1370"/>
                    <a:pt x="7465" y="1370"/>
                  </a:cubicBezTo>
                  <a:lnTo>
                    <a:pt x="7465" y="1370"/>
                  </a:lnTo>
                  <a:cubicBezTo>
                    <a:pt x="12053" y="1370"/>
                    <a:pt x="15796" y="5113"/>
                    <a:pt x="15796" y="9701"/>
                  </a:cubicBezTo>
                  <a:lnTo>
                    <a:pt x="15796" y="9701"/>
                  </a:lnTo>
                  <a:cubicBezTo>
                    <a:pt x="15796" y="11550"/>
                    <a:pt x="15203" y="13284"/>
                    <a:pt x="14084" y="14745"/>
                  </a:cubicBezTo>
                  <a:lnTo>
                    <a:pt x="14084" y="14745"/>
                  </a:lnTo>
                  <a:cubicBezTo>
                    <a:pt x="13856" y="15065"/>
                    <a:pt x="13902" y="15498"/>
                    <a:pt x="14221" y="15727"/>
                  </a:cubicBezTo>
                  <a:lnTo>
                    <a:pt x="14221" y="15727"/>
                  </a:lnTo>
                  <a:cubicBezTo>
                    <a:pt x="14518" y="15955"/>
                    <a:pt x="14952" y="15886"/>
                    <a:pt x="15180" y="15590"/>
                  </a:cubicBezTo>
                  <a:lnTo>
                    <a:pt x="15180" y="15590"/>
                  </a:lnTo>
                  <a:cubicBezTo>
                    <a:pt x="16481" y="13878"/>
                    <a:pt x="17166" y="11846"/>
                    <a:pt x="17166" y="9701"/>
                  </a:cubicBezTo>
                  <a:lnTo>
                    <a:pt x="17166" y="9701"/>
                  </a:lnTo>
                  <a:cubicBezTo>
                    <a:pt x="17166" y="4337"/>
                    <a:pt x="12806" y="0"/>
                    <a:pt x="7465" y="0"/>
                  </a:cubicBezTo>
                  <a:lnTo>
                    <a:pt x="7465" y="0"/>
                  </a:lnTo>
                  <a:cubicBezTo>
                    <a:pt x="4657" y="0"/>
                    <a:pt x="2010" y="1210"/>
                    <a:pt x="161" y="3310"/>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1" name="Google Shape;5071;p26"/>
            <p:cNvSpPr/>
            <p:nvPr/>
          </p:nvSpPr>
          <p:spPr>
            <a:xfrm>
              <a:off x="3596850" y="1599525"/>
              <a:ext cx="319575" cy="290475"/>
            </a:xfrm>
            <a:custGeom>
              <a:avLst/>
              <a:gdLst/>
              <a:ahLst/>
              <a:cxnLst/>
              <a:rect l="l" t="t" r="r" b="b"/>
              <a:pathLst>
                <a:path w="12783" h="11619" extrusionOk="0">
                  <a:moveTo>
                    <a:pt x="1" y="6392"/>
                  </a:moveTo>
                  <a:cubicBezTo>
                    <a:pt x="1" y="2854"/>
                    <a:pt x="2877" y="1"/>
                    <a:pt x="6392" y="1"/>
                  </a:cubicBezTo>
                  <a:cubicBezTo>
                    <a:pt x="9907" y="1"/>
                    <a:pt x="12783" y="2854"/>
                    <a:pt x="12783" y="6392"/>
                  </a:cubicBezTo>
                  <a:cubicBezTo>
                    <a:pt x="12783" y="8378"/>
                    <a:pt x="11870" y="10226"/>
                    <a:pt x="10295" y="11459"/>
                  </a:cubicBezTo>
                  <a:lnTo>
                    <a:pt x="9450" y="10363"/>
                  </a:lnTo>
                  <a:cubicBezTo>
                    <a:pt x="10706" y="9405"/>
                    <a:pt x="11413" y="7967"/>
                    <a:pt x="11413" y="6392"/>
                  </a:cubicBezTo>
                  <a:cubicBezTo>
                    <a:pt x="11413" y="3630"/>
                    <a:pt x="9154" y="1370"/>
                    <a:pt x="6392" y="1370"/>
                  </a:cubicBezTo>
                  <a:cubicBezTo>
                    <a:pt x="3630" y="1370"/>
                    <a:pt x="1370" y="3630"/>
                    <a:pt x="1370" y="6392"/>
                  </a:cubicBezTo>
                  <a:cubicBezTo>
                    <a:pt x="1370" y="8012"/>
                    <a:pt x="2169" y="9542"/>
                    <a:pt x="3516" y="10500"/>
                  </a:cubicBezTo>
                  <a:lnTo>
                    <a:pt x="2717" y="11619"/>
                  </a:lnTo>
                  <a:cubicBezTo>
                    <a:pt x="1005" y="10432"/>
                    <a:pt x="1" y="8469"/>
                    <a:pt x="1" y="6392"/>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2" name="Google Shape;5072;p26"/>
            <p:cNvSpPr/>
            <p:nvPr/>
          </p:nvSpPr>
          <p:spPr>
            <a:xfrm>
              <a:off x="3657350" y="1855175"/>
              <a:ext cx="206025" cy="63925"/>
            </a:xfrm>
            <a:custGeom>
              <a:avLst/>
              <a:gdLst/>
              <a:ahLst/>
              <a:cxnLst/>
              <a:rect l="l" t="t" r="r" b="b"/>
              <a:pathLst>
                <a:path w="8241" h="2557" extrusionOk="0">
                  <a:moveTo>
                    <a:pt x="7030" y="137"/>
                  </a:moveTo>
                  <a:cubicBezTo>
                    <a:pt x="6140" y="822"/>
                    <a:pt x="5090" y="1187"/>
                    <a:pt x="3972" y="1187"/>
                  </a:cubicBezTo>
                  <a:lnTo>
                    <a:pt x="3972" y="1187"/>
                  </a:lnTo>
                  <a:cubicBezTo>
                    <a:pt x="2922" y="1187"/>
                    <a:pt x="1940" y="868"/>
                    <a:pt x="1096" y="274"/>
                  </a:cubicBezTo>
                  <a:lnTo>
                    <a:pt x="1096" y="274"/>
                  </a:lnTo>
                  <a:cubicBezTo>
                    <a:pt x="776" y="46"/>
                    <a:pt x="343" y="115"/>
                    <a:pt x="137" y="434"/>
                  </a:cubicBezTo>
                  <a:lnTo>
                    <a:pt x="137" y="434"/>
                  </a:lnTo>
                  <a:cubicBezTo>
                    <a:pt x="46" y="548"/>
                    <a:pt x="0" y="685"/>
                    <a:pt x="0" y="822"/>
                  </a:cubicBezTo>
                  <a:lnTo>
                    <a:pt x="0" y="822"/>
                  </a:lnTo>
                  <a:cubicBezTo>
                    <a:pt x="0" y="1050"/>
                    <a:pt x="92" y="1256"/>
                    <a:pt x="297" y="1393"/>
                  </a:cubicBezTo>
                  <a:lnTo>
                    <a:pt x="297" y="1393"/>
                  </a:lnTo>
                  <a:cubicBezTo>
                    <a:pt x="1370" y="2146"/>
                    <a:pt x="2648" y="2557"/>
                    <a:pt x="3972" y="2557"/>
                  </a:cubicBezTo>
                  <a:lnTo>
                    <a:pt x="3972" y="2557"/>
                  </a:lnTo>
                  <a:cubicBezTo>
                    <a:pt x="5387" y="2557"/>
                    <a:pt x="6757" y="2100"/>
                    <a:pt x="7875" y="1233"/>
                  </a:cubicBezTo>
                  <a:lnTo>
                    <a:pt x="7875" y="1233"/>
                  </a:lnTo>
                  <a:cubicBezTo>
                    <a:pt x="8172" y="1005"/>
                    <a:pt x="8240" y="571"/>
                    <a:pt x="7989" y="274"/>
                  </a:cubicBezTo>
                  <a:lnTo>
                    <a:pt x="7989" y="274"/>
                  </a:lnTo>
                  <a:cubicBezTo>
                    <a:pt x="7852" y="92"/>
                    <a:pt x="7647" y="0"/>
                    <a:pt x="7441" y="0"/>
                  </a:cubicBezTo>
                  <a:lnTo>
                    <a:pt x="7441" y="0"/>
                  </a:lnTo>
                  <a:cubicBezTo>
                    <a:pt x="7304" y="0"/>
                    <a:pt x="7167" y="46"/>
                    <a:pt x="7030" y="137"/>
                  </a:cubicBezTo>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3" name="Google Shape;5073;p26"/>
            <p:cNvSpPr/>
            <p:nvPr/>
          </p:nvSpPr>
          <p:spPr>
            <a:xfrm>
              <a:off x="3413675" y="1416350"/>
              <a:ext cx="551825" cy="631150"/>
            </a:xfrm>
            <a:custGeom>
              <a:avLst/>
              <a:gdLst/>
              <a:ahLst/>
              <a:cxnLst/>
              <a:rect l="l" t="t" r="r" b="b"/>
              <a:pathLst>
                <a:path w="22073" h="25246" extrusionOk="0">
                  <a:moveTo>
                    <a:pt x="1" y="13719"/>
                  </a:moveTo>
                  <a:cubicBezTo>
                    <a:pt x="1" y="6141"/>
                    <a:pt x="6141" y="1"/>
                    <a:pt x="13719" y="1"/>
                  </a:cubicBezTo>
                  <a:cubicBezTo>
                    <a:pt x="16755" y="1"/>
                    <a:pt x="19653" y="959"/>
                    <a:pt x="22073" y="2808"/>
                  </a:cubicBezTo>
                  <a:lnTo>
                    <a:pt x="21228" y="3904"/>
                  </a:lnTo>
                  <a:cubicBezTo>
                    <a:pt x="19060" y="2238"/>
                    <a:pt x="16458" y="1370"/>
                    <a:pt x="13719" y="1370"/>
                  </a:cubicBezTo>
                  <a:cubicBezTo>
                    <a:pt x="6917" y="1370"/>
                    <a:pt x="1370" y="6917"/>
                    <a:pt x="1370" y="13719"/>
                  </a:cubicBezTo>
                  <a:cubicBezTo>
                    <a:pt x="1370" y="17919"/>
                    <a:pt x="3493" y="21799"/>
                    <a:pt x="7008" y="24081"/>
                  </a:cubicBezTo>
                  <a:lnTo>
                    <a:pt x="6278" y="25246"/>
                  </a:lnTo>
                  <a:cubicBezTo>
                    <a:pt x="2329" y="22712"/>
                    <a:pt x="1" y="18398"/>
                    <a:pt x="1" y="13719"/>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4" name="Google Shape;5074;p26"/>
            <p:cNvSpPr/>
            <p:nvPr/>
          </p:nvSpPr>
          <p:spPr>
            <a:xfrm>
              <a:off x="3562625" y="1483125"/>
              <a:ext cx="536975" cy="619150"/>
            </a:xfrm>
            <a:custGeom>
              <a:avLst/>
              <a:gdLst/>
              <a:ahLst/>
              <a:cxnLst/>
              <a:rect l="l" t="t" r="r" b="b"/>
              <a:pathLst>
                <a:path w="21479" h="24766" extrusionOk="0">
                  <a:moveTo>
                    <a:pt x="15133" y="274"/>
                  </a:moveTo>
                  <a:cubicBezTo>
                    <a:pt x="14905" y="571"/>
                    <a:pt x="14974" y="1005"/>
                    <a:pt x="15270" y="1233"/>
                  </a:cubicBezTo>
                  <a:lnTo>
                    <a:pt x="15270" y="1233"/>
                  </a:lnTo>
                  <a:cubicBezTo>
                    <a:pt x="18352" y="3607"/>
                    <a:pt x="20109" y="7167"/>
                    <a:pt x="20109" y="11048"/>
                  </a:cubicBezTo>
                  <a:lnTo>
                    <a:pt x="20109" y="11048"/>
                  </a:lnTo>
                  <a:cubicBezTo>
                    <a:pt x="20109" y="17850"/>
                    <a:pt x="14563" y="23396"/>
                    <a:pt x="7761" y="23396"/>
                  </a:cubicBezTo>
                  <a:lnTo>
                    <a:pt x="7761" y="23396"/>
                  </a:lnTo>
                  <a:cubicBezTo>
                    <a:pt x="5364" y="23396"/>
                    <a:pt x="3059" y="22711"/>
                    <a:pt x="1050" y="21410"/>
                  </a:cubicBezTo>
                  <a:lnTo>
                    <a:pt x="1050" y="21410"/>
                  </a:lnTo>
                  <a:cubicBezTo>
                    <a:pt x="731" y="21205"/>
                    <a:pt x="320" y="21296"/>
                    <a:pt x="114" y="21616"/>
                  </a:cubicBezTo>
                  <a:lnTo>
                    <a:pt x="114" y="21616"/>
                  </a:lnTo>
                  <a:cubicBezTo>
                    <a:pt x="23" y="21730"/>
                    <a:pt x="0" y="21867"/>
                    <a:pt x="0" y="22004"/>
                  </a:cubicBezTo>
                  <a:lnTo>
                    <a:pt x="0" y="22004"/>
                  </a:lnTo>
                  <a:cubicBezTo>
                    <a:pt x="0" y="22232"/>
                    <a:pt x="114" y="22438"/>
                    <a:pt x="320" y="22575"/>
                  </a:cubicBezTo>
                  <a:lnTo>
                    <a:pt x="320" y="22575"/>
                  </a:lnTo>
                  <a:cubicBezTo>
                    <a:pt x="2534" y="24013"/>
                    <a:pt x="5113" y="24766"/>
                    <a:pt x="7761" y="24766"/>
                  </a:cubicBezTo>
                  <a:lnTo>
                    <a:pt x="7761" y="24766"/>
                  </a:lnTo>
                  <a:cubicBezTo>
                    <a:pt x="15339" y="24766"/>
                    <a:pt x="21479" y="18603"/>
                    <a:pt x="21479" y="11048"/>
                  </a:cubicBezTo>
                  <a:lnTo>
                    <a:pt x="21479" y="11048"/>
                  </a:lnTo>
                  <a:cubicBezTo>
                    <a:pt x="21479" y="6734"/>
                    <a:pt x="19516" y="2762"/>
                    <a:pt x="16115" y="137"/>
                  </a:cubicBezTo>
                  <a:lnTo>
                    <a:pt x="16115" y="137"/>
                  </a:lnTo>
                  <a:cubicBezTo>
                    <a:pt x="15978" y="46"/>
                    <a:pt x="15841" y="0"/>
                    <a:pt x="15681" y="0"/>
                  </a:cubicBezTo>
                  <a:lnTo>
                    <a:pt x="15681" y="0"/>
                  </a:lnTo>
                  <a:cubicBezTo>
                    <a:pt x="15476" y="0"/>
                    <a:pt x="15270" y="92"/>
                    <a:pt x="15133" y="274"/>
                  </a:cubicBezTo>
                  <a:close/>
                </a:path>
              </a:pathLst>
            </a:custGeom>
            <a:gradFill>
              <a:gsLst>
                <a:gs pos="0">
                  <a:schemeClr val="dk2"/>
                </a:gs>
                <a:gs pos="100000">
                  <a:schemeClr val="lt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75" name="Google Shape;5075;p26"/>
          <p:cNvSpPr/>
          <p:nvPr/>
        </p:nvSpPr>
        <p:spPr>
          <a:xfrm>
            <a:off x="-135928" y="2779476"/>
            <a:ext cx="488023" cy="880051"/>
          </a:xfrm>
          <a:custGeom>
            <a:avLst/>
            <a:gdLst/>
            <a:ahLst/>
            <a:cxnLst/>
            <a:rect l="l" t="t" r="r" b="b"/>
            <a:pathLst>
              <a:path w="6848" h="12349" extrusionOk="0">
                <a:moveTo>
                  <a:pt x="0" y="1"/>
                </a:moveTo>
                <a:lnTo>
                  <a:pt x="183" y="12349"/>
                </a:lnTo>
                <a:lnTo>
                  <a:pt x="6848" y="4337"/>
                </a:lnTo>
                <a:lnTo>
                  <a:pt x="0"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6" name="Google Shape;5076;p26"/>
          <p:cNvSpPr/>
          <p:nvPr/>
        </p:nvSpPr>
        <p:spPr>
          <a:xfrm flipH="1">
            <a:off x="3502210" y="4247127"/>
            <a:ext cx="1756869" cy="1273904"/>
          </a:xfrm>
          <a:custGeom>
            <a:avLst/>
            <a:gdLst/>
            <a:ahLst/>
            <a:cxnLst/>
            <a:rect l="l" t="t" r="r" b="b"/>
            <a:pathLst>
              <a:path w="16686" h="12099" extrusionOk="0">
                <a:moveTo>
                  <a:pt x="12988" y="1"/>
                </a:moveTo>
                <a:lnTo>
                  <a:pt x="1" y="12098"/>
                </a:lnTo>
                <a:lnTo>
                  <a:pt x="16686" y="8058"/>
                </a:lnTo>
                <a:lnTo>
                  <a:pt x="12988" y="1"/>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dk2"/>
            </a:gs>
            <a:gs pos="100000">
              <a:schemeClr val="lt1"/>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100" y="445025"/>
            <a:ext cx="7717800" cy="572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dk1"/>
              </a:buClr>
              <a:buSzPts val="3500"/>
              <a:buFont typeface="Big Shoulders Text ExtraBold"/>
              <a:buNone/>
              <a:defRPr sz="3500">
                <a:solidFill>
                  <a:schemeClr val="dk1"/>
                </a:solidFill>
                <a:latin typeface="Big Shoulders Text ExtraBold"/>
                <a:ea typeface="Big Shoulders Text ExtraBold"/>
                <a:cs typeface="Big Shoulders Text ExtraBold"/>
                <a:sym typeface="Big Shoulders Text ExtraBold"/>
              </a:defRPr>
            </a:lvl1pPr>
            <a:lvl2pPr lvl="1"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2pPr>
            <a:lvl3pPr lvl="2"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3pPr>
            <a:lvl4pPr lvl="3"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4pPr>
            <a:lvl5pPr lvl="4"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5pPr>
            <a:lvl6pPr lvl="5"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6pPr>
            <a:lvl7pPr lvl="6"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7pPr>
            <a:lvl8pPr lvl="7"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8pPr>
            <a:lvl9pPr lvl="8"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9pPr>
          </a:lstStyle>
          <a:p>
            <a:endParaRPr/>
          </a:p>
        </p:txBody>
      </p:sp>
      <p:sp>
        <p:nvSpPr>
          <p:cNvPr id="7" name="Google Shape;7;p1"/>
          <p:cNvSpPr txBox="1">
            <a:spLocks noGrp="1"/>
          </p:cNvSpPr>
          <p:nvPr>
            <p:ph type="body" idx="1"/>
          </p:nvPr>
        </p:nvSpPr>
        <p:spPr>
          <a:xfrm>
            <a:off x="713100" y="1152475"/>
            <a:ext cx="7717800" cy="3416400"/>
          </a:xfrm>
          <a:prstGeom prst="rect">
            <a:avLst/>
          </a:prstGeom>
          <a:noFill/>
          <a:ln>
            <a:noFill/>
          </a:ln>
        </p:spPr>
        <p:txBody>
          <a:bodyPr spcFirstLastPara="1" wrap="square" lIns="91425" tIns="91425" rIns="91425" bIns="91425" anchor="ctr" anchorCtr="0">
            <a:noAutofit/>
          </a:bodyPr>
          <a:lstStyle>
            <a:lvl1pPr marL="457200" lvl="0" indent="-317500">
              <a:lnSpc>
                <a:spcPct val="115000"/>
              </a:lnSpc>
              <a:spcBef>
                <a:spcPts val="0"/>
              </a:spcBef>
              <a:spcAft>
                <a:spcPts val="0"/>
              </a:spcAft>
              <a:buClr>
                <a:schemeClr val="dk1"/>
              </a:buClr>
              <a:buSzPts val="1400"/>
              <a:buFont typeface="Cambay"/>
              <a:buChar char="●"/>
              <a:defRPr>
                <a:solidFill>
                  <a:schemeClr val="dk1"/>
                </a:solidFill>
                <a:latin typeface="Cambay"/>
                <a:ea typeface="Cambay"/>
                <a:cs typeface="Cambay"/>
                <a:sym typeface="Cambay"/>
              </a:defRPr>
            </a:lvl1pPr>
            <a:lvl2pPr marL="914400" lvl="1" indent="-317500">
              <a:lnSpc>
                <a:spcPct val="115000"/>
              </a:lnSpc>
              <a:spcBef>
                <a:spcPts val="1600"/>
              </a:spcBef>
              <a:spcAft>
                <a:spcPts val="0"/>
              </a:spcAft>
              <a:buClr>
                <a:schemeClr val="dk1"/>
              </a:buClr>
              <a:buSzPts val="1400"/>
              <a:buFont typeface="Cambay"/>
              <a:buChar char="○"/>
              <a:defRPr>
                <a:solidFill>
                  <a:schemeClr val="dk1"/>
                </a:solidFill>
                <a:latin typeface="Cambay"/>
                <a:ea typeface="Cambay"/>
                <a:cs typeface="Cambay"/>
                <a:sym typeface="Cambay"/>
              </a:defRPr>
            </a:lvl2pPr>
            <a:lvl3pPr marL="1371600" lvl="2" indent="-317500">
              <a:lnSpc>
                <a:spcPct val="115000"/>
              </a:lnSpc>
              <a:spcBef>
                <a:spcPts val="1600"/>
              </a:spcBef>
              <a:spcAft>
                <a:spcPts val="0"/>
              </a:spcAft>
              <a:buClr>
                <a:schemeClr val="dk1"/>
              </a:buClr>
              <a:buSzPts val="1400"/>
              <a:buFont typeface="Cambay"/>
              <a:buChar char="■"/>
              <a:defRPr>
                <a:solidFill>
                  <a:schemeClr val="dk1"/>
                </a:solidFill>
                <a:latin typeface="Cambay"/>
                <a:ea typeface="Cambay"/>
                <a:cs typeface="Cambay"/>
                <a:sym typeface="Cambay"/>
              </a:defRPr>
            </a:lvl3pPr>
            <a:lvl4pPr marL="1828800" lvl="3" indent="-317500">
              <a:lnSpc>
                <a:spcPct val="115000"/>
              </a:lnSpc>
              <a:spcBef>
                <a:spcPts val="1600"/>
              </a:spcBef>
              <a:spcAft>
                <a:spcPts val="0"/>
              </a:spcAft>
              <a:buClr>
                <a:schemeClr val="dk1"/>
              </a:buClr>
              <a:buSzPts val="1400"/>
              <a:buFont typeface="Cambay"/>
              <a:buChar char="●"/>
              <a:defRPr>
                <a:solidFill>
                  <a:schemeClr val="dk1"/>
                </a:solidFill>
                <a:latin typeface="Cambay"/>
                <a:ea typeface="Cambay"/>
                <a:cs typeface="Cambay"/>
                <a:sym typeface="Cambay"/>
              </a:defRPr>
            </a:lvl4pPr>
            <a:lvl5pPr marL="2286000" lvl="4" indent="-317500">
              <a:lnSpc>
                <a:spcPct val="115000"/>
              </a:lnSpc>
              <a:spcBef>
                <a:spcPts val="1600"/>
              </a:spcBef>
              <a:spcAft>
                <a:spcPts val="0"/>
              </a:spcAft>
              <a:buClr>
                <a:schemeClr val="dk1"/>
              </a:buClr>
              <a:buSzPts val="1400"/>
              <a:buFont typeface="Cambay"/>
              <a:buChar char="○"/>
              <a:defRPr>
                <a:solidFill>
                  <a:schemeClr val="dk1"/>
                </a:solidFill>
                <a:latin typeface="Cambay"/>
                <a:ea typeface="Cambay"/>
                <a:cs typeface="Cambay"/>
                <a:sym typeface="Cambay"/>
              </a:defRPr>
            </a:lvl5pPr>
            <a:lvl6pPr marL="2743200" lvl="5" indent="-317500">
              <a:lnSpc>
                <a:spcPct val="115000"/>
              </a:lnSpc>
              <a:spcBef>
                <a:spcPts val="1600"/>
              </a:spcBef>
              <a:spcAft>
                <a:spcPts val="0"/>
              </a:spcAft>
              <a:buClr>
                <a:schemeClr val="dk1"/>
              </a:buClr>
              <a:buSzPts val="1400"/>
              <a:buFont typeface="Cambay"/>
              <a:buChar char="■"/>
              <a:defRPr>
                <a:solidFill>
                  <a:schemeClr val="dk1"/>
                </a:solidFill>
                <a:latin typeface="Cambay"/>
                <a:ea typeface="Cambay"/>
                <a:cs typeface="Cambay"/>
                <a:sym typeface="Cambay"/>
              </a:defRPr>
            </a:lvl6pPr>
            <a:lvl7pPr marL="3200400" lvl="6" indent="-317500">
              <a:lnSpc>
                <a:spcPct val="115000"/>
              </a:lnSpc>
              <a:spcBef>
                <a:spcPts val="1600"/>
              </a:spcBef>
              <a:spcAft>
                <a:spcPts val="0"/>
              </a:spcAft>
              <a:buClr>
                <a:schemeClr val="dk1"/>
              </a:buClr>
              <a:buSzPts val="1400"/>
              <a:buFont typeface="Cambay"/>
              <a:buChar char="●"/>
              <a:defRPr>
                <a:solidFill>
                  <a:schemeClr val="dk1"/>
                </a:solidFill>
                <a:latin typeface="Cambay"/>
                <a:ea typeface="Cambay"/>
                <a:cs typeface="Cambay"/>
                <a:sym typeface="Cambay"/>
              </a:defRPr>
            </a:lvl7pPr>
            <a:lvl8pPr marL="3657600" lvl="7" indent="-317500">
              <a:lnSpc>
                <a:spcPct val="115000"/>
              </a:lnSpc>
              <a:spcBef>
                <a:spcPts val="1600"/>
              </a:spcBef>
              <a:spcAft>
                <a:spcPts val="0"/>
              </a:spcAft>
              <a:buClr>
                <a:schemeClr val="dk1"/>
              </a:buClr>
              <a:buSzPts val="1400"/>
              <a:buFont typeface="Cambay"/>
              <a:buChar char="○"/>
              <a:defRPr>
                <a:solidFill>
                  <a:schemeClr val="dk1"/>
                </a:solidFill>
                <a:latin typeface="Cambay"/>
                <a:ea typeface="Cambay"/>
                <a:cs typeface="Cambay"/>
                <a:sym typeface="Cambay"/>
              </a:defRPr>
            </a:lvl8pPr>
            <a:lvl9pPr marL="4114800" lvl="8" indent="-317500">
              <a:lnSpc>
                <a:spcPct val="115000"/>
              </a:lnSpc>
              <a:spcBef>
                <a:spcPts val="1600"/>
              </a:spcBef>
              <a:spcAft>
                <a:spcPts val="1600"/>
              </a:spcAft>
              <a:buClr>
                <a:schemeClr val="dk1"/>
              </a:buClr>
              <a:buSzPts val="1400"/>
              <a:buFont typeface="Cambay"/>
              <a:buChar char="■"/>
              <a:defRPr>
                <a:solidFill>
                  <a:schemeClr val="dk1"/>
                </a:solidFill>
                <a:latin typeface="Cambay"/>
                <a:ea typeface="Cambay"/>
                <a:cs typeface="Cambay"/>
                <a:sym typeface="Cambay"/>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5" r:id="rId4"/>
    <p:sldLayoutId id="2147483658" r:id="rId5"/>
    <p:sldLayoutId id="2147483659" r:id="rId6"/>
    <p:sldLayoutId id="2147483662" r:id="rId7"/>
    <p:sldLayoutId id="2147483664" r:id="rId8"/>
    <p:sldLayoutId id="2147483665" r:id="rId9"/>
    <p:sldLayoutId id="2147483668" r:id="rId10"/>
    <p:sldLayoutId id="2147483670" r:id="rId11"/>
    <p:sldLayoutId id="2147483671" r:id="rId12"/>
    <p:sldLayoutId id="2147483672" r:id="rId13"/>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pos="449">
          <p15:clr>
            <a:srgbClr val="EA4335"/>
          </p15:clr>
        </p15:guide>
        <p15:guide id="3" orient="horz" pos="2900">
          <p15:clr>
            <a:srgbClr val="EA4335"/>
          </p15:clr>
        </p15:guide>
        <p15:guide id="4" pos="5311">
          <p15:clr>
            <a:srgbClr val="EA4335"/>
          </p15:clr>
        </p15:guide>
        <p15:guide id="5" pos="2880">
          <p15:clr>
            <a:srgbClr val="EA4335"/>
          </p15:clr>
        </p15:guide>
        <p15:guide id="6" orient="horz" pos="1620">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dk2"/>
            </a:gs>
            <a:gs pos="100000">
              <a:schemeClr val="lt1"/>
            </a:gs>
          </a:gsLst>
          <a:path path="circle">
            <a:fillToRect l="50000" t="50000" r="50000" b="50000"/>
          </a:path>
          <a:tileRect/>
        </a:gradFill>
        <a:effectLst/>
      </p:bgPr>
    </p:bg>
    <p:spTree>
      <p:nvGrpSpPr>
        <p:cNvPr id="1" name="Shape 5086"/>
        <p:cNvGrpSpPr/>
        <p:nvPr/>
      </p:nvGrpSpPr>
      <p:grpSpPr>
        <a:xfrm>
          <a:off x="0" y="0"/>
          <a:ext cx="0" cy="0"/>
          <a:chOff x="0" y="0"/>
          <a:chExt cx="0" cy="0"/>
        </a:xfrm>
      </p:grpSpPr>
      <p:grpSp>
        <p:nvGrpSpPr>
          <p:cNvPr id="5087" name="Google Shape;5087;p30"/>
          <p:cNvGrpSpPr/>
          <p:nvPr/>
        </p:nvGrpSpPr>
        <p:grpSpPr>
          <a:xfrm>
            <a:off x="528917" y="1078528"/>
            <a:ext cx="2465294" cy="2767331"/>
            <a:chOff x="713112" y="1531930"/>
            <a:chExt cx="1957962" cy="2079629"/>
          </a:xfrm>
        </p:grpSpPr>
        <p:sp>
          <p:nvSpPr>
            <p:cNvPr id="5088" name="Google Shape;5088;p30"/>
            <p:cNvSpPr/>
            <p:nvPr/>
          </p:nvSpPr>
          <p:spPr>
            <a:xfrm>
              <a:off x="1349797" y="2629205"/>
              <a:ext cx="344252" cy="550168"/>
            </a:xfrm>
            <a:custGeom>
              <a:avLst/>
              <a:gdLst/>
              <a:ahLst/>
              <a:cxnLst/>
              <a:rect l="l" t="t" r="r" b="b"/>
              <a:pathLst>
                <a:path w="6072" h="9704" extrusionOk="0">
                  <a:moveTo>
                    <a:pt x="1394" y="1"/>
                  </a:moveTo>
                  <a:cubicBezTo>
                    <a:pt x="889" y="1"/>
                    <a:pt x="479" y="381"/>
                    <a:pt x="457" y="869"/>
                  </a:cubicBezTo>
                  <a:lnTo>
                    <a:pt x="23" y="8516"/>
                  </a:lnTo>
                  <a:cubicBezTo>
                    <a:pt x="0" y="9041"/>
                    <a:pt x="411" y="9474"/>
                    <a:pt x="913" y="9497"/>
                  </a:cubicBezTo>
                  <a:lnTo>
                    <a:pt x="4634" y="9703"/>
                  </a:lnTo>
                  <a:cubicBezTo>
                    <a:pt x="4648" y="9703"/>
                    <a:pt x="4663" y="9704"/>
                    <a:pt x="4678" y="9704"/>
                  </a:cubicBezTo>
                  <a:cubicBezTo>
                    <a:pt x="5183" y="9704"/>
                    <a:pt x="5593" y="9323"/>
                    <a:pt x="5615" y="8813"/>
                  </a:cubicBezTo>
                  <a:lnTo>
                    <a:pt x="6049" y="1189"/>
                  </a:lnTo>
                  <a:cubicBezTo>
                    <a:pt x="6072" y="664"/>
                    <a:pt x="5661" y="230"/>
                    <a:pt x="5159" y="207"/>
                  </a:cubicBezTo>
                  <a:lnTo>
                    <a:pt x="1438" y="2"/>
                  </a:lnTo>
                  <a:cubicBezTo>
                    <a:pt x="1423" y="1"/>
                    <a:pt x="1409" y="1"/>
                    <a:pt x="1394" y="1"/>
                  </a:cubicBezTo>
                  <a:close/>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9" name="Google Shape;5089;p30"/>
            <p:cNvSpPr/>
            <p:nvPr/>
          </p:nvSpPr>
          <p:spPr>
            <a:xfrm>
              <a:off x="1321336" y="3100341"/>
              <a:ext cx="380480" cy="50515"/>
            </a:xfrm>
            <a:custGeom>
              <a:avLst/>
              <a:gdLst/>
              <a:ahLst/>
              <a:cxnLst/>
              <a:rect l="l" t="t" r="r" b="b"/>
              <a:pathLst>
                <a:path w="6711" h="891" extrusionOk="0">
                  <a:moveTo>
                    <a:pt x="23" y="251"/>
                  </a:moveTo>
                  <a:lnTo>
                    <a:pt x="23" y="297"/>
                  </a:lnTo>
                  <a:cubicBezTo>
                    <a:pt x="0" y="434"/>
                    <a:pt x="114" y="548"/>
                    <a:pt x="251" y="548"/>
                  </a:cubicBezTo>
                  <a:lnTo>
                    <a:pt x="251" y="548"/>
                  </a:lnTo>
                  <a:lnTo>
                    <a:pt x="6437" y="891"/>
                  </a:lnTo>
                  <a:cubicBezTo>
                    <a:pt x="6574" y="891"/>
                    <a:pt x="6688" y="799"/>
                    <a:pt x="6688" y="639"/>
                  </a:cubicBezTo>
                  <a:lnTo>
                    <a:pt x="6688" y="639"/>
                  </a:lnTo>
                  <a:lnTo>
                    <a:pt x="6711" y="617"/>
                  </a:lnTo>
                  <a:cubicBezTo>
                    <a:pt x="6711" y="457"/>
                    <a:pt x="6597" y="343"/>
                    <a:pt x="6460" y="343"/>
                  </a:cubicBezTo>
                  <a:lnTo>
                    <a:pt x="6460" y="343"/>
                  </a:lnTo>
                  <a:lnTo>
                    <a:pt x="297" y="0"/>
                  </a:lnTo>
                  <a:cubicBezTo>
                    <a:pt x="297" y="0"/>
                    <a:pt x="274" y="0"/>
                    <a:pt x="274" y="0"/>
                  </a:cubicBezTo>
                  <a:lnTo>
                    <a:pt x="274" y="0"/>
                  </a:lnTo>
                  <a:cubicBezTo>
                    <a:pt x="137" y="0"/>
                    <a:pt x="23" y="114"/>
                    <a:pt x="23" y="251"/>
                  </a:cubicBezTo>
                </a:path>
              </a:pathLst>
            </a:custGeom>
            <a:solidFill>
              <a:srgbClr val="002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0" name="Google Shape;5090;p30"/>
            <p:cNvSpPr/>
            <p:nvPr/>
          </p:nvSpPr>
          <p:spPr>
            <a:xfrm>
              <a:off x="1325191" y="3038203"/>
              <a:ext cx="379233" cy="50515"/>
            </a:xfrm>
            <a:custGeom>
              <a:avLst/>
              <a:gdLst/>
              <a:ahLst/>
              <a:cxnLst/>
              <a:rect l="l" t="t" r="r" b="b"/>
              <a:pathLst>
                <a:path w="6689" h="891" extrusionOk="0">
                  <a:moveTo>
                    <a:pt x="1" y="229"/>
                  </a:moveTo>
                  <a:lnTo>
                    <a:pt x="1" y="275"/>
                  </a:lnTo>
                  <a:cubicBezTo>
                    <a:pt x="1" y="412"/>
                    <a:pt x="115" y="549"/>
                    <a:pt x="252" y="549"/>
                  </a:cubicBezTo>
                  <a:lnTo>
                    <a:pt x="252" y="549"/>
                  </a:lnTo>
                  <a:lnTo>
                    <a:pt x="6414" y="891"/>
                  </a:lnTo>
                  <a:cubicBezTo>
                    <a:pt x="6551" y="891"/>
                    <a:pt x="6688" y="777"/>
                    <a:pt x="6688" y="640"/>
                  </a:cubicBezTo>
                  <a:lnTo>
                    <a:pt x="6688" y="640"/>
                  </a:lnTo>
                  <a:lnTo>
                    <a:pt x="6688" y="594"/>
                  </a:lnTo>
                  <a:cubicBezTo>
                    <a:pt x="6688" y="457"/>
                    <a:pt x="6597" y="343"/>
                    <a:pt x="6437" y="320"/>
                  </a:cubicBezTo>
                  <a:lnTo>
                    <a:pt x="6437" y="320"/>
                  </a:lnTo>
                  <a:lnTo>
                    <a:pt x="274" y="1"/>
                  </a:lnTo>
                  <a:cubicBezTo>
                    <a:pt x="274" y="1"/>
                    <a:pt x="274" y="1"/>
                    <a:pt x="274" y="1"/>
                  </a:cubicBezTo>
                  <a:lnTo>
                    <a:pt x="274" y="1"/>
                  </a:lnTo>
                  <a:cubicBezTo>
                    <a:pt x="138" y="1"/>
                    <a:pt x="23" y="92"/>
                    <a:pt x="1" y="229"/>
                  </a:cubicBezTo>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1" name="Google Shape;5091;p30"/>
            <p:cNvSpPr/>
            <p:nvPr/>
          </p:nvSpPr>
          <p:spPr>
            <a:xfrm>
              <a:off x="1329103" y="2974818"/>
              <a:ext cx="379176" cy="50515"/>
            </a:xfrm>
            <a:custGeom>
              <a:avLst/>
              <a:gdLst/>
              <a:ahLst/>
              <a:cxnLst/>
              <a:rect l="l" t="t" r="r" b="b"/>
              <a:pathLst>
                <a:path w="6688" h="891" extrusionOk="0">
                  <a:moveTo>
                    <a:pt x="0" y="251"/>
                  </a:moveTo>
                  <a:lnTo>
                    <a:pt x="0" y="297"/>
                  </a:lnTo>
                  <a:cubicBezTo>
                    <a:pt x="0" y="434"/>
                    <a:pt x="91" y="548"/>
                    <a:pt x="251" y="548"/>
                  </a:cubicBezTo>
                  <a:lnTo>
                    <a:pt x="251" y="548"/>
                  </a:lnTo>
                  <a:lnTo>
                    <a:pt x="6414" y="890"/>
                  </a:lnTo>
                  <a:cubicBezTo>
                    <a:pt x="6551" y="890"/>
                    <a:pt x="6665" y="799"/>
                    <a:pt x="6688" y="639"/>
                  </a:cubicBezTo>
                  <a:lnTo>
                    <a:pt x="6688" y="639"/>
                  </a:lnTo>
                  <a:lnTo>
                    <a:pt x="6688" y="617"/>
                  </a:lnTo>
                  <a:cubicBezTo>
                    <a:pt x="6688" y="457"/>
                    <a:pt x="6574" y="343"/>
                    <a:pt x="6437" y="343"/>
                  </a:cubicBezTo>
                  <a:lnTo>
                    <a:pt x="6437" y="343"/>
                  </a:lnTo>
                  <a:lnTo>
                    <a:pt x="274" y="0"/>
                  </a:lnTo>
                  <a:cubicBezTo>
                    <a:pt x="274" y="0"/>
                    <a:pt x="274" y="0"/>
                    <a:pt x="251" y="0"/>
                  </a:cubicBezTo>
                  <a:lnTo>
                    <a:pt x="251" y="0"/>
                  </a:lnTo>
                  <a:cubicBezTo>
                    <a:pt x="114" y="0"/>
                    <a:pt x="0" y="114"/>
                    <a:pt x="0" y="251"/>
                  </a:cubicBezTo>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2" name="Google Shape;5092;p30"/>
            <p:cNvSpPr/>
            <p:nvPr/>
          </p:nvSpPr>
          <p:spPr>
            <a:xfrm>
              <a:off x="1331655" y="2912680"/>
              <a:ext cx="380537" cy="50515"/>
            </a:xfrm>
            <a:custGeom>
              <a:avLst/>
              <a:gdLst/>
              <a:ahLst/>
              <a:cxnLst/>
              <a:rect l="l" t="t" r="r" b="b"/>
              <a:pathLst>
                <a:path w="6712" h="891" extrusionOk="0">
                  <a:moveTo>
                    <a:pt x="24" y="229"/>
                  </a:moveTo>
                  <a:lnTo>
                    <a:pt x="24" y="275"/>
                  </a:lnTo>
                  <a:cubicBezTo>
                    <a:pt x="1" y="412"/>
                    <a:pt x="115" y="548"/>
                    <a:pt x="252" y="548"/>
                  </a:cubicBezTo>
                  <a:lnTo>
                    <a:pt x="252" y="548"/>
                  </a:lnTo>
                  <a:lnTo>
                    <a:pt x="6415" y="891"/>
                  </a:lnTo>
                  <a:cubicBezTo>
                    <a:pt x="6574" y="891"/>
                    <a:pt x="6688" y="777"/>
                    <a:pt x="6688" y="640"/>
                  </a:cubicBezTo>
                  <a:lnTo>
                    <a:pt x="6688" y="640"/>
                  </a:lnTo>
                  <a:lnTo>
                    <a:pt x="6688" y="594"/>
                  </a:lnTo>
                  <a:cubicBezTo>
                    <a:pt x="6711" y="457"/>
                    <a:pt x="6597" y="343"/>
                    <a:pt x="6460" y="320"/>
                  </a:cubicBezTo>
                  <a:lnTo>
                    <a:pt x="6460" y="320"/>
                  </a:lnTo>
                  <a:lnTo>
                    <a:pt x="297" y="1"/>
                  </a:lnTo>
                  <a:lnTo>
                    <a:pt x="275" y="1"/>
                  </a:lnTo>
                  <a:lnTo>
                    <a:pt x="275" y="1"/>
                  </a:lnTo>
                  <a:cubicBezTo>
                    <a:pt x="138" y="1"/>
                    <a:pt x="24" y="92"/>
                    <a:pt x="24" y="229"/>
                  </a:cubicBezTo>
                  <a:close/>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3" name="Google Shape;5093;p30"/>
            <p:cNvSpPr/>
            <p:nvPr/>
          </p:nvSpPr>
          <p:spPr>
            <a:xfrm>
              <a:off x="1335567" y="2849295"/>
              <a:ext cx="379176" cy="50515"/>
            </a:xfrm>
            <a:custGeom>
              <a:avLst/>
              <a:gdLst/>
              <a:ahLst/>
              <a:cxnLst/>
              <a:rect l="l" t="t" r="r" b="b"/>
              <a:pathLst>
                <a:path w="6688" h="891" extrusionOk="0">
                  <a:moveTo>
                    <a:pt x="0" y="251"/>
                  </a:moveTo>
                  <a:lnTo>
                    <a:pt x="0" y="297"/>
                  </a:lnTo>
                  <a:cubicBezTo>
                    <a:pt x="0" y="434"/>
                    <a:pt x="114" y="548"/>
                    <a:pt x="251" y="548"/>
                  </a:cubicBezTo>
                  <a:lnTo>
                    <a:pt x="251" y="548"/>
                  </a:lnTo>
                  <a:lnTo>
                    <a:pt x="6414" y="890"/>
                  </a:lnTo>
                  <a:cubicBezTo>
                    <a:pt x="6551" y="890"/>
                    <a:pt x="6688" y="799"/>
                    <a:pt x="6688" y="639"/>
                  </a:cubicBezTo>
                  <a:lnTo>
                    <a:pt x="6688" y="639"/>
                  </a:lnTo>
                  <a:lnTo>
                    <a:pt x="6688" y="617"/>
                  </a:lnTo>
                  <a:cubicBezTo>
                    <a:pt x="6688" y="457"/>
                    <a:pt x="6597" y="343"/>
                    <a:pt x="6437" y="343"/>
                  </a:cubicBezTo>
                  <a:lnTo>
                    <a:pt x="6437" y="343"/>
                  </a:lnTo>
                  <a:lnTo>
                    <a:pt x="274" y="0"/>
                  </a:lnTo>
                  <a:cubicBezTo>
                    <a:pt x="274" y="0"/>
                    <a:pt x="274" y="0"/>
                    <a:pt x="274" y="0"/>
                  </a:cubicBezTo>
                  <a:lnTo>
                    <a:pt x="274" y="0"/>
                  </a:lnTo>
                  <a:cubicBezTo>
                    <a:pt x="137" y="0"/>
                    <a:pt x="23" y="114"/>
                    <a:pt x="0" y="251"/>
                  </a:cubicBezTo>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4" name="Google Shape;5094;p30"/>
            <p:cNvSpPr/>
            <p:nvPr/>
          </p:nvSpPr>
          <p:spPr>
            <a:xfrm>
              <a:off x="1339422" y="2787158"/>
              <a:ext cx="379233" cy="50515"/>
            </a:xfrm>
            <a:custGeom>
              <a:avLst/>
              <a:gdLst/>
              <a:ahLst/>
              <a:cxnLst/>
              <a:rect l="l" t="t" r="r" b="b"/>
              <a:pathLst>
                <a:path w="6689" h="891" extrusionOk="0">
                  <a:moveTo>
                    <a:pt x="1" y="229"/>
                  </a:moveTo>
                  <a:lnTo>
                    <a:pt x="1" y="275"/>
                  </a:lnTo>
                  <a:cubicBezTo>
                    <a:pt x="1" y="411"/>
                    <a:pt x="92" y="548"/>
                    <a:pt x="252" y="548"/>
                  </a:cubicBezTo>
                  <a:lnTo>
                    <a:pt x="252" y="548"/>
                  </a:lnTo>
                  <a:lnTo>
                    <a:pt x="6415" y="891"/>
                  </a:lnTo>
                  <a:cubicBezTo>
                    <a:pt x="6551" y="891"/>
                    <a:pt x="6666" y="777"/>
                    <a:pt x="6688" y="640"/>
                  </a:cubicBezTo>
                  <a:lnTo>
                    <a:pt x="6688" y="640"/>
                  </a:lnTo>
                  <a:lnTo>
                    <a:pt x="6688" y="594"/>
                  </a:lnTo>
                  <a:cubicBezTo>
                    <a:pt x="6688" y="457"/>
                    <a:pt x="6574" y="343"/>
                    <a:pt x="6437" y="320"/>
                  </a:cubicBezTo>
                  <a:lnTo>
                    <a:pt x="6437" y="320"/>
                  </a:lnTo>
                  <a:lnTo>
                    <a:pt x="275" y="1"/>
                  </a:lnTo>
                  <a:cubicBezTo>
                    <a:pt x="275" y="1"/>
                    <a:pt x="252" y="1"/>
                    <a:pt x="252" y="1"/>
                  </a:cubicBezTo>
                  <a:lnTo>
                    <a:pt x="252" y="1"/>
                  </a:lnTo>
                  <a:cubicBezTo>
                    <a:pt x="115" y="1"/>
                    <a:pt x="1" y="92"/>
                    <a:pt x="1" y="229"/>
                  </a:cubicBezTo>
                  <a:close/>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5" name="Google Shape;5095;p30"/>
            <p:cNvSpPr/>
            <p:nvPr/>
          </p:nvSpPr>
          <p:spPr>
            <a:xfrm>
              <a:off x="1342030" y="2723773"/>
              <a:ext cx="380480" cy="50515"/>
            </a:xfrm>
            <a:custGeom>
              <a:avLst/>
              <a:gdLst/>
              <a:ahLst/>
              <a:cxnLst/>
              <a:rect l="l" t="t" r="r" b="b"/>
              <a:pathLst>
                <a:path w="6711" h="891" extrusionOk="0">
                  <a:moveTo>
                    <a:pt x="23" y="251"/>
                  </a:moveTo>
                  <a:lnTo>
                    <a:pt x="0" y="297"/>
                  </a:lnTo>
                  <a:cubicBezTo>
                    <a:pt x="0" y="434"/>
                    <a:pt x="114" y="548"/>
                    <a:pt x="251" y="548"/>
                  </a:cubicBezTo>
                  <a:lnTo>
                    <a:pt x="251" y="548"/>
                  </a:lnTo>
                  <a:lnTo>
                    <a:pt x="6414" y="890"/>
                  </a:lnTo>
                  <a:cubicBezTo>
                    <a:pt x="6551" y="890"/>
                    <a:pt x="6688" y="799"/>
                    <a:pt x="6688" y="639"/>
                  </a:cubicBezTo>
                  <a:lnTo>
                    <a:pt x="6688" y="639"/>
                  </a:lnTo>
                  <a:lnTo>
                    <a:pt x="6688" y="616"/>
                  </a:lnTo>
                  <a:cubicBezTo>
                    <a:pt x="6711" y="457"/>
                    <a:pt x="6597" y="343"/>
                    <a:pt x="6460" y="343"/>
                  </a:cubicBezTo>
                  <a:lnTo>
                    <a:pt x="6460" y="343"/>
                  </a:lnTo>
                  <a:lnTo>
                    <a:pt x="274" y="0"/>
                  </a:lnTo>
                  <a:cubicBezTo>
                    <a:pt x="274" y="0"/>
                    <a:pt x="274" y="0"/>
                    <a:pt x="274" y="0"/>
                  </a:cubicBezTo>
                  <a:lnTo>
                    <a:pt x="274" y="0"/>
                  </a:lnTo>
                  <a:cubicBezTo>
                    <a:pt x="137" y="0"/>
                    <a:pt x="23" y="114"/>
                    <a:pt x="23" y="251"/>
                  </a:cubicBezTo>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6" name="Google Shape;5096;p30"/>
            <p:cNvSpPr/>
            <p:nvPr/>
          </p:nvSpPr>
          <p:spPr>
            <a:xfrm>
              <a:off x="1345885" y="2661635"/>
              <a:ext cx="379233" cy="50515"/>
            </a:xfrm>
            <a:custGeom>
              <a:avLst/>
              <a:gdLst/>
              <a:ahLst/>
              <a:cxnLst/>
              <a:rect l="l" t="t" r="r" b="b"/>
              <a:pathLst>
                <a:path w="6689" h="891" extrusionOk="0">
                  <a:moveTo>
                    <a:pt x="1" y="229"/>
                  </a:moveTo>
                  <a:lnTo>
                    <a:pt x="1" y="274"/>
                  </a:lnTo>
                  <a:cubicBezTo>
                    <a:pt x="1" y="411"/>
                    <a:pt x="115" y="548"/>
                    <a:pt x="252" y="548"/>
                  </a:cubicBezTo>
                  <a:lnTo>
                    <a:pt x="252" y="548"/>
                  </a:lnTo>
                  <a:lnTo>
                    <a:pt x="6415" y="891"/>
                  </a:lnTo>
                  <a:cubicBezTo>
                    <a:pt x="6552" y="891"/>
                    <a:pt x="6666" y="777"/>
                    <a:pt x="6689" y="640"/>
                  </a:cubicBezTo>
                  <a:lnTo>
                    <a:pt x="6689" y="640"/>
                  </a:lnTo>
                  <a:lnTo>
                    <a:pt x="6689" y="594"/>
                  </a:lnTo>
                  <a:cubicBezTo>
                    <a:pt x="6689" y="457"/>
                    <a:pt x="6574" y="343"/>
                    <a:pt x="6437" y="320"/>
                  </a:cubicBezTo>
                  <a:lnTo>
                    <a:pt x="6437" y="320"/>
                  </a:lnTo>
                  <a:lnTo>
                    <a:pt x="275" y="1"/>
                  </a:lnTo>
                  <a:cubicBezTo>
                    <a:pt x="275" y="1"/>
                    <a:pt x="275" y="1"/>
                    <a:pt x="252" y="1"/>
                  </a:cubicBezTo>
                  <a:lnTo>
                    <a:pt x="252" y="1"/>
                  </a:lnTo>
                  <a:cubicBezTo>
                    <a:pt x="138" y="1"/>
                    <a:pt x="24" y="92"/>
                    <a:pt x="1" y="229"/>
                  </a:cubicBezTo>
                  <a:close/>
                </a:path>
              </a:pathLst>
            </a:custGeom>
            <a:solidFill>
              <a:srgbClr val="002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7" name="Google Shape;5097;p30"/>
            <p:cNvSpPr/>
            <p:nvPr/>
          </p:nvSpPr>
          <p:spPr>
            <a:xfrm>
              <a:off x="1303194" y="2547735"/>
              <a:ext cx="441314" cy="416765"/>
            </a:xfrm>
            <a:custGeom>
              <a:avLst/>
              <a:gdLst/>
              <a:ahLst/>
              <a:cxnLst/>
              <a:rect l="l" t="t" r="r" b="b"/>
              <a:pathLst>
                <a:path w="7784" h="7351" extrusionOk="0">
                  <a:moveTo>
                    <a:pt x="6597" y="7351"/>
                  </a:moveTo>
                  <a:cubicBezTo>
                    <a:pt x="6597" y="7351"/>
                    <a:pt x="4862" y="5570"/>
                    <a:pt x="5022" y="3904"/>
                  </a:cubicBezTo>
                  <a:cubicBezTo>
                    <a:pt x="5045" y="3790"/>
                    <a:pt x="5068" y="3676"/>
                    <a:pt x="5091" y="3562"/>
                  </a:cubicBezTo>
                  <a:cubicBezTo>
                    <a:pt x="5593" y="1804"/>
                    <a:pt x="2580" y="6849"/>
                    <a:pt x="1" y="4269"/>
                  </a:cubicBezTo>
                  <a:lnTo>
                    <a:pt x="6323" y="1"/>
                  </a:lnTo>
                  <a:lnTo>
                    <a:pt x="7784" y="5776"/>
                  </a:lnTo>
                  <a:cubicBezTo>
                    <a:pt x="7784" y="5776"/>
                    <a:pt x="6346" y="6301"/>
                    <a:pt x="6597" y="7351"/>
                  </a:cubicBezTo>
                  <a:close/>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8" name="Google Shape;5098;p30"/>
            <p:cNvSpPr/>
            <p:nvPr/>
          </p:nvSpPr>
          <p:spPr>
            <a:xfrm>
              <a:off x="713112" y="1531930"/>
              <a:ext cx="1957962" cy="1766446"/>
            </a:xfrm>
            <a:custGeom>
              <a:avLst/>
              <a:gdLst/>
              <a:ahLst/>
              <a:cxnLst/>
              <a:rect l="l" t="t" r="r" b="b"/>
              <a:pathLst>
                <a:path w="34535" h="31157" extrusionOk="0">
                  <a:moveTo>
                    <a:pt x="15065" y="0"/>
                  </a:moveTo>
                  <a:cubicBezTo>
                    <a:pt x="14312" y="23"/>
                    <a:pt x="13558" y="114"/>
                    <a:pt x="12805" y="251"/>
                  </a:cubicBezTo>
                  <a:lnTo>
                    <a:pt x="12805" y="251"/>
                  </a:lnTo>
                  <a:cubicBezTo>
                    <a:pt x="6642" y="1415"/>
                    <a:pt x="480" y="6391"/>
                    <a:pt x="137" y="12508"/>
                  </a:cubicBezTo>
                  <a:lnTo>
                    <a:pt x="137" y="12508"/>
                  </a:lnTo>
                  <a:cubicBezTo>
                    <a:pt x="0" y="15110"/>
                    <a:pt x="753" y="18717"/>
                    <a:pt x="2557" y="20840"/>
                  </a:cubicBezTo>
                  <a:lnTo>
                    <a:pt x="2557" y="20840"/>
                  </a:lnTo>
                  <a:cubicBezTo>
                    <a:pt x="8126" y="27459"/>
                    <a:pt x="16001" y="19721"/>
                    <a:pt x="16001" y="19721"/>
                  </a:cubicBezTo>
                  <a:lnTo>
                    <a:pt x="16001" y="19721"/>
                  </a:lnTo>
                  <a:cubicBezTo>
                    <a:pt x="17644" y="31157"/>
                    <a:pt x="31750" y="30837"/>
                    <a:pt x="31750" y="30837"/>
                  </a:cubicBezTo>
                  <a:lnTo>
                    <a:pt x="31750" y="30837"/>
                  </a:lnTo>
                  <a:lnTo>
                    <a:pt x="31225" y="26249"/>
                  </a:lnTo>
                  <a:cubicBezTo>
                    <a:pt x="32914" y="25884"/>
                    <a:pt x="31750" y="24400"/>
                    <a:pt x="31750" y="24400"/>
                  </a:cubicBezTo>
                  <a:lnTo>
                    <a:pt x="31750" y="24400"/>
                  </a:lnTo>
                  <a:cubicBezTo>
                    <a:pt x="33165" y="23579"/>
                    <a:pt x="31864" y="22734"/>
                    <a:pt x="31864" y="22734"/>
                  </a:cubicBezTo>
                  <a:lnTo>
                    <a:pt x="31864" y="22734"/>
                  </a:lnTo>
                  <a:cubicBezTo>
                    <a:pt x="31613" y="21593"/>
                    <a:pt x="33873" y="21524"/>
                    <a:pt x="33873" y="21524"/>
                  </a:cubicBezTo>
                  <a:lnTo>
                    <a:pt x="33873" y="21524"/>
                  </a:lnTo>
                  <a:cubicBezTo>
                    <a:pt x="34535" y="21159"/>
                    <a:pt x="34535" y="20155"/>
                    <a:pt x="33873" y="19036"/>
                  </a:cubicBezTo>
                  <a:lnTo>
                    <a:pt x="33873" y="19036"/>
                  </a:lnTo>
                  <a:cubicBezTo>
                    <a:pt x="33234" y="17918"/>
                    <a:pt x="31613" y="13467"/>
                    <a:pt x="31613" y="13467"/>
                  </a:cubicBezTo>
                  <a:lnTo>
                    <a:pt x="31613" y="13467"/>
                  </a:lnTo>
                  <a:cubicBezTo>
                    <a:pt x="33051" y="12851"/>
                    <a:pt x="31613" y="11002"/>
                    <a:pt x="31613" y="11002"/>
                  </a:cubicBezTo>
                  <a:lnTo>
                    <a:pt x="31613" y="11002"/>
                  </a:lnTo>
                  <a:cubicBezTo>
                    <a:pt x="30518" y="9564"/>
                    <a:pt x="29924" y="7738"/>
                    <a:pt x="28760" y="6277"/>
                  </a:cubicBezTo>
                  <a:lnTo>
                    <a:pt x="28760" y="6277"/>
                  </a:lnTo>
                  <a:cubicBezTo>
                    <a:pt x="25610" y="2374"/>
                    <a:pt x="20771" y="0"/>
                    <a:pt x="15613" y="0"/>
                  </a:cubicBezTo>
                  <a:lnTo>
                    <a:pt x="15613" y="0"/>
                  </a:lnTo>
                  <a:cubicBezTo>
                    <a:pt x="15430" y="0"/>
                    <a:pt x="15247" y="0"/>
                    <a:pt x="15065" y="0"/>
                  </a:cubicBezTo>
                </a:path>
              </a:pathLst>
            </a:custGeom>
            <a:gradFill>
              <a:gsLst>
                <a:gs pos="0">
                  <a:srgbClr val="00E0FF">
                    <a:alpha val="25490"/>
                  </a:srgbClr>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9" name="Google Shape;5099;p30"/>
            <p:cNvSpPr/>
            <p:nvPr/>
          </p:nvSpPr>
          <p:spPr>
            <a:xfrm>
              <a:off x="713112" y="1997793"/>
              <a:ext cx="1800123" cy="1282498"/>
            </a:xfrm>
            <a:custGeom>
              <a:avLst/>
              <a:gdLst/>
              <a:ahLst/>
              <a:cxnLst/>
              <a:rect l="l" t="t" r="r" b="b"/>
              <a:pathLst>
                <a:path w="31751" h="22621" extrusionOk="0">
                  <a:moveTo>
                    <a:pt x="1370" y="0"/>
                  </a:moveTo>
                  <a:lnTo>
                    <a:pt x="1370" y="0"/>
                  </a:lnTo>
                  <a:cubicBezTo>
                    <a:pt x="662" y="1324"/>
                    <a:pt x="228" y="2762"/>
                    <a:pt x="160" y="4291"/>
                  </a:cubicBezTo>
                  <a:cubicBezTo>
                    <a:pt x="0" y="6893"/>
                    <a:pt x="753" y="10500"/>
                    <a:pt x="2557" y="12623"/>
                  </a:cubicBezTo>
                  <a:cubicBezTo>
                    <a:pt x="4225" y="14606"/>
                    <a:pt x="6101" y="15300"/>
                    <a:pt x="7909" y="15300"/>
                  </a:cubicBezTo>
                  <a:cubicBezTo>
                    <a:pt x="12138" y="15300"/>
                    <a:pt x="16001" y="11504"/>
                    <a:pt x="16001" y="11504"/>
                  </a:cubicBezTo>
                  <a:cubicBezTo>
                    <a:pt x="17557" y="22334"/>
                    <a:pt x="30292" y="22621"/>
                    <a:pt x="31636" y="22621"/>
                  </a:cubicBezTo>
                  <a:cubicBezTo>
                    <a:pt x="31711" y="22621"/>
                    <a:pt x="31750" y="22620"/>
                    <a:pt x="31750" y="22620"/>
                  </a:cubicBezTo>
                  <a:lnTo>
                    <a:pt x="31682" y="22118"/>
                  </a:lnTo>
                  <a:cubicBezTo>
                    <a:pt x="29605" y="22095"/>
                    <a:pt x="17758" y="21433"/>
                    <a:pt x="16252" y="11002"/>
                  </a:cubicBezTo>
                  <a:cubicBezTo>
                    <a:pt x="16252" y="11002"/>
                    <a:pt x="12387" y="14788"/>
                    <a:pt x="8158" y="14788"/>
                  </a:cubicBezTo>
                  <a:cubicBezTo>
                    <a:pt x="6350" y="14788"/>
                    <a:pt x="4476" y="14096"/>
                    <a:pt x="2808" y="12120"/>
                  </a:cubicBezTo>
                  <a:cubicBezTo>
                    <a:pt x="1005" y="9998"/>
                    <a:pt x="274" y="6391"/>
                    <a:pt x="411" y="3766"/>
                  </a:cubicBezTo>
                  <a:cubicBezTo>
                    <a:pt x="480" y="2443"/>
                    <a:pt x="822" y="1187"/>
                    <a:pt x="13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0" name="Google Shape;5100;p30"/>
            <p:cNvSpPr/>
            <p:nvPr/>
          </p:nvSpPr>
          <p:spPr>
            <a:xfrm>
              <a:off x="2533872" y="2714701"/>
              <a:ext cx="126883" cy="67354"/>
            </a:xfrm>
            <a:custGeom>
              <a:avLst/>
              <a:gdLst/>
              <a:ahLst/>
              <a:cxnLst/>
              <a:rect l="l" t="t" r="r" b="b"/>
              <a:pathLst>
                <a:path w="2238" h="1188" extrusionOk="0">
                  <a:moveTo>
                    <a:pt x="2237" y="0"/>
                  </a:moveTo>
                  <a:lnTo>
                    <a:pt x="2237" y="0"/>
                  </a:lnTo>
                  <a:cubicBezTo>
                    <a:pt x="2169" y="69"/>
                    <a:pt x="2100" y="115"/>
                    <a:pt x="2032" y="160"/>
                  </a:cubicBezTo>
                  <a:cubicBezTo>
                    <a:pt x="2032" y="160"/>
                    <a:pt x="0" y="229"/>
                    <a:pt x="0" y="1187"/>
                  </a:cubicBezTo>
                  <a:cubicBezTo>
                    <a:pt x="548" y="708"/>
                    <a:pt x="1758" y="662"/>
                    <a:pt x="1758" y="662"/>
                  </a:cubicBezTo>
                  <a:cubicBezTo>
                    <a:pt x="2009" y="525"/>
                    <a:pt x="2169" y="297"/>
                    <a:pt x="223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1" name="Google Shape;5101;p30"/>
            <p:cNvSpPr/>
            <p:nvPr/>
          </p:nvSpPr>
          <p:spPr>
            <a:xfrm>
              <a:off x="2489877" y="2926911"/>
              <a:ext cx="49211" cy="76425"/>
            </a:xfrm>
            <a:custGeom>
              <a:avLst/>
              <a:gdLst/>
              <a:ahLst/>
              <a:cxnLst/>
              <a:rect l="l" t="t" r="r" b="b"/>
              <a:pathLst>
                <a:path w="868" h="1348" extrusionOk="0">
                  <a:moveTo>
                    <a:pt x="411" y="1"/>
                  </a:moveTo>
                  <a:cubicBezTo>
                    <a:pt x="320" y="92"/>
                    <a:pt x="183" y="206"/>
                    <a:pt x="0" y="297"/>
                  </a:cubicBezTo>
                  <a:cubicBezTo>
                    <a:pt x="0" y="297"/>
                    <a:pt x="434" y="845"/>
                    <a:pt x="411" y="1347"/>
                  </a:cubicBezTo>
                  <a:cubicBezTo>
                    <a:pt x="868" y="937"/>
                    <a:pt x="594" y="320"/>
                    <a:pt x="41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2" name="Google Shape;5102;p30"/>
            <p:cNvSpPr/>
            <p:nvPr/>
          </p:nvSpPr>
          <p:spPr>
            <a:xfrm>
              <a:off x="2351428" y="2820834"/>
              <a:ext cx="242031" cy="94511"/>
            </a:xfrm>
            <a:custGeom>
              <a:avLst/>
              <a:gdLst/>
              <a:ahLst/>
              <a:cxnLst/>
              <a:rect l="l" t="t" r="r" b="b"/>
              <a:pathLst>
                <a:path w="4269" h="1667" extrusionOk="0">
                  <a:moveTo>
                    <a:pt x="2967" y="0"/>
                  </a:moveTo>
                  <a:cubicBezTo>
                    <a:pt x="2967" y="0"/>
                    <a:pt x="1598" y="1119"/>
                    <a:pt x="936" y="1278"/>
                  </a:cubicBezTo>
                  <a:cubicBezTo>
                    <a:pt x="817" y="1307"/>
                    <a:pt x="716" y="1319"/>
                    <a:pt x="630" y="1319"/>
                  </a:cubicBezTo>
                  <a:cubicBezTo>
                    <a:pt x="237" y="1319"/>
                    <a:pt x="160" y="1073"/>
                    <a:pt x="160" y="1073"/>
                  </a:cubicBezTo>
                  <a:lnTo>
                    <a:pt x="160" y="1073"/>
                  </a:lnTo>
                  <a:cubicBezTo>
                    <a:pt x="0" y="1370"/>
                    <a:pt x="297" y="1666"/>
                    <a:pt x="297" y="1666"/>
                  </a:cubicBezTo>
                  <a:lnTo>
                    <a:pt x="2853" y="1666"/>
                  </a:lnTo>
                  <a:cubicBezTo>
                    <a:pt x="4268" y="822"/>
                    <a:pt x="3013" y="46"/>
                    <a:pt x="29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3" name="Google Shape;5103;p30"/>
            <p:cNvSpPr/>
            <p:nvPr/>
          </p:nvSpPr>
          <p:spPr>
            <a:xfrm>
              <a:off x="770034" y="1612154"/>
              <a:ext cx="1251429" cy="1376951"/>
            </a:xfrm>
            <a:custGeom>
              <a:avLst/>
              <a:gdLst/>
              <a:ahLst/>
              <a:cxnLst/>
              <a:rect l="l" t="t" r="r" b="b"/>
              <a:pathLst>
                <a:path w="22073" h="24287" extrusionOk="0">
                  <a:moveTo>
                    <a:pt x="11345" y="137"/>
                  </a:moveTo>
                  <a:cubicBezTo>
                    <a:pt x="5889" y="1187"/>
                    <a:pt x="411" y="5592"/>
                    <a:pt x="115" y="11002"/>
                  </a:cubicBezTo>
                  <a:lnTo>
                    <a:pt x="115" y="11002"/>
                  </a:lnTo>
                  <a:cubicBezTo>
                    <a:pt x="1" y="13330"/>
                    <a:pt x="662" y="16526"/>
                    <a:pt x="2260" y="18397"/>
                  </a:cubicBezTo>
                  <a:lnTo>
                    <a:pt x="2260" y="18397"/>
                  </a:lnTo>
                  <a:cubicBezTo>
                    <a:pt x="7190" y="24286"/>
                    <a:pt x="14175" y="17416"/>
                    <a:pt x="14175" y="17416"/>
                  </a:cubicBezTo>
                  <a:lnTo>
                    <a:pt x="14175" y="17416"/>
                  </a:lnTo>
                  <a:cubicBezTo>
                    <a:pt x="14198" y="17462"/>
                    <a:pt x="22073" y="776"/>
                    <a:pt x="12281" y="0"/>
                  </a:cubicBezTo>
                  <a:lnTo>
                    <a:pt x="12281" y="0"/>
                  </a:lnTo>
                  <a:cubicBezTo>
                    <a:pt x="12235" y="0"/>
                    <a:pt x="12212" y="0"/>
                    <a:pt x="12189" y="0"/>
                  </a:cubicBezTo>
                  <a:lnTo>
                    <a:pt x="12189" y="0"/>
                  </a:lnTo>
                  <a:cubicBezTo>
                    <a:pt x="11892" y="0"/>
                    <a:pt x="11619" y="92"/>
                    <a:pt x="11345" y="137"/>
                  </a:cubicBezTo>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4" name="Google Shape;5104;p30"/>
            <p:cNvSpPr/>
            <p:nvPr/>
          </p:nvSpPr>
          <p:spPr>
            <a:xfrm>
              <a:off x="859329" y="1707912"/>
              <a:ext cx="1019773" cy="1281194"/>
            </a:xfrm>
            <a:custGeom>
              <a:avLst/>
              <a:gdLst/>
              <a:ahLst/>
              <a:cxnLst/>
              <a:rect l="l" t="t" r="r" b="b"/>
              <a:pathLst>
                <a:path w="17987" h="22598" extrusionOk="0">
                  <a:moveTo>
                    <a:pt x="14358" y="0"/>
                  </a:moveTo>
                  <a:cubicBezTo>
                    <a:pt x="15773" y="2694"/>
                    <a:pt x="15019" y="6300"/>
                    <a:pt x="14243" y="9062"/>
                  </a:cubicBezTo>
                  <a:cubicBezTo>
                    <a:pt x="13422" y="12075"/>
                    <a:pt x="12075" y="15134"/>
                    <a:pt x="9382" y="16891"/>
                  </a:cubicBezTo>
                  <a:cubicBezTo>
                    <a:pt x="6437" y="18831"/>
                    <a:pt x="2511" y="18740"/>
                    <a:pt x="160" y="15955"/>
                  </a:cubicBezTo>
                  <a:cubicBezTo>
                    <a:pt x="115" y="15887"/>
                    <a:pt x="46" y="15795"/>
                    <a:pt x="0" y="15727"/>
                  </a:cubicBezTo>
                  <a:cubicBezTo>
                    <a:pt x="206" y="16092"/>
                    <a:pt x="434" y="16412"/>
                    <a:pt x="685" y="16708"/>
                  </a:cubicBezTo>
                  <a:cubicBezTo>
                    <a:pt x="5615" y="22597"/>
                    <a:pt x="12600" y="15727"/>
                    <a:pt x="12600" y="15727"/>
                  </a:cubicBezTo>
                  <a:cubicBezTo>
                    <a:pt x="12623" y="15773"/>
                    <a:pt x="17987" y="4406"/>
                    <a:pt x="14358" y="0"/>
                  </a:cubicBezTo>
                  <a:close/>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5" name="Google Shape;5105;p30"/>
            <p:cNvSpPr/>
            <p:nvPr/>
          </p:nvSpPr>
          <p:spPr>
            <a:xfrm>
              <a:off x="819188" y="1634151"/>
              <a:ext cx="702735" cy="640597"/>
            </a:xfrm>
            <a:custGeom>
              <a:avLst/>
              <a:gdLst/>
              <a:ahLst/>
              <a:cxnLst/>
              <a:rect l="l" t="t" r="r" b="b"/>
              <a:pathLst>
                <a:path w="12395" h="11299" extrusionOk="0">
                  <a:moveTo>
                    <a:pt x="12395" y="891"/>
                  </a:moveTo>
                  <a:cubicBezTo>
                    <a:pt x="9724" y="0"/>
                    <a:pt x="6255" y="1849"/>
                    <a:pt x="4178" y="3447"/>
                  </a:cubicBezTo>
                  <a:cubicBezTo>
                    <a:pt x="1964" y="5182"/>
                    <a:pt x="183" y="7670"/>
                    <a:pt x="24" y="10568"/>
                  </a:cubicBezTo>
                  <a:cubicBezTo>
                    <a:pt x="1" y="10797"/>
                    <a:pt x="1" y="11048"/>
                    <a:pt x="1" y="11299"/>
                  </a:cubicBezTo>
                  <a:cubicBezTo>
                    <a:pt x="3014" y="6574"/>
                    <a:pt x="6848" y="2511"/>
                    <a:pt x="12395" y="891"/>
                  </a:cubicBezTo>
                  <a:close/>
                </a:path>
              </a:pathLst>
            </a:custGeom>
            <a:solidFill>
              <a:srgbClr val="FFFFFF">
                <a:alpha val="22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6" name="Google Shape;5106;p30"/>
            <p:cNvSpPr/>
            <p:nvPr/>
          </p:nvSpPr>
          <p:spPr>
            <a:xfrm>
              <a:off x="885181" y="1715679"/>
              <a:ext cx="742875" cy="968010"/>
            </a:xfrm>
            <a:custGeom>
              <a:avLst/>
              <a:gdLst/>
              <a:ahLst/>
              <a:cxnLst/>
              <a:rect l="l" t="t" r="r" b="b"/>
              <a:pathLst>
                <a:path w="13103" h="17074" extrusionOk="0">
                  <a:moveTo>
                    <a:pt x="13103" y="1164"/>
                  </a:moveTo>
                  <a:cubicBezTo>
                    <a:pt x="13057" y="1164"/>
                    <a:pt x="12349" y="388"/>
                    <a:pt x="12212" y="297"/>
                  </a:cubicBezTo>
                  <a:cubicBezTo>
                    <a:pt x="12053" y="183"/>
                    <a:pt x="11893" y="92"/>
                    <a:pt x="11710" y="0"/>
                  </a:cubicBezTo>
                  <a:cubicBezTo>
                    <a:pt x="5091" y="2146"/>
                    <a:pt x="2283" y="8195"/>
                    <a:pt x="1" y="14357"/>
                  </a:cubicBezTo>
                  <a:cubicBezTo>
                    <a:pt x="161" y="14608"/>
                    <a:pt x="343" y="14837"/>
                    <a:pt x="526" y="15065"/>
                  </a:cubicBezTo>
                  <a:cubicBezTo>
                    <a:pt x="1781" y="16457"/>
                    <a:pt x="3174" y="17005"/>
                    <a:pt x="4543" y="17074"/>
                  </a:cubicBezTo>
                  <a:cubicBezTo>
                    <a:pt x="4406" y="16708"/>
                    <a:pt x="4269" y="16343"/>
                    <a:pt x="4178" y="15978"/>
                  </a:cubicBezTo>
                  <a:cubicBezTo>
                    <a:pt x="2649" y="9861"/>
                    <a:pt x="6278" y="2009"/>
                    <a:pt x="13103" y="1164"/>
                  </a:cubicBezTo>
                </a:path>
              </a:pathLst>
            </a:custGeom>
            <a:solidFill>
              <a:srgbClr val="FFFFFF">
                <a:alpha val="22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7" name="Google Shape;5107;p30"/>
            <p:cNvSpPr/>
            <p:nvPr/>
          </p:nvSpPr>
          <p:spPr>
            <a:xfrm>
              <a:off x="1591771" y="1803669"/>
              <a:ext cx="69962" cy="69905"/>
            </a:xfrm>
            <a:custGeom>
              <a:avLst/>
              <a:gdLst/>
              <a:ahLst/>
              <a:cxnLst/>
              <a:rect l="l" t="t" r="r" b="b"/>
              <a:pathLst>
                <a:path w="1234" h="1233" extrusionOk="0">
                  <a:moveTo>
                    <a:pt x="1233" y="617"/>
                  </a:moveTo>
                  <a:cubicBezTo>
                    <a:pt x="1233" y="959"/>
                    <a:pt x="959" y="1233"/>
                    <a:pt x="617" y="1233"/>
                  </a:cubicBezTo>
                  <a:cubicBezTo>
                    <a:pt x="274" y="1233"/>
                    <a:pt x="1" y="959"/>
                    <a:pt x="1" y="617"/>
                  </a:cubicBezTo>
                  <a:cubicBezTo>
                    <a:pt x="1" y="274"/>
                    <a:pt x="274" y="0"/>
                    <a:pt x="617" y="0"/>
                  </a:cubicBezTo>
                  <a:cubicBezTo>
                    <a:pt x="959" y="0"/>
                    <a:pt x="1233" y="274"/>
                    <a:pt x="1233" y="617"/>
                  </a:cubicBezTo>
                  <a:close/>
                </a:path>
              </a:pathLst>
            </a:custGeom>
            <a:solidFill>
              <a:srgbClr val="FFFFFF">
                <a:alpha val="22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8" name="Google Shape;5108;p30"/>
            <p:cNvSpPr/>
            <p:nvPr/>
          </p:nvSpPr>
          <p:spPr>
            <a:xfrm>
              <a:off x="1661676" y="2432190"/>
              <a:ext cx="529305" cy="674784"/>
            </a:xfrm>
            <a:custGeom>
              <a:avLst/>
              <a:gdLst/>
              <a:ahLst/>
              <a:cxnLst/>
              <a:rect l="l" t="t" r="r" b="b"/>
              <a:pathLst>
                <a:path w="9336" h="11902" extrusionOk="0">
                  <a:moveTo>
                    <a:pt x="3297" y="1"/>
                  </a:moveTo>
                  <a:cubicBezTo>
                    <a:pt x="3123" y="1"/>
                    <a:pt x="2994" y="59"/>
                    <a:pt x="2922" y="190"/>
                  </a:cubicBezTo>
                  <a:cubicBezTo>
                    <a:pt x="2283" y="1331"/>
                    <a:pt x="0" y="3249"/>
                    <a:pt x="0" y="3249"/>
                  </a:cubicBezTo>
                  <a:cubicBezTo>
                    <a:pt x="3090" y="11573"/>
                    <a:pt x="8406" y="11902"/>
                    <a:pt x="9228" y="11902"/>
                  </a:cubicBezTo>
                  <a:cubicBezTo>
                    <a:pt x="9298" y="11902"/>
                    <a:pt x="9336" y="11899"/>
                    <a:pt x="9336" y="11899"/>
                  </a:cubicBezTo>
                  <a:cubicBezTo>
                    <a:pt x="9336" y="11899"/>
                    <a:pt x="8902" y="5280"/>
                    <a:pt x="8834" y="4436"/>
                  </a:cubicBezTo>
                  <a:cubicBezTo>
                    <a:pt x="8793" y="3666"/>
                    <a:pt x="4670" y="1"/>
                    <a:pt x="3297"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9" name="Google Shape;5109;p30"/>
            <p:cNvSpPr/>
            <p:nvPr/>
          </p:nvSpPr>
          <p:spPr>
            <a:xfrm>
              <a:off x="1925648" y="1834738"/>
              <a:ext cx="669114" cy="617295"/>
            </a:xfrm>
            <a:custGeom>
              <a:avLst/>
              <a:gdLst/>
              <a:ahLst/>
              <a:cxnLst/>
              <a:rect l="l" t="t" r="r" b="b"/>
              <a:pathLst>
                <a:path w="11802" h="10888" extrusionOk="0">
                  <a:moveTo>
                    <a:pt x="0" y="7304"/>
                  </a:moveTo>
                  <a:lnTo>
                    <a:pt x="2876" y="10888"/>
                  </a:lnTo>
                  <a:cubicBezTo>
                    <a:pt x="2876" y="10888"/>
                    <a:pt x="4246" y="8856"/>
                    <a:pt x="4748" y="8514"/>
                  </a:cubicBezTo>
                  <a:lnTo>
                    <a:pt x="4748" y="8514"/>
                  </a:lnTo>
                  <a:cubicBezTo>
                    <a:pt x="5250" y="8172"/>
                    <a:pt x="10226" y="8126"/>
                    <a:pt x="10226" y="8126"/>
                  </a:cubicBezTo>
                  <a:lnTo>
                    <a:pt x="10226" y="8126"/>
                  </a:lnTo>
                  <a:cubicBezTo>
                    <a:pt x="11801" y="7259"/>
                    <a:pt x="10226" y="5661"/>
                    <a:pt x="10226" y="5661"/>
                  </a:cubicBezTo>
                  <a:lnTo>
                    <a:pt x="10226" y="5661"/>
                  </a:lnTo>
                  <a:cubicBezTo>
                    <a:pt x="7967" y="1621"/>
                    <a:pt x="7373" y="936"/>
                    <a:pt x="4931" y="69"/>
                  </a:cubicBezTo>
                  <a:lnTo>
                    <a:pt x="4931" y="69"/>
                  </a:lnTo>
                  <a:cubicBezTo>
                    <a:pt x="4794" y="23"/>
                    <a:pt x="4680" y="0"/>
                    <a:pt x="4543" y="0"/>
                  </a:cubicBezTo>
                  <a:lnTo>
                    <a:pt x="4543" y="0"/>
                  </a:lnTo>
                  <a:cubicBezTo>
                    <a:pt x="2215" y="0"/>
                    <a:pt x="0" y="7304"/>
                    <a:pt x="0" y="7304"/>
                  </a:cubicBezTo>
                </a:path>
              </a:pathLst>
            </a:custGeom>
            <a:gradFill>
              <a:gsLst>
                <a:gs pos="0">
                  <a:srgbClr val="FFFFFF">
                    <a:alpha val="17647"/>
                    <a:alpha val="22330"/>
                  </a:srgbClr>
                </a:gs>
                <a:gs pos="100000">
                  <a:schemeClr val="dk1">
                    <a:alpha val="22330"/>
                  </a:schemeClr>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0" name="Google Shape;5110;p30"/>
            <p:cNvSpPr/>
            <p:nvPr/>
          </p:nvSpPr>
          <p:spPr>
            <a:xfrm>
              <a:off x="1744451" y="1804577"/>
              <a:ext cx="339149" cy="565929"/>
            </a:xfrm>
            <a:custGeom>
              <a:avLst/>
              <a:gdLst/>
              <a:ahLst/>
              <a:cxnLst/>
              <a:rect l="l" t="t" r="r" b="b"/>
              <a:pathLst>
                <a:path w="5982" h="9982" extrusionOk="0">
                  <a:moveTo>
                    <a:pt x="1847" y="0"/>
                  </a:moveTo>
                  <a:cubicBezTo>
                    <a:pt x="1215" y="0"/>
                    <a:pt x="1170" y="1204"/>
                    <a:pt x="1325" y="2244"/>
                  </a:cubicBezTo>
                  <a:cubicBezTo>
                    <a:pt x="1576" y="3956"/>
                    <a:pt x="1" y="8293"/>
                    <a:pt x="1" y="8293"/>
                  </a:cubicBezTo>
                  <a:lnTo>
                    <a:pt x="1507" y="9982"/>
                  </a:lnTo>
                  <a:cubicBezTo>
                    <a:pt x="1507" y="9982"/>
                    <a:pt x="3904" y="8704"/>
                    <a:pt x="4954" y="7517"/>
                  </a:cubicBezTo>
                  <a:cubicBezTo>
                    <a:pt x="5981" y="6307"/>
                    <a:pt x="3813" y="1742"/>
                    <a:pt x="3813" y="1742"/>
                  </a:cubicBezTo>
                  <a:cubicBezTo>
                    <a:pt x="2865" y="470"/>
                    <a:pt x="2241" y="0"/>
                    <a:pt x="184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1" name="Google Shape;5111;p30"/>
            <p:cNvSpPr/>
            <p:nvPr/>
          </p:nvSpPr>
          <p:spPr>
            <a:xfrm>
              <a:off x="1829890" y="2030109"/>
              <a:ext cx="214874" cy="340397"/>
            </a:xfrm>
            <a:custGeom>
              <a:avLst/>
              <a:gdLst/>
              <a:ahLst/>
              <a:cxnLst/>
              <a:rect l="l" t="t" r="r" b="b"/>
              <a:pathLst>
                <a:path w="3790" h="6004" extrusionOk="0">
                  <a:moveTo>
                    <a:pt x="0" y="6004"/>
                  </a:moveTo>
                  <a:cubicBezTo>
                    <a:pt x="434" y="5570"/>
                    <a:pt x="913" y="5205"/>
                    <a:pt x="1393" y="4840"/>
                  </a:cubicBezTo>
                  <a:cubicBezTo>
                    <a:pt x="1872" y="4452"/>
                    <a:pt x="2374" y="4109"/>
                    <a:pt x="2854" y="3767"/>
                  </a:cubicBezTo>
                  <a:lnTo>
                    <a:pt x="2899" y="3744"/>
                  </a:lnTo>
                  <a:cubicBezTo>
                    <a:pt x="2899" y="3744"/>
                    <a:pt x="2968" y="3699"/>
                    <a:pt x="2991" y="3653"/>
                  </a:cubicBezTo>
                  <a:cubicBezTo>
                    <a:pt x="3036" y="3607"/>
                    <a:pt x="3082" y="3539"/>
                    <a:pt x="3105" y="3470"/>
                  </a:cubicBezTo>
                  <a:cubicBezTo>
                    <a:pt x="3173" y="3356"/>
                    <a:pt x="3219" y="3196"/>
                    <a:pt x="3242" y="3037"/>
                  </a:cubicBezTo>
                  <a:cubicBezTo>
                    <a:pt x="3310" y="2740"/>
                    <a:pt x="3333" y="2398"/>
                    <a:pt x="3333" y="2055"/>
                  </a:cubicBezTo>
                  <a:cubicBezTo>
                    <a:pt x="3333" y="1736"/>
                    <a:pt x="3310" y="1393"/>
                    <a:pt x="3287" y="1051"/>
                  </a:cubicBezTo>
                  <a:cubicBezTo>
                    <a:pt x="3264" y="708"/>
                    <a:pt x="3219" y="366"/>
                    <a:pt x="3196" y="1"/>
                  </a:cubicBezTo>
                  <a:cubicBezTo>
                    <a:pt x="3470" y="663"/>
                    <a:pt x="3675" y="1325"/>
                    <a:pt x="3744" y="2055"/>
                  </a:cubicBezTo>
                  <a:cubicBezTo>
                    <a:pt x="3789" y="2398"/>
                    <a:pt x="3789" y="2763"/>
                    <a:pt x="3721" y="3128"/>
                  </a:cubicBezTo>
                  <a:cubicBezTo>
                    <a:pt x="3698" y="3333"/>
                    <a:pt x="3652" y="3516"/>
                    <a:pt x="3561" y="3699"/>
                  </a:cubicBezTo>
                  <a:cubicBezTo>
                    <a:pt x="3516" y="3790"/>
                    <a:pt x="3470" y="3881"/>
                    <a:pt x="3401" y="3972"/>
                  </a:cubicBezTo>
                  <a:cubicBezTo>
                    <a:pt x="3356" y="4018"/>
                    <a:pt x="3333" y="4041"/>
                    <a:pt x="3287" y="4087"/>
                  </a:cubicBezTo>
                  <a:cubicBezTo>
                    <a:pt x="3219" y="4132"/>
                    <a:pt x="3196" y="4155"/>
                    <a:pt x="3105" y="4201"/>
                  </a:cubicBezTo>
                  <a:lnTo>
                    <a:pt x="3150" y="4178"/>
                  </a:lnTo>
                  <a:cubicBezTo>
                    <a:pt x="2648" y="4520"/>
                    <a:pt x="2123" y="4840"/>
                    <a:pt x="1598" y="5137"/>
                  </a:cubicBezTo>
                  <a:cubicBezTo>
                    <a:pt x="1073" y="5456"/>
                    <a:pt x="548" y="5753"/>
                    <a:pt x="0" y="6004"/>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2" name="Google Shape;5112;p30"/>
            <p:cNvSpPr/>
            <p:nvPr/>
          </p:nvSpPr>
          <p:spPr>
            <a:xfrm>
              <a:off x="2256917" y="2296689"/>
              <a:ext cx="216178" cy="73817"/>
            </a:xfrm>
            <a:custGeom>
              <a:avLst/>
              <a:gdLst/>
              <a:ahLst/>
              <a:cxnLst/>
              <a:rect l="l" t="t" r="r" b="b"/>
              <a:pathLst>
                <a:path w="3813" h="1302" extrusionOk="0">
                  <a:moveTo>
                    <a:pt x="3562" y="1"/>
                  </a:moveTo>
                  <a:cubicBezTo>
                    <a:pt x="3562" y="1"/>
                    <a:pt x="3813" y="1051"/>
                    <a:pt x="3562" y="1302"/>
                  </a:cubicBezTo>
                  <a:lnTo>
                    <a:pt x="1" y="549"/>
                  </a:lnTo>
                  <a:lnTo>
                    <a:pt x="1" y="229"/>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3" name="Google Shape;5113;p30"/>
            <p:cNvSpPr/>
            <p:nvPr/>
          </p:nvSpPr>
          <p:spPr>
            <a:xfrm>
              <a:off x="2271147" y="2296689"/>
              <a:ext cx="195484" cy="57035"/>
            </a:xfrm>
            <a:custGeom>
              <a:avLst/>
              <a:gdLst/>
              <a:ahLst/>
              <a:cxnLst/>
              <a:rect l="l" t="t" r="r" b="b"/>
              <a:pathLst>
                <a:path w="3448" h="1006" extrusionOk="0">
                  <a:moveTo>
                    <a:pt x="1" y="229"/>
                  </a:moveTo>
                  <a:lnTo>
                    <a:pt x="1" y="298"/>
                  </a:lnTo>
                  <a:lnTo>
                    <a:pt x="3402" y="1005"/>
                  </a:lnTo>
                  <a:cubicBezTo>
                    <a:pt x="3447" y="617"/>
                    <a:pt x="3311" y="1"/>
                    <a:pt x="3311" y="1"/>
                  </a:cubicBezTo>
                  <a:lnTo>
                    <a:pt x="33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4" name="Google Shape;5114;p30"/>
            <p:cNvSpPr/>
            <p:nvPr/>
          </p:nvSpPr>
          <p:spPr>
            <a:xfrm>
              <a:off x="2256917" y="2327758"/>
              <a:ext cx="226553" cy="93263"/>
            </a:xfrm>
            <a:custGeom>
              <a:avLst/>
              <a:gdLst/>
              <a:ahLst/>
              <a:cxnLst/>
              <a:rect l="l" t="t" r="r" b="b"/>
              <a:pathLst>
                <a:path w="3996" h="1645" extrusionOk="0">
                  <a:moveTo>
                    <a:pt x="1" y="252"/>
                  </a:moveTo>
                  <a:lnTo>
                    <a:pt x="3562" y="1644"/>
                  </a:lnTo>
                  <a:cubicBezTo>
                    <a:pt x="3995" y="1073"/>
                    <a:pt x="3562" y="754"/>
                    <a:pt x="3562" y="754"/>
                  </a:cubicBezTo>
                  <a:lnTo>
                    <a:pt x="3562" y="754"/>
                  </a:lnTo>
                  <a:lnTo>
                    <a:pt x="1" y="1"/>
                  </a:lnTo>
                  <a:close/>
                </a:path>
              </a:pathLst>
            </a:custGeom>
            <a:gradFill>
              <a:gsLst>
                <a:gs pos="0">
                  <a:srgbClr val="FFFFFF">
                    <a:alpha val="17647"/>
                    <a:alpha val="22330"/>
                  </a:srgbClr>
                </a:gs>
                <a:gs pos="100000">
                  <a:schemeClr val="dk1">
                    <a:alpha val="22330"/>
                  </a:schemeClr>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5" name="Google Shape;5115;p30"/>
            <p:cNvSpPr/>
            <p:nvPr/>
          </p:nvSpPr>
          <p:spPr>
            <a:xfrm>
              <a:off x="2440665" y="2668098"/>
              <a:ext cx="178646" cy="80280"/>
            </a:xfrm>
            <a:custGeom>
              <a:avLst/>
              <a:gdLst/>
              <a:ahLst/>
              <a:cxnLst/>
              <a:rect l="l" t="t" r="r" b="b"/>
              <a:pathLst>
                <a:path w="3151" h="1416" extrusionOk="0">
                  <a:moveTo>
                    <a:pt x="184" y="343"/>
                  </a:moveTo>
                  <a:cubicBezTo>
                    <a:pt x="184" y="343"/>
                    <a:pt x="1" y="1028"/>
                    <a:pt x="800" y="1416"/>
                  </a:cubicBezTo>
                  <a:lnTo>
                    <a:pt x="800" y="1416"/>
                  </a:lnTo>
                  <a:cubicBezTo>
                    <a:pt x="800" y="1416"/>
                    <a:pt x="275" y="297"/>
                    <a:pt x="3060" y="343"/>
                  </a:cubicBezTo>
                  <a:lnTo>
                    <a:pt x="3060" y="343"/>
                  </a:lnTo>
                  <a:cubicBezTo>
                    <a:pt x="3151" y="343"/>
                    <a:pt x="2900" y="252"/>
                    <a:pt x="2535" y="183"/>
                  </a:cubicBezTo>
                  <a:lnTo>
                    <a:pt x="2535" y="183"/>
                  </a:lnTo>
                  <a:cubicBezTo>
                    <a:pt x="2169" y="92"/>
                    <a:pt x="1644" y="1"/>
                    <a:pt x="1188" y="1"/>
                  </a:cubicBezTo>
                  <a:lnTo>
                    <a:pt x="1188" y="1"/>
                  </a:lnTo>
                  <a:cubicBezTo>
                    <a:pt x="754" y="1"/>
                    <a:pt x="343" y="92"/>
                    <a:pt x="184" y="343"/>
                  </a:cubicBezTo>
                  <a:close/>
                </a:path>
              </a:pathLst>
            </a:custGeom>
            <a:gradFill>
              <a:gsLst>
                <a:gs pos="0">
                  <a:srgbClr val="FFFFFF">
                    <a:alpha val="17647"/>
                    <a:alpha val="22330"/>
                  </a:srgbClr>
                </a:gs>
                <a:gs pos="100000">
                  <a:schemeClr val="dk1">
                    <a:alpha val="22330"/>
                  </a:schemeClr>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6" name="Google Shape;5116;p30"/>
            <p:cNvSpPr/>
            <p:nvPr/>
          </p:nvSpPr>
          <p:spPr>
            <a:xfrm>
              <a:off x="1807893" y="1661081"/>
              <a:ext cx="425779" cy="250932"/>
            </a:xfrm>
            <a:custGeom>
              <a:avLst/>
              <a:gdLst/>
              <a:ahLst/>
              <a:cxnLst/>
              <a:rect l="l" t="t" r="r" b="b"/>
              <a:pathLst>
                <a:path w="7510" h="4426" extrusionOk="0">
                  <a:moveTo>
                    <a:pt x="2688" y="1"/>
                  </a:moveTo>
                  <a:cubicBezTo>
                    <a:pt x="1910" y="1"/>
                    <a:pt x="1213" y="292"/>
                    <a:pt x="799" y="872"/>
                  </a:cubicBezTo>
                  <a:cubicBezTo>
                    <a:pt x="0" y="1990"/>
                    <a:pt x="1667" y="2196"/>
                    <a:pt x="3127" y="3246"/>
                  </a:cubicBezTo>
                  <a:cubicBezTo>
                    <a:pt x="4058" y="3915"/>
                    <a:pt x="4933" y="4426"/>
                    <a:pt x="5652" y="4426"/>
                  </a:cubicBezTo>
                  <a:cubicBezTo>
                    <a:pt x="6062" y="4426"/>
                    <a:pt x="6421" y="4260"/>
                    <a:pt x="6711" y="3862"/>
                  </a:cubicBezTo>
                  <a:cubicBezTo>
                    <a:pt x="7510" y="2744"/>
                    <a:pt x="6369" y="1808"/>
                    <a:pt x="4908" y="758"/>
                  </a:cubicBezTo>
                  <a:cubicBezTo>
                    <a:pt x="4204" y="252"/>
                    <a:pt x="3411" y="1"/>
                    <a:pt x="2688"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7" name="Google Shape;5117;p30"/>
            <p:cNvSpPr/>
            <p:nvPr/>
          </p:nvSpPr>
          <p:spPr>
            <a:xfrm>
              <a:off x="1770360" y="1661308"/>
              <a:ext cx="46660" cy="46660"/>
            </a:xfrm>
            <a:custGeom>
              <a:avLst/>
              <a:gdLst/>
              <a:ahLst/>
              <a:cxnLst/>
              <a:rect l="l" t="t" r="r" b="b"/>
              <a:pathLst>
                <a:path w="823" h="823" extrusionOk="0">
                  <a:moveTo>
                    <a:pt x="822" y="412"/>
                  </a:moveTo>
                  <a:cubicBezTo>
                    <a:pt x="822" y="640"/>
                    <a:pt x="640" y="822"/>
                    <a:pt x="411" y="822"/>
                  </a:cubicBezTo>
                  <a:cubicBezTo>
                    <a:pt x="183" y="822"/>
                    <a:pt x="0" y="640"/>
                    <a:pt x="0" y="412"/>
                  </a:cubicBezTo>
                  <a:cubicBezTo>
                    <a:pt x="0" y="183"/>
                    <a:pt x="183" y="1"/>
                    <a:pt x="411" y="1"/>
                  </a:cubicBezTo>
                  <a:cubicBezTo>
                    <a:pt x="640" y="1"/>
                    <a:pt x="822" y="183"/>
                    <a:pt x="822" y="412"/>
                  </a:cubicBezTo>
                  <a:close/>
                </a:path>
              </a:pathLst>
            </a:custGeom>
            <a:solidFill>
              <a:srgbClr val="FFFFFF">
                <a:alpha val="22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8" name="Google Shape;5118;p30"/>
            <p:cNvSpPr/>
            <p:nvPr/>
          </p:nvSpPr>
          <p:spPr>
            <a:xfrm>
              <a:off x="960246" y="3018813"/>
              <a:ext cx="1085823" cy="592746"/>
            </a:xfrm>
            <a:custGeom>
              <a:avLst/>
              <a:gdLst/>
              <a:ahLst/>
              <a:cxnLst/>
              <a:rect l="l" t="t" r="r" b="b"/>
              <a:pathLst>
                <a:path w="19152" h="10455" extrusionOk="0">
                  <a:moveTo>
                    <a:pt x="1" y="8469"/>
                  </a:moveTo>
                  <a:cubicBezTo>
                    <a:pt x="1" y="10226"/>
                    <a:pt x="4292" y="10454"/>
                    <a:pt x="9587" y="10454"/>
                  </a:cubicBezTo>
                  <a:lnTo>
                    <a:pt x="9587" y="10454"/>
                  </a:lnTo>
                  <a:cubicBezTo>
                    <a:pt x="14860" y="10454"/>
                    <a:pt x="19151" y="10226"/>
                    <a:pt x="19151" y="8469"/>
                  </a:cubicBezTo>
                  <a:lnTo>
                    <a:pt x="19151" y="8469"/>
                  </a:lnTo>
                  <a:cubicBezTo>
                    <a:pt x="19151" y="6711"/>
                    <a:pt x="14860" y="0"/>
                    <a:pt x="9587" y="0"/>
                  </a:cubicBezTo>
                  <a:lnTo>
                    <a:pt x="9587" y="0"/>
                  </a:lnTo>
                  <a:cubicBezTo>
                    <a:pt x="4292" y="0"/>
                    <a:pt x="1" y="6711"/>
                    <a:pt x="1" y="8469"/>
                  </a:cubicBezTo>
                </a:path>
              </a:pathLst>
            </a:custGeom>
            <a:solidFill>
              <a:srgbClr val="00E0FF">
                <a:alpha val="25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9" name="Google Shape;5119;p30"/>
            <p:cNvSpPr/>
            <p:nvPr/>
          </p:nvSpPr>
          <p:spPr>
            <a:xfrm>
              <a:off x="1260502" y="3079647"/>
              <a:ext cx="238176" cy="477542"/>
            </a:xfrm>
            <a:custGeom>
              <a:avLst/>
              <a:gdLst/>
              <a:ahLst/>
              <a:cxnLst/>
              <a:rect l="l" t="t" r="r" b="b"/>
              <a:pathLst>
                <a:path w="4201" h="8423" extrusionOk="0">
                  <a:moveTo>
                    <a:pt x="3789" y="0"/>
                  </a:moveTo>
                  <a:cubicBezTo>
                    <a:pt x="2876" y="799"/>
                    <a:pt x="137" y="3561"/>
                    <a:pt x="0" y="8309"/>
                  </a:cubicBezTo>
                  <a:cubicBezTo>
                    <a:pt x="525" y="8377"/>
                    <a:pt x="1096" y="8400"/>
                    <a:pt x="1712" y="8423"/>
                  </a:cubicBezTo>
                  <a:cubicBezTo>
                    <a:pt x="1575" y="2808"/>
                    <a:pt x="3447" y="639"/>
                    <a:pt x="4200"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0" name="Google Shape;5120;p30"/>
            <p:cNvSpPr/>
            <p:nvPr/>
          </p:nvSpPr>
          <p:spPr>
            <a:xfrm>
              <a:off x="1054756" y="3079647"/>
              <a:ext cx="374017" cy="471079"/>
            </a:xfrm>
            <a:custGeom>
              <a:avLst/>
              <a:gdLst/>
              <a:ahLst/>
              <a:cxnLst/>
              <a:rect l="l" t="t" r="r" b="b"/>
              <a:pathLst>
                <a:path w="6597" h="8309" extrusionOk="0">
                  <a:moveTo>
                    <a:pt x="6597" y="0"/>
                  </a:moveTo>
                  <a:lnTo>
                    <a:pt x="6597" y="0"/>
                  </a:lnTo>
                  <a:cubicBezTo>
                    <a:pt x="2922" y="343"/>
                    <a:pt x="0" y="5478"/>
                    <a:pt x="0" y="6871"/>
                  </a:cubicBezTo>
                  <a:cubicBezTo>
                    <a:pt x="0" y="7715"/>
                    <a:pt x="1096" y="8126"/>
                    <a:pt x="2808" y="8309"/>
                  </a:cubicBezTo>
                  <a:cubicBezTo>
                    <a:pt x="2945" y="3561"/>
                    <a:pt x="5684" y="799"/>
                    <a:pt x="6597" y="0"/>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1" name="Google Shape;5121;p30"/>
            <p:cNvSpPr/>
            <p:nvPr/>
          </p:nvSpPr>
          <p:spPr>
            <a:xfrm>
              <a:off x="1000386" y="3038203"/>
              <a:ext cx="1010702" cy="553910"/>
            </a:xfrm>
            <a:custGeom>
              <a:avLst/>
              <a:gdLst/>
              <a:ahLst/>
              <a:cxnLst/>
              <a:rect l="l" t="t" r="r" b="b"/>
              <a:pathLst>
                <a:path w="17827" h="9770" extrusionOk="0">
                  <a:moveTo>
                    <a:pt x="7989" y="9382"/>
                  </a:moveTo>
                  <a:cubicBezTo>
                    <a:pt x="12554" y="9382"/>
                    <a:pt x="16229" y="9199"/>
                    <a:pt x="16229" y="7670"/>
                  </a:cubicBezTo>
                  <a:cubicBezTo>
                    <a:pt x="16229" y="6164"/>
                    <a:pt x="12554" y="389"/>
                    <a:pt x="7989" y="389"/>
                  </a:cubicBezTo>
                  <a:cubicBezTo>
                    <a:pt x="7122" y="389"/>
                    <a:pt x="6277" y="594"/>
                    <a:pt x="5478" y="959"/>
                  </a:cubicBezTo>
                  <a:cubicBezTo>
                    <a:pt x="6528" y="366"/>
                    <a:pt x="7670" y="1"/>
                    <a:pt x="8879" y="1"/>
                  </a:cubicBezTo>
                  <a:cubicBezTo>
                    <a:pt x="13810" y="1"/>
                    <a:pt x="17827" y="6278"/>
                    <a:pt x="17827" y="7921"/>
                  </a:cubicBezTo>
                  <a:cubicBezTo>
                    <a:pt x="17827" y="9565"/>
                    <a:pt x="13810" y="9770"/>
                    <a:pt x="8879" y="9770"/>
                  </a:cubicBezTo>
                  <a:cubicBezTo>
                    <a:pt x="4337" y="9770"/>
                    <a:pt x="594" y="9587"/>
                    <a:pt x="0" y="8286"/>
                  </a:cubicBezTo>
                  <a:cubicBezTo>
                    <a:pt x="913" y="9245"/>
                    <a:pt x="4155" y="9382"/>
                    <a:pt x="7989" y="9382"/>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2" name="Google Shape;5122;p30"/>
            <p:cNvSpPr/>
            <p:nvPr/>
          </p:nvSpPr>
          <p:spPr>
            <a:xfrm>
              <a:off x="1376954" y="3061505"/>
              <a:ext cx="260173" cy="271796"/>
            </a:xfrm>
            <a:custGeom>
              <a:avLst/>
              <a:gdLst/>
              <a:ahLst/>
              <a:cxnLst/>
              <a:rect l="l" t="t" r="r" b="b"/>
              <a:pathLst>
                <a:path w="4589" h="4794" extrusionOk="0">
                  <a:moveTo>
                    <a:pt x="4588" y="2397"/>
                  </a:moveTo>
                  <a:cubicBezTo>
                    <a:pt x="4588" y="3721"/>
                    <a:pt x="3561" y="4794"/>
                    <a:pt x="2283" y="4794"/>
                  </a:cubicBezTo>
                  <a:cubicBezTo>
                    <a:pt x="1028" y="4794"/>
                    <a:pt x="1" y="3721"/>
                    <a:pt x="1" y="2397"/>
                  </a:cubicBezTo>
                  <a:cubicBezTo>
                    <a:pt x="1" y="1073"/>
                    <a:pt x="1028" y="1"/>
                    <a:pt x="2283" y="1"/>
                  </a:cubicBezTo>
                  <a:cubicBezTo>
                    <a:pt x="3561" y="1"/>
                    <a:pt x="4588" y="1073"/>
                    <a:pt x="4588" y="239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3" name="Google Shape;5123;p30"/>
            <p:cNvSpPr/>
            <p:nvPr/>
          </p:nvSpPr>
          <p:spPr>
            <a:xfrm>
              <a:off x="1376954" y="3061505"/>
              <a:ext cx="243335" cy="255014"/>
            </a:xfrm>
            <a:custGeom>
              <a:avLst/>
              <a:gdLst/>
              <a:ahLst/>
              <a:cxnLst/>
              <a:rect l="l" t="t" r="r" b="b"/>
              <a:pathLst>
                <a:path w="4292" h="4498" extrusionOk="0">
                  <a:moveTo>
                    <a:pt x="4292" y="2260"/>
                  </a:moveTo>
                  <a:cubicBezTo>
                    <a:pt x="4292" y="3493"/>
                    <a:pt x="3333" y="4497"/>
                    <a:pt x="2146" y="4497"/>
                  </a:cubicBezTo>
                  <a:cubicBezTo>
                    <a:pt x="959" y="4497"/>
                    <a:pt x="1" y="3493"/>
                    <a:pt x="1" y="2260"/>
                  </a:cubicBezTo>
                  <a:cubicBezTo>
                    <a:pt x="1" y="1005"/>
                    <a:pt x="959" y="1"/>
                    <a:pt x="2146" y="1"/>
                  </a:cubicBezTo>
                  <a:cubicBezTo>
                    <a:pt x="3333" y="1"/>
                    <a:pt x="4292" y="1005"/>
                    <a:pt x="4292" y="2260"/>
                  </a:cubicBezTo>
                  <a:close/>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4" name="Google Shape;5124;p30"/>
            <p:cNvSpPr/>
            <p:nvPr/>
          </p:nvSpPr>
          <p:spPr>
            <a:xfrm>
              <a:off x="1415790" y="3101645"/>
              <a:ext cx="165663" cy="174734"/>
            </a:xfrm>
            <a:custGeom>
              <a:avLst/>
              <a:gdLst/>
              <a:ahLst/>
              <a:cxnLst/>
              <a:rect l="l" t="t" r="r" b="b"/>
              <a:pathLst>
                <a:path w="2922" h="3082" extrusionOk="0">
                  <a:moveTo>
                    <a:pt x="0" y="1552"/>
                  </a:moveTo>
                  <a:cubicBezTo>
                    <a:pt x="0" y="2397"/>
                    <a:pt x="639" y="3082"/>
                    <a:pt x="1461" y="3082"/>
                  </a:cubicBezTo>
                  <a:lnTo>
                    <a:pt x="1461" y="3082"/>
                  </a:lnTo>
                  <a:cubicBezTo>
                    <a:pt x="2260" y="3082"/>
                    <a:pt x="2922" y="2397"/>
                    <a:pt x="2922" y="1552"/>
                  </a:cubicBezTo>
                  <a:lnTo>
                    <a:pt x="2922" y="1552"/>
                  </a:lnTo>
                  <a:cubicBezTo>
                    <a:pt x="2922" y="685"/>
                    <a:pt x="2260" y="0"/>
                    <a:pt x="1461" y="0"/>
                  </a:cubicBezTo>
                  <a:lnTo>
                    <a:pt x="1461" y="0"/>
                  </a:lnTo>
                  <a:cubicBezTo>
                    <a:pt x="639" y="0"/>
                    <a:pt x="0" y="685"/>
                    <a:pt x="0" y="1552"/>
                  </a:cubicBezTo>
                  <a:close/>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25" name="Google Shape;5125;p30"/>
          <p:cNvSpPr txBox="1">
            <a:spLocks noGrp="1"/>
          </p:cNvSpPr>
          <p:nvPr>
            <p:ph type="ctrTitle"/>
          </p:nvPr>
        </p:nvSpPr>
        <p:spPr>
          <a:xfrm>
            <a:off x="2850425" y="539750"/>
            <a:ext cx="6139002" cy="160571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7200" b="1">
                <a:latin typeface="Times New Roman"/>
              </a:rPr>
              <a:t>Robot </a:t>
            </a:r>
            <a:r>
              <a:rPr lang="en-US" sz="7200" b="1" err="1">
                <a:latin typeface="Times New Roman"/>
              </a:rPr>
              <a:t>tự</a:t>
            </a:r>
            <a:r>
              <a:rPr lang="en-US" sz="7200" b="1">
                <a:latin typeface="Times New Roman"/>
              </a:rPr>
              <a:t> </a:t>
            </a:r>
            <a:r>
              <a:rPr lang="en-US" sz="7200" b="1" err="1">
                <a:latin typeface="Times New Roman"/>
              </a:rPr>
              <a:t>hành</a:t>
            </a:r>
            <a:endParaRPr lang="en-US" sz="7200" b="0" err="1">
              <a:latin typeface="Times New Roman"/>
              <a:ea typeface="Montserrat"/>
              <a:cs typeface="Montserrat"/>
              <a:sym typeface="Montserrat"/>
            </a:endParaRPr>
          </a:p>
        </p:txBody>
      </p:sp>
      <p:sp>
        <p:nvSpPr>
          <p:cNvPr id="5126" name="Google Shape;5126;p30"/>
          <p:cNvSpPr txBox="1">
            <a:spLocks noGrp="1"/>
          </p:cNvSpPr>
          <p:nvPr>
            <p:ph type="subTitle" idx="1"/>
          </p:nvPr>
        </p:nvSpPr>
        <p:spPr>
          <a:xfrm>
            <a:off x="4282700" y="2369415"/>
            <a:ext cx="5433300" cy="161278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800">
                <a:latin typeface="Times New Roman"/>
                <a:ea typeface="Calibri"/>
                <a:cs typeface="Calibri"/>
              </a:rPr>
              <a:t>Danh </a:t>
            </a:r>
            <a:r>
              <a:rPr lang="en-US" sz="1800" err="1">
                <a:latin typeface="Times New Roman"/>
                <a:ea typeface="Calibri"/>
                <a:cs typeface="Calibri"/>
              </a:rPr>
              <a:t>sách</a:t>
            </a:r>
            <a:r>
              <a:rPr lang="en-US" sz="1800">
                <a:latin typeface="Times New Roman"/>
                <a:ea typeface="Calibri"/>
                <a:cs typeface="Calibri"/>
              </a:rPr>
              <a:t> </a:t>
            </a:r>
            <a:r>
              <a:rPr lang="en-US" sz="1800" err="1">
                <a:latin typeface="Times New Roman"/>
                <a:ea typeface="Calibri"/>
                <a:cs typeface="Calibri"/>
              </a:rPr>
              <a:t>thành</a:t>
            </a:r>
            <a:r>
              <a:rPr lang="en-US" sz="1800">
                <a:latin typeface="Times New Roman"/>
                <a:ea typeface="Calibri"/>
                <a:cs typeface="Calibri"/>
              </a:rPr>
              <a:t> </a:t>
            </a:r>
            <a:r>
              <a:rPr lang="en-US" sz="1800" err="1">
                <a:latin typeface="Times New Roman"/>
                <a:ea typeface="Calibri"/>
                <a:cs typeface="Calibri"/>
              </a:rPr>
              <a:t>viên</a:t>
            </a:r>
            <a:endParaRPr lang="en-US" sz="1800">
              <a:latin typeface="Times New Roman"/>
              <a:ea typeface="Calibri"/>
              <a:cs typeface="Calibri"/>
            </a:endParaRPr>
          </a:p>
          <a:p>
            <a:pPr marL="342900" indent="-342900">
              <a:buAutoNum type="arabicPeriod"/>
            </a:pPr>
            <a:r>
              <a:rPr lang="en-US" sz="1800">
                <a:latin typeface="Times New Roman"/>
                <a:ea typeface="Calibri"/>
                <a:cs typeface="Calibri"/>
              </a:rPr>
              <a:t>Dương Văn Nam KTMT-K20A</a:t>
            </a:r>
          </a:p>
          <a:p>
            <a:pPr marL="342900" indent="-342900">
              <a:buAutoNum type="arabicPeriod"/>
            </a:pPr>
            <a:r>
              <a:rPr lang="en-US" sz="1800">
                <a:latin typeface="Times New Roman"/>
                <a:ea typeface="Calibri"/>
                <a:cs typeface="Calibri"/>
              </a:rPr>
              <a:t>Bùi Thị Trang KTMT-K19A</a:t>
            </a:r>
          </a:p>
          <a:p>
            <a:pPr marL="342900" lvl="0" indent="-342900" algn="l" rtl="0">
              <a:spcBef>
                <a:spcPts val="0"/>
              </a:spcBef>
              <a:spcAft>
                <a:spcPts val="0"/>
              </a:spcAft>
              <a:buAutoNum type="arabicPeriod"/>
            </a:pPr>
            <a:r>
              <a:rPr lang="en-US" sz="1800">
                <a:latin typeface="Times New Roman"/>
                <a:ea typeface="Calibri"/>
                <a:cs typeface="Calibri"/>
              </a:rPr>
              <a:t>Lê Minh Hữu KTMT-K19A</a:t>
            </a:r>
          </a:p>
          <a:p>
            <a:pPr marL="342900" lvl="0" indent="-342900" algn="l" rtl="0">
              <a:spcBef>
                <a:spcPts val="0"/>
              </a:spcBef>
              <a:spcAft>
                <a:spcPts val="0"/>
              </a:spcAft>
              <a:buAutoNum type="arabicPeriod"/>
            </a:pPr>
            <a:r>
              <a:rPr lang="en-US" sz="1800">
                <a:latin typeface="Times New Roman"/>
                <a:ea typeface="Calibri"/>
                <a:cs typeface="Calibri"/>
              </a:rPr>
              <a:t>Lê Thanh Lam KTMT-K19A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5"/>
                                        </p:tgtEl>
                                        <p:attrNameLst>
                                          <p:attrName>style.visibility</p:attrName>
                                        </p:attrNameLst>
                                      </p:cBhvr>
                                      <p:to>
                                        <p:strVal val="visible"/>
                                      </p:to>
                                    </p:set>
                                    <p:anim calcmode="lin" valueType="num">
                                      <p:cBhvr additive="base">
                                        <p:cTn id="7" dur="500" fill="hold"/>
                                        <p:tgtEl>
                                          <p:spTgt spid="5125"/>
                                        </p:tgtEl>
                                        <p:attrNameLst>
                                          <p:attrName>ppt_x</p:attrName>
                                        </p:attrNameLst>
                                      </p:cBhvr>
                                      <p:tavLst>
                                        <p:tav tm="0">
                                          <p:val>
                                            <p:strVal val="#ppt_x"/>
                                          </p:val>
                                        </p:tav>
                                        <p:tav tm="100000">
                                          <p:val>
                                            <p:strVal val="#ppt_x"/>
                                          </p:val>
                                        </p:tav>
                                      </p:tavLst>
                                    </p:anim>
                                    <p:anim calcmode="lin" valueType="num">
                                      <p:cBhvr additive="base">
                                        <p:cTn id="8" dur="500" fill="hold"/>
                                        <p:tgtEl>
                                          <p:spTgt spid="51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6"/>
                                        </p:tgtEl>
                                        <p:attrNameLst>
                                          <p:attrName>style.visibility</p:attrName>
                                        </p:attrNameLst>
                                      </p:cBhvr>
                                      <p:to>
                                        <p:strVal val="visible"/>
                                      </p:to>
                                    </p:set>
                                    <p:anim calcmode="lin" valueType="num">
                                      <p:cBhvr additive="base">
                                        <p:cTn id="13" dur="500" fill="hold"/>
                                        <p:tgtEl>
                                          <p:spTgt spid="5126"/>
                                        </p:tgtEl>
                                        <p:attrNameLst>
                                          <p:attrName>ppt_x</p:attrName>
                                        </p:attrNameLst>
                                      </p:cBhvr>
                                      <p:tavLst>
                                        <p:tav tm="0">
                                          <p:val>
                                            <p:strVal val="#ppt_x"/>
                                          </p:val>
                                        </p:tav>
                                        <p:tav tm="100000">
                                          <p:val>
                                            <p:strVal val="#ppt_x"/>
                                          </p:val>
                                        </p:tav>
                                      </p:tavLst>
                                    </p:anim>
                                    <p:anim calcmode="lin" valueType="num">
                                      <p:cBhvr additive="base">
                                        <p:cTn id="14" dur="500" fill="hold"/>
                                        <p:tgtEl>
                                          <p:spTgt spid="51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5" grpId="0"/>
      <p:bldP spid="512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39"/>
        <p:cNvGrpSpPr/>
        <p:nvPr/>
      </p:nvGrpSpPr>
      <p:grpSpPr>
        <a:xfrm>
          <a:off x="0" y="0"/>
          <a:ext cx="0" cy="0"/>
          <a:chOff x="0" y="0"/>
          <a:chExt cx="0" cy="0"/>
        </a:xfrm>
      </p:grpSpPr>
      <p:sp>
        <p:nvSpPr>
          <p:cNvPr id="5141" name="Google Shape;5141;p32"/>
          <p:cNvSpPr txBox="1">
            <a:spLocks noGrp="1"/>
          </p:cNvSpPr>
          <p:nvPr>
            <p:ph type="title"/>
          </p:nvPr>
        </p:nvSpPr>
        <p:spPr>
          <a:xfrm>
            <a:off x="720000" y="1742775"/>
            <a:ext cx="21906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Ý tưởng</a:t>
            </a:r>
            <a:endParaRPr/>
          </a:p>
        </p:txBody>
      </p:sp>
      <p:sp>
        <p:nvSpPr>
          <p:cNvPr id="5146" name="Google Shape;5146;p32"/>
          <p:cNvSpPr txBox="1">
            <a:spLocks noGrp="1"/>
          </p:cNvSpPr>
          <p:nvPr>
            <p:ph type="title" idx="2"/>
          </p:nvPr>
        </p:nvSpPr>
        <p:spPr>
          <a:xfrm>
            <a:off x="1368300" y="1286900"/>
            <a:ext cx="894000" cy="35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5147" name="Google Shape;5147;p32"/>
          <p:cNvSpPr txBox="1">
            <a:spLocks noGrp="1"/>
          </p:cNvSpPr>
          <p:nvPr>
            <p:ph type="subTitle" idx="1"/>
          </p:nvPr>
        </p:nvSpPr>
        <p:spPr>
          <a:xfrm>
            <a:off x="720000" y="2270475"/>
            <a:ext cx="2190600" cy="54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Ý tưởng để giải quyết bài toán</a:t>
            </a:r>
            <a:endParaRPr/>
          </a:p>
        </p:txBody>
      </p:sp>
      <p:sp>
        <p:nvSpPr>
          <p:cNvPr id="5148" name="Google Shape;5148;p32"/>
          <p:cNvSpPr txBox="1">
            <a:spLocks noGrp="1"/>
          </p:cNvSpPr>
          <p:nvPr>
            <p:ph type="title" idx="3"/>
          </p:nvPr>
        </p:nvSpPr>
        <p:spPr>
          <a:xfrm>
            <a:off x="3476700" y="1742775"/>
            <a:ext cx="21906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T</a:t>
            </a:r>
            <a:r>
              <a:rPr lang="en"/>
              <a:t>huật toán</a:t>
            </a:r>
            <a:endParaRPr/>
          </a:p>
        </p:txBody>
      </p:sp>
      <p:sp>
        <p:nvSpPr>
          <p:cNvPr id="5149" name="Google Shape;5149;p32"/>
          <p:cNvSpPr txBox="1">
            <a:spLocks noGrp="1"/>
          </p:cNvSpPr>
          <p:nvPr>
            <p:ph type="subTitle" idx="5"/>
          </p:nvPr>
        </p:nvSpPr>
        <p:spPr>
          <a:xfrm>
            <a:off x="3476700" y="2270475"/>
            <a:ext cx="2190600" cy="54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Các thuật toán được sử dụng </a:t>
            </a:r>
            <a:endParaRPr/>
          </a:p>
        </p:txBody>
      </p:sp>
      <p:sp>
        <p:nvSpPr>
          <p:cNvPr id="5150" name="Google Shape;5150;p32"/>
          <p:cNvSpPr txBox="1">
            <a:spLocks noGrp="1"/>
          </p:cNvSpPr>
          <p:nvPr>
            <p:ph type="title" idx="6"/>
          </p:nvPr>
        </p:nvSpPr>
        <p:spPr>
          <a:xfrm>
            <a:off x="6233400" y="1742775"/>
            <a:ext cx="21906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Phân loại</a:t>
            </a:r>
            <a:endParaRPr/>
          </a:p>
        </p:txBody>
      </p:sp>
      <p:sp>
        <p:nvSpPr>
          <p:cNvPr id="5151" name="Google Shape;5151;p32"/>
          <p:cNvSpPr txBox="1">
            <a:spLocks noGrp="1"/>
          </p:cNvSpPr>
          <p:nvPr>
            <p:ph type="title" idx="4"/>
          </p:nvPr>
        </p:nvSpPr>
        <p:spPr>
          <a:xfrm>
            <a:off x="4125000" y="1286900"/>
            <a:ext cx="894000" cy="35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5152" name="Google Shape;5152;p32"/>
          <p:cNvSpPr txBox="1">
            <a:spLocks noGrp="1"/>
          </p:cNvSpPr>
          <p:nvPr>
            <p:ph type="title" idx="7"/>
          </p:nvPr>
        </p:nvSpPr>
        <p:spPr>
          <a:xfrm>
            <a:off x="6881700" y="1286900"/>
            <a:ext cx="894000" cy="35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5153" name="Google Shape;5153;p32"/>
          <p:cNvSpPr txBox="1">
            <a:spLocks noGrp="1"/>
          </p:cNvSpPr>
          <p:nvPr>
            <p:ph type="subTitle" idx="8"/>
          </p:nvPr>
        </p:nvSpPr>
        <p:spPr>
          <a:xfrm>
            <a:off x="6233400" y="2270475"/>
            <a:ext cx="2190600" cy="54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err="1"/>
              <a:t>Cách</a:t>
            </a:r>
            <a:r>
              <a:rPr lang="en"/>
              <a:t> </a:t>
            </a:r>
            <a:r>
              <a:rPr lang="en" err="1"/>
              <a:t>thức</a:t>
            </a:r>
            <a:r>
              <a:rPr lang="en"/>
              <a:t> </a:t>
            </a:r>
            <a:r>
              <a:rPr lang="en" err="1"/>
              <a:t>phân</a:t>
            </a:r>
            <a:r>
              <a:rPr lang="en"/>
              <a:t> </a:t>
            </a:r>
            <a:r>
              <a:rPr lang="en" err="1"/>
              <a:t>loại</a:t>
            </a:r>
            <a:r>
              <a:rPr lang="en"/>
              <a:t> </a:t>
            </a:r>
          </a:p>
        </p:txBody>
      </p:sp>
      <p:sp>
        <p:nvSpPr>
          <p:cNvPr id="5158" name="Google Shape;5158;p32"/>
          <p:cNvSpPr txBox="1">
            <a:spLocks noGrp="1"/>
          </p:cNvSpPr>
          <p:nvPr>
            <p:ph type="title" idx="21"/>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Mục lục</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158"/>
                                        </p:tgtEl>
                                        <p:attrNameLst>
                                          <p:attrName>style.visibility</p:attrName>
                                        </p:attrNameLst>
                                      </p:cBhvr>
                                      <p:to>
                                        <p:strVal val="visible"/>
                                      </p:to>
                                    </p:set>
                                    <p:anim calcmode="lin" valueType="num">
                                      <p:cBhvr>
                                        <p:cTn id="7" dur="1000" fill="hold"/>
                                        <p:tgtEl>
                                          <p:spTgt spid="5158"/>
                                        </p:tgtEl>
                                        <p:attrNameLst>
                                          <p:attrName>ppt_w</p:attrName>
                                        </p:attrNameLst>
                                      </p:cBhvr>
                                      <p:tavLst>
                                        <p:tav tm="0">
                                          <p:val>
                                            <p:fltVal val="0"/>
                                          </p:val>
                                        </p:tav>
                                        <p:tav tm="100000">
                                          <p:val>
                                            <p:strVal val="#ppt_w"/>
                                          </p:val>
                                        </p:tav>
                                      </p:tavLst>
                                    </p:anim>
                                    <p:anim calcmode="lin" valueType="num">
                                      <p:cBhvr>
                                        <p:cTn id="8" dur="1000" fill="hold"/>
                                        <p:tgtEl>
                                          <p:spTgt spid="5158"/>
                                        </p:tgtEl>
                                        <p:attrNameLst>
                                          <p:attrName>ppt_h</p:attrName>
                                        </p:attrNameLst>
                                      </p:cBhvr>
                                      <p:tavLst>
                                        <p:tav tm="0">
                                          <p:val>
                                            <p:fltVal val="0"/>
                                          </p:val>
                                        </p:tav>
                                        <p:tav tm="100000">
                                          <p:val>
                                            <p:strVal val="#ppt_h"/>
                                          </p:val>
                                        </p:tav>
                                      </p:tavLst>
                                    </p:anim>
                                    <p:anim calcmode="lin" valueType="num">
                                      <p:cBhvr>
                                        <p:cTn id="9" dur="1000" fill="hold"/>
                                        <p:tgtEl>
                                          <p:spTgt spid="5158"/>
                                        </p:tgtEl>
                                        <p:attrNameLst>
                                          <p:attrName>style.rotation</p:attrName>
                                        </p:attrNameLst>
                                      </p:cBhvr>
                                      <p:tavLst>
                                        <p:tav tm="0">
                                          <p:val>
                                            <p:fltVal val="90"/>
                                          </p:val>
                                        </p:tav>
                                        <p:tav tm="100000">
                                          <p:val>
                                            <p:fltVal val="0"/>
                                          </p:val>
                                        </p:tav>
                                      </p:tavLst>
                                    </p:anim>
                                    <p:animEffect transition="in" filter="fade">
                                      <p:cBhvr>
                                        <p:cTn id="10" dur="1000"/>
                                        <p:tgtEl>
                                          <p:spTgt spid="5158"/>
                                        </p:tgtEl>
                                      </p:cBhvr>
                                    </p:animEffect>
                                  </p:childTnLst>
                                </p:cTn>
                              </p:par>
                            </p:childTnLst>
                          </p:cTn>
                        </p:par>
                      </p:childTnLst>
                    </p:cTn>
                  </p:par>
                  <p:par>
                    <p:cTn id="11" fill="hold">
                      <p:stCondLst>
                        <p:cond delay="indefinite"/>
                      </p:stCondLst>
                      <p:childTnLst>
                        <p:par>
                          <p:cTn id="12" fill="hold">
                            <p:stCondLst>
                              <p:cond delay="0"/>
                            </p:stCondLst>
                            <p:childTnLst>
                              <p:par>
                                <p:cTn id="13" presetID="47" presetClass="entr" presetSubtype="0" fill="hold" grpId="0" nodeType="clickEffect">
                                  <p:stCondLst>
                                    <p:cond delay="0"/>
                                  </p:stCondLst>
                                  <p:childTnLst>
                                    <p:set>
                                      <p:cBhvr>
                                        <p:cTn id="14" dur="1" fill="hold">
                                          <p:stCondLst>
                                            <p:cond delay="0"/>
                                          </p:stCondLst>
                                        </p:cTn>
                                        <p:tgtEl>
                                          <p:spTgt spid="5146"/>
                                        </p:tgtEl>
                                        <p:attrNameLst>
                                          <p:attrName>style.visibility</p:attrName>
                                        </p:attrNameLst>
                                      </p:cBhvr>
                                      <p:to>
                                        <p:strVal val="visible"/>
                                      </p:to>
                                    </p:set>
                                    <p:animEffect transition="in" filter="fade">
                                      <p:cBhvr>
                                        <p:cTn id="15" dur="1000"/>
                                        <p:tgtEl>
                                          <p:spTgt spid="5146"/>
                                        </p:tgtEl>
                                      </p:cBhvr>
                                    </p:animEffect>
                                    <p:anim calcmode="lin" valueType="num">
                                      <p:cBhvr>
                                        <p:cTn id="16" dur="1000" fill="hold"/>
                                        <p:tgtEl>
                                          <p:spTgt spid="5146"/>
                                        </p:tgtEl>
                                        <p:attrNameLst>
                                          <p:attrName>ppt_x</p:attrName>
                                        </p:attrNameLst>
                                      </p:cBhvr>
                                      <p:tavLst>
                                        <p:tav tm="0">
                                          <p:val>
                                            <p:strVal val="#ppt_x"/>
                                          </p:val>
                                        </p:tav>
                                        <p:tav tm="100000">
                                          <p:val>
                                            <p:strVal val="#ppt_x"/>
                                          </p:val>
                                        </p:tav>
                                      </p:tavLst>
                                    </p:anim>
                                    <p:anim calcmode="lin" valueType="num">
                                      <p:cBhvr>
                                        <p:cTn id="17" dur="1000" fill="hold"/>
                                        <p:tgtEl>
                                          <p:spTgt spid="5146"/>
                                        </p:tgtEl>
                                        <p:attrNameLst>
                                          <p:attrName>ppt_y</p:attrName>
                                        </p:attrNameLst>
                                      </p:cBhvr>
                                      <p:tavLst>
                                        <p:tav tm="0">
                                          <p:val>
                                            <p:strVal val="#ppt_y-.1"/>
                                          </p:val>
                                        </p:tav>
                                        <p:tav tm="100000">
                                          <p:val>
                                            <p:strVal val="#ppt_y"/>
                                          </p:val>
                                        </p:tav>
                                      </p:tavLst>
                                    </p:anim>
                                  </p:childTnLst>
                                </p:cTn>
                              </p:par>
                              <p:par>
                                <p:cTn id="18" presetID="55" presetClass="entr" presetSubtype="0" fill="hold" grpId="0" nodeType="withEffect">
                                  <p:stCondLst>
                                    <p:cond delay="0"/>
                                  </p:stCondLst>
                                  <p:childTnLst>
                                    <p:set>
                                      <p:cBhvr>
                                        <p:cTn id="19" dur="1" fill="hold">
                                          <p:stCondLst>
                                            <p:cond delay="0"/>
                                          </p:stCondLst>
                                        </p:cTn>
                                        <p:tgtEl>
                                          <p:spTgt spid="5141"/>
                                        </p:tgtEl>
                                        <p:attrNameLst>
                                          <p:attrName>style.visibility</p:attrName>
                                        </p:attrNameLst>
                                      </p:cBhvr>
                                      <p:to>
                                        <p:strVal val="visible"/>
                                      </p:to>
                                    </p:set>
                                    <p:anim calcmode="lin" valueType="num">
                                      <p:cBhvr>
                                        <p:cTn id="20" dur="1000" fill="hold"/>
                                        <p:tgtEl>
                                          <p:spTgt spid="5141"/>
                                        </p:tgtEl>
                                        <p:attrNameLst>
                                          <p:attrName>ppt_w</p:attrName>
                                        </p:attrNameLst>
                                      </p:cBhvr>
                                      <p:tavLst>
                                        <p:tav tm="0">
                                          <p:val>
                                            <p:strVal val="#ppt_w*0.70"/>
                                          </p:val>
                                        </p:tav>
                                        <p:tav tm="100000">
                                          <p:val>
                                            <p:strVal val="#ppt_w"/>
                                          </p:val>
                                        </p:tav>
                                      </p:tavLst>
                                    </p:anim>
                                    <p:anim calcmode="lin" valueType="num">
                                      <p:cBhvr>
                                        <p:cTn id="21" dur="1000" fill="hold"/>
                                        <p:tgtEl>
                                          <p:spTgt spid="5141"/>
                                        </p:tgtEl>
                                        <p:attrNameLst>
                                          <p:attrName>ppt_h</p:attrName>
                                        </p:attrNameLst>
                                      </p:cBhvr>
                                      <p:tavLst>
                                        <p:tav tm="0">
                                          <p:val>
                                            <p:strVal val="#ppt_h"/>
                                          </p:val>
                                        </p:tav>
                                        <p:tav tm="100000">
                                          <p:val>
                                            <p:strVal val="#ppt_h"/>
                                          </p:val>
                                        </p:tav>
                                      </p:tavLst>
                                    </p:anim>
                                    <p:animEffect transition="in" filter="fade">
                                      <p:cBhvr>
                                        <p:cTn id="22" dur="1000"/>
                                        <p:tgtEl>
                                          <p:spTgt spid="5141"/>
                                        </p:tgtEl>
                                      </p:cBhvr>
                                    </p:animEffect>
                                  </p:childTnLst>
                                </p:cTn>
                              </p:par>
                              <p:par>
                                <p:cTn id="23" presetID="55" presetClass="entr" presetSubtype="0" fill="hold" grpId="0" nodeType="withEffect">
                                  <p:stCondLst>
                                    <p:cond delay="0"/>
                                  </p:stCondLst>
                                  <p:childTnLst>
                                    <p:set>
                                      <p:cBhvr>
                                        <p:cTn id="24" dur="1" fill="hold">
                                          <p:stCondLst>
                                            <p:cond delay="0"/>
                                          </p:stCondLst>
                                        </p:cTn>
                                        <p:tgtEl>
                                          <p:spTgt spid="5147"/>
                                        </p:tgtEl>
                                        <p:attrNameLst>
                                          <p:attrName>style.visibility</p:attrName>
                                        </p:attrNameLst>
                                      </p:cBhvr>
                                      <p:to>
                                        <p:strVal val="visible"/>
                                      </p:to>
                                    </p:set>
                                    <p:anim calcmode="lin" valueType="num">
                                      <p:cBhvr>
                                        <p:cTn id="25" dur="1000" fill="hold"/>
                                        <p:tgtEl>
                                          <p:spTgt spid="5147"/>
                                        </p:tgtEl>
                                        <p:attrNameLst>
                                          <p:attrName>ppt_w</p:attrName>
                                        </p:attrNameLst>
                                      </p:cBhvr>
                                      <p:tavLst>
                                        <p:tav tm="0">
                                          <p:val>
                                            <p:strVal val="#ppt_w*0.70"/>
                                          </p:val>
                                        </p:tav>
                                        <p:tav tm="100000">
                                          <p:val>
                                            <p:strVal val="#ppt_w"/>
                                          </p:val>
                                        </p:tav>
                                      </p:tavLst>
                                    </p:anim>
                                    <p:anim calcmode="lin" valueType="num">
                                      <p:cBhvr>
                                        <p:cTn id="26" dur="1000" fill="hold"/>
                                        <p:tgtEl>
                                          <p:spTgt spid="5147"/>
                                        </p:tgtEl>
                                        <p:attrNameLst>
                                          <p:attrName>ppt_h</p:attrName>
                                        </p:attrNameLst>
                                      </p:cBhvr>
                                      <p:tavLst>
                                        <p:tav tm="0">
                                          <p:val>
                                            <p:strVal val="#ppt_h"/>
                                          </p:val>
                                        </p:tav>
                                        <p:tav tm="100000">
                                          <p:val>
                                            <p:strVal val="#ppt_h"/>
                                          </p:val>
                                        </p:tav>
                                      </p:tavLst>
                                    </p:anim>
                                    <p:animEffect transition="in" filter="fade">
                                      <p:cBhvr>
                                        <p:cTn id="27" dur="1000"/>
                                        <p:tgtEl>
                                          <p:spTgt spid="5147"/>
                                        </p:tgtEl>
                                      </p:cBhvr>
                                    </p:animEffect>
                                  </p:childTnLst>
                                </p:cTn>
                              </p:par>
                            </p:childTnLst>
                          </p:cTn>
                        </p:par>
                      </p:childTnLst>
                    </p:cTn>
                  </p:par>
                  <p:par>
                    <p:cTn id="28" fill="hold">
                      <p:stCondLst>
                        <p:cond delay="indefinite"/>
                      </p:stCondLst>
                      <p:childTnLst>
                        <p:par>
                          <p:cTn id="29" fill="hold">
                            <p:stCondLst>
                              <p:cond delay="0"/>
                            </p:stCondLst>
                            <p:childTnLst>
                              <p:par>
                                <p:cTn id="30" presetID="47" presetClass="entr" presetSubtype="0" fill="hold" grpId="0" nodeType="clickEffect">
                                  <p:stCondLst>
                                    <p:cond delay="0"/>
                                  </p:stCondLst>
                                  <p:childTnLst>
                                    <p:set>
                                      <p:cBhvr>
                                        <p:cTn id="31" dur="1" fill="hold">
                                          <p:stCondLst>
                                            <p:cond delay="0"/>
                                          </p:stCondLst>
                                        </p:cTn>
                                        <p:tgtEl>
                                          <p:spTgt spid="5151"/>
                                        </p:tgtEl>
                                        <p:attrNameLst>
                                          <p:attrName>style.visibility</p:attrName>
                                        </p:attrNameLst>
                                      </p:cBhvr>
                                      <p:to>
                                        <p:strVal val="visible"/>
                                      </p:to>
                                    </p:set>
                                    <p:animEffect transition="in" filter="fade">
                                      <p:cBhvr>
                                        <p:cTn id="32" dur="1000"/>
                                        <p:tgtEl>
                                          <p:spTgt spid="5151"/>
                                        </p:tgtEl>
                                      </p:cBhvr>
                                    </p:animEffect>
                                    <p:anim calcmode="lin" valueType="num">
                                      <p:cBhvr>
                                        <p:cTn id="33" dur="1000" fill="hold"/>
                                        <p:tgtEl>
                                          <p:spTgt spid="5151"/>
                                        </p:tgtEl>
                                        <p:attrNameLst>
                                          <p:attrName>ppt_x</p:attrName>
                                        </p:attrNameLst>
                                      </p:cBhvr>
                                      <p:tavLst>
                                        <p:tav tm="0">
                                          <p:val>
                                            <p:strVal val="#ppt_x"/>
                                          </p:val>
                                        </p:tav>
                                        <p:tav tm="100000">
                                          <p:val>
                                            <p:strVal val="#ppt_x"/>
                                          </p:val>
                                        </p:tav>
                                      </p:tavLst>
                                    </p:anim>
                                    <p:anim calcmode="lin" valueType="num">
                                      <p:cBhvr>
                                        <p:cTn id="34" dur="1000" fill="hold"/>
                                        <p:tgtEl>
                                          <p:spTgt spid="5151"/>
                                        </p:tgtEl>
                                        <p:attrNameLst>
                                          <p:attrName>ppt_y</p:attrName>
                                        </p:attrNameLst>
                                      </p:cBhvr>
                                      <p:tavLst>
                                        <p:tav tm="0">
                                          <p:val>
                                            <p:strVal val="#ppt_y-.1"/>
                                          </p:val>
                                        </p:tav>
                                        <p:tav tm="100000">
                                          <p:val>
                                            <p:strVal val="#ppt_y"/>
                                          </p:val>
                                        </p:tav>
                                      </p:tavLst>
                                    </p:anim>
                                  </p:childTnLst>
                                </p:cTn>
                              </p:par>
                              <p:par>
                                <p:cTn id="35" presetID="55" presetClass="entr" presetSubtype="0" fill="hold" grpId="0" nodeType="withEffect">
                                  <p:stCondLst>
                                    <p:cond delay="0"/>
                                  </p:stCondLst>
                                  <p:childTnLst>
                                    <p:set>
                                      <p:cBhvr>
                                        <p:cTn id="36" dur="1" fill="hold">
                                          <p:stCondLst>
                                            <p:cond delay="0"/>
                                          </p:stCondLst>
                                        </p:cTn>
                                        <p:tgtEl>
                                          <p:spTgt spid="5148"/>
                                        </p:tgtEl>
                                        <p:attrNameLst>
                                          <p:attrName>style.visibility</p:attrName>
                                        </p:attrNameLst>
                                      </p:cBhvr>
                                      <p:to>
                                        <p:strVal val="visible"/>
                                      </p:to>
                                    </p:set>
                                    <p:anim calcmode="lin" valueType="num">
                                      <p:cBhvr>
                                        <p:cTn id="37" dur="1000" fill="hold"/>
                                        <p:tgtEl>
                                          <p:spTgt spid="5148"/>
                                        </p:tgtEl>
                                        <p:attrNameLst>
                                          <p:attrName>ppt_w</p:attrName>
                                        </p:attrNameLst>
                                      </p:cBhvr>
                                      <p:tavLst>
                                        <p:tav tm="0">
                                          <p:val>
                                            <p:strVal val="#ppt_w*0.70"/>
                                          </p:val>
                                        </p:tav>
                                        <p:tav tm="100000">
                                          <p:val>
                                            <p:strVal val="#ppt_w"/>
                                          </p:val>
                                        </p:tav>
                                      </p:tavLst>
                                    </p:anim>
                                    <p:anim calcmode="lin" valueType="num">
                                      <p:cBhvr>
                                        <p:cTn id="38" dur="1000" fill="hold"/>
                                        <p:tgtEl>
                                          <p:spTgt spid="5148"/>
                                        </p:tgtEl>
                                        <p:attrNameLst>
                                          <p:attrName>ppt_h</p:attrName>
                                        </p:attrNameLst>
                                      </p:cBhvr>
                                      <p:tavLst>
                                        <p:tav tm="0">
                                          <p:val>
                                            <p:strVal val="#ppt_h"/>
                                          </p:val>
                                        </p:tav>
                                        <p:tav tm="100000">
                                          <p:val>
                                            <p:strVal val="#ppt_h"/>
                                          </p:val>
                                        </p:tav>
                                      </p:tavLst>
                                    </p:anim>
                                    <p:animEffect transition="in" filter="fade">
                                      <p:cBhvr>
                                        <p:cTn id="39" dur="1000"/>
                                        <p:tgtEl>
                                          <p:spTgt spid="5148"/>
                                        </p:tgtEl>
                                      </p:cBhvr>
                                    </p:animEffect>
                                  </p:childTnLst>
                                </p:cTn>
                              </p:par>
                              <p:par>
                                <p:cTn id="40" presetID="55" presetClass="entr" presetSubtype="0" fill="hold" grpId="0" nodeType="withEffect">
                                  <p:stCondLst>
                                    <p:cond delay="0"/>
                                  </p:stCondLst>
                                  <p:childTnLst>
                                    <p:set>
                                      <p:cBhvr>
                                        <p:cTn id="41" dur="1" fill="hold">
                                          <p:stCondLst>
                                            <p:cond delay="0"/>
                                          </p:stCondLst>
                                        </p:cTn>
                                        <p:tgtEl>
                                          <p:spTgt spid="5149"/>
                                        </p:tgtEl>
                                        <p:attrNameLst>
                                          <p:attrName>style.visibility</p:attrName>
                                        </p:attrNameLst>
                                      </p:cBhvr>
                                      <p:to>
                                        <p:strVal val="visible"/>
                                      </p:to>
                                    </p:set>
                                    <p:anim calcmode="lin" valueType="num">
                                      <p:cBhvr>
                                        <p:cTn id="42" dur="1000" fill="hold"/>
                                        <p:tgtEl>
                                          <p:spTgt spid="5149"/>
                                        </p:tgtEl>
                                        <p:attrNameLst>
                                          <p:attrName>ppt_w</p:attrName>
                                        </p:attrNameLst>
                                      </p:cBhvr>
                                      <p:tavLst>
                                        <p:tav tm="0">
                                          <p:val>
                                            <p:strVal val="#ppt_w*0.70"/>
                                          </p:val>
                                        </p:tav>
                                        <p:tav tm="100000">
                                          <p:val>
                                            <p:strVal val="#ppt_w"/>
                                          </p:val>
                                        </p:tav>
                                      </p:tavLst>
                                    </p:anim>
                                    <p:anim calcmode="lin" valueType="num">
                                      <p:cBhvr>
                                        <p:cTn id="43" dur="1000" fill="hold"/>
                                        <p:tgtEl>
                                          <p:spTgt spid="5149"/>
                                        </p:tgtEl>
                                        <p:attrNameLst>
                                          <p:attrName>ppt_h</p:attrName>
                                        </p:attrNameLst>
                                      </p:cBhvr>
                                      <p:tavLst>
                                        <p:tav tm="0">
                                          <p:val>
                                            <p:strVal val="#ppt_h"/>
                                          </p:val>
                                        </p:tav>
                                        <p:tav tm="100000">
                                          <p:val>
                                            <p:strVal val="#ppt_h"/>
                                          </p:val>
                                        </p:tav>
                                      </p:tavLst>
                                    </p:anim>
                                    <p:animEffect transition="in" filter="fade">
                                      <p:cBhvr>
                                        <p:cTn id="44" dur="1000"/>
                                        <p:tgtEl>
                                          <p:spTgt spid="5149"/>
                                        </p:tgtEl>
                                      </p:cBhvr>
                                    </p:animEffect>
                                  </p:childTnLst>
                                </p:cTn>
                              </p:par>
                            </p:childTnLst>
                          </p:cTn>
                        </p:par>
                      </p:childTnLst>
                    </p:cTn>
                  </p:par>
                  <p:par>
                    <p:cTn id="45" fill="hold">
                      <p:stCondLst>
                        <p:cond delay="indefinite"/>
                      </p:stCondLst>
                      <p:childTnLst>
                        <p:par>
                          <p:cTn id="46" fill="hold">
                            <p:stCondLst>
                              <p:cond delay="0"/>
                            </p:stCondLst>
                            <p:childTnLst>
                              <p:par>
                                <p:cTn id="47" presetID="47" presetClass="entr" presetSubtype="0" fill="hold" grpId="0" nodeType="clickEffect">
                                  <p:stCondLst>
                                    <p:cond delay="0"/>
                                  </p:stCondLst>
                                  <p:childTnLst>
                                    <p:set>
                                      <p:cBhvr>
                                        <p:cTn id="48" dur="1" fill="hold">
                                          <p:stCondLst>
                                            <p:cond delay="0"/>
                                          </p:stCondLst>
                                        </p:cTn>
                                        <p:tgtEl>
                                          <p:spTgt spid="5152"/>
                                        </p:tgtEl>
                                        <p:attrNameLst>
                                          <p:attrName>style.visibility</p:attrName>
                                        </p:attrNameLst>
                                      </p:cBhvr>
                                      <p:to>
                                        <p:strVal val="visible"/>
                                      </p:to>
                                    </p:set>
                                    <p:animEffect transition="in" filter="fade">
                                      <p:cBhvr>
                                        <p:cTn id="49" dur="1000"/>
                                        <p:tgtEl>
                                          <p:spTgt spid="5152"/>
                                        </p:tgtEl>
                                      </p:cBhvr>
                                    </p:animEffect>
                                    <p:anim calcmode="lin" valueType="num">
                                      <p:cBhvr>
                                        <p:cTn id="50" dur="1000" fill="hold"/>
                                        <p:tgtEl>
                                          <p:spTgt spid="5152"/>
                                        </p:tgtEl>
                                        <p:attrNameLst>
                                          <p:attrName>ppt_x</p:attrName>
                                        </p:attrNameLst>
                                      </p:cBhvr>
                                      <p:tavLst>
                                        <p:tav tm="0">
                                          <p:val>
                                            <p:strVal val="#ppt_x"/>
                                          </p:val>
                                        </p:tav>
                                        <p:tav tm="100000">
                                          <p:val>
                                            <p:strVal val="#ppt_x"/>
                                          </p:val>
                                        </p:tav>
                                      </p:tavLst>
                                    </p:anim>
                                    <p:anim calcmode="lin" valueType="num">
                                      <p:cBhvr>
                                        <p:cTn id="51" dur="1000" fill="hold"/>
                                        <p:tgtEl>
                                          <p:spTgt spid="5152"/>
                                        </p:tgtEl>
                                        <p:attrNameLst>
                                          <p:attrName>ppt_y</p:attrName>
                                        </p:attrNameLst>
                                      </p:cBhvr>
                                      <p:tavLst>
                                        <p:tav tm="0">
                                          <p:val>
                                            <p:strVal val="#ppt_y-.1"/>
                                          </p:val>
                                        </p:tav>
                                        <p:tav tm="100000">
                                          <p:val>
                                            <p:strVal val="#ppt_y"/>
                                          </p:val>
                                        </p:tav>
                                      </p:tavLst>
                                    </p:anim>
                                  </p:childTnLst>
                                </p:cTn>
                              </p:par>
                              <p:par>
                                <p:cTn id="52" presetID="55" presetClass="entr" presetSubtype="0" fill="hold" grpId="0" nodeType="withEffect">
                                  <p:stCondLst>
                                    <p:cond delay="0"/>
                                  </p:stCondLst>
                                  <p:childTnLst>
                                    <p:set>
                                      <p:cBhvr>
                                        <p:cTn id="53" dur="1" fill="hold">
                                          <p:stCondLst>
                                            <p:cond delay="0"/>
                                          </p:stCondLst>
                                        </p:cTn>
                                        <p:tgtEl>
                                          <p:spTgt spid="5150"/>
                                        </p:tgtEl>
                                        <p:attrNameLst>
                                          <p:attrName>style.visibility</p:attrName>
                                        </p:attrNameLst>
                                      </p:cBhvr>
                                      <p:to>
                                        <p:strVal val="visible"/>
                                      </p:to>
                                    </p:set>
                                    <p:anim calcmode="lin" valueType="num">
                                      <p:cBhvr>
                                        <p:cTn id="54" dur="1000" fill="hold"/>
                                        <p:tgtEl>
                                          <p:spTgt spid="5150"/>
                                        </p:tgtEl>
                                        <p:attrNameLst>
                                          <p:attrName>ppt_w</p:attrName>
                                        </p:attrNameLst>
                                      </p:cBhvr>
                                      <p:tavLst>
                                        <p:tav tm="0">
                                          <p:val>
                                            <p:strVal val="#ppt_w*0.70"/>
                                          </p:val>
                                        </p:tav>
                                        <p:tav tm="100000">
                                          <p:val>
                                            <p:strVal val="#ppt_w"/>
                                          </p:val>
                                        </p:tav>
                                      </p:tavLst>
                                    </p:anim>
                                    <p:anim calcmode="lin" valueType="num">
                                      <p:cBhvr>
                                        <p:cTn id="55" dur="1000" fill="hold"/>
                                        <p:tgtEl>
                                          <p:spTgt spid="5150"/>
                                        </p:tgtEl>
                                        <p:attrNameLst>
                                          <p:attrName>ppt_h</p:attrName>
                                        </p:attrNameLst>
                                      </p:cBhvr>
                                      <p:tavLst>
                                        <p:tav tm="0">
                                          <p:val>
                                            <p:strVal val="#ppt_h"/>
                                          </p:val>
                                        </p:tav>
                                        <p:tav tm="100000">
                                          <p:val>
                                            <p:strVal val="#ppt_h"/>
                                          </p:val>
                                        </p:tav>
                                      </p:tavLst>
                                    </p:anim>
                                    <p:animEffect transition="in" filter="fade">
                                      <p:cBhvr>
                                        <p:cTn id="56" dur="1000"/>
                                        <p:tgtEl>
                                          <p:spTgt spid="5150"/>
                                        </p:tgtEl>
                                      </p:cBhvr>
                                    </p:animEffect>
                                  </p:childTnLst>
                                </p:cTn>
                              </p:par>
                              <p:par>
                                <p:cTn id="57" presetID="55" presetClass="entr" presetSubtype="0" fill="hold" grpId="0" nodeType="withEffect">
                                  <p:stCondLst>
                                    <p:cond delay="0"/>
                                  </p:stCondLst>
                                  <p:childTnLst>
                                    <p:set>
                                      <p:cBhvr>
                                        <p:cTn id="58" dur="1" fill="hold">
                                          <p:stCondLst>
                                            <p:cond delay="0"/>
                                          </p:stCondLst>
                                        </p:cTn>
                                        <p:tgtEl>
                                          <p:spTgt spid="5153"/>
                                        </p:tgtEl>
                                        <p:attrNameLst>
                                          <p:attrName>style.visibility</p:attrName>
                                        </p:attrNameLst>
                                      </p:cBhvr>
                                      <p:to>
                                        <p:strVal val="visible"/>
                                      </p:to>
                                    </p:set>
                                    <p:anim calcmode="lin" valueType="num">
                                      <p:cBhvr>
                                        <p:cTn id="59" dur="1000" fill="hold"/>
                                        <p:tgtEl>
                                          <p:spTgt spid="5153"/>
                                        </p:tgtEl>
                                        <p:attrNameLst>
                                          <p:attrName>ppt_w</p:attrName>
                                        </p:attrNameLst>
                                      </p:cBhvr>
                                      <p:tavLst>
                                        <p:tav tm="0">
                                          <p:val>
                                            <p:strVal val="#ppt_w*0.70"/>
                                          </p:val>
                                        </p:tav>
                                        <p:tav tm="100000">
                                          <p:val>
                                            <p:strVal val="#ppt_w"/>
                                          </p:val>
                                        </p:tav>
                                      </p:tavLst>
                                    </p:anim>
                                    <p:anim calcmode="lin" valueType="num">
                                      <p:cBhvr>
                                        <p:cTn id="60" dur="1000" fill="hold"/>
                                        <p:tgtEl>
                                          <p:spTgt spid="5153"/>
                                        </p:tgtEl>
                                        <p:attrNameLst>
                                          <p:attrName>ppt_h</p:attrName>
                                        </p:attrNameLst>
                                      </p:cBhvr>
                                      <p:tavLst>
                                        <p:tav tm="0">
                                          <p:val>
                                            <p:strVal val="#ppt_h"/>
                                          </p:val>
                                        </p:tav>
                                        <p:tav tm="100000">
                                          <p:val>
                                            <p:strVal val="#ppt_h"/>
                                          </p:val>
                                        </p:tav>
                                      </p:tavLst>
                                    </p:anim>
                                    <p:animEffect transition="in" filter="fade">
                                      <p:cBhvr>
                                        <p:cTn id="61" dur="1000"/>
                                        <p:tgtEl>
                                          <p:spTgt spid="5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1" grpId="0"/>
      <p:bldP spid="5146" grpId="0"/>
      <p:bldP spid="5147" grpId="0"/>
      <p:bldP spid="5148" grpId="0"/>
      <p:bldP spid="5149" grpId="0"/>
      <p:bldP spid="5150" grpId="0"/>
      <p:bldP spid="5151" grpId="0"/>
      <p:bldP spid="5152" grpId="0"/>
      <p:bldP spid="5153" grpId="0"/>
      <p:bldP spid="515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62"/>
        <p:cNvGrpSpPr/>
        <p:nvPr/>
      </p:nvGrpSpPr>
      <p:grpSpPr>
        <a:xfrm>
          <a:off x="0" y="0"/>
          <a:ext cx="0" cy="0"/>
          <a:chOff x="0" y="0"/>
          <a:chExt cx="0" cy="0"/>
        </a:xfrm>
      </p:grpSpPr>
      <p:sp>
        <p:nvSpPr>
          <p:cNvPr id="5163" name="Google Shape;5163;p33"/>
          <p:cNvSpPr txBox="1">
            <a:spLocks noGrp="1"/>
          </p:cNvSpPr>
          <p:nvPr>
            <p:ph type="title"/>
          </p:nvPr>
        </p:nvSpPr>
        <p:spPr>
          <a:xfrm>
            <a:off x="1106900" y="1868900"/>
            <a:ext cx="3852000" cy="1862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ea typeface="Big Shoulders Text"/>
                <a:cs typeface="Big Shoulders Text"/>
              </a:rPr>
              <a:t>Ý tưởng</a:t>
            </a:r>
            <a:endParaRPr>
              <a:solidFill>
                <a:schemeClr val="lt2"/>
              </a:solidFill>
              <a:latin typeface="Big Shoulders Text"/>
              <a:ea typeface="Big Shoulders Text"/>
              <a:cs typeface="Big Shoulders Text"/>
              <a:sym typeface="Big Shoulders Text"/>
            </a:endParaRPr>
          </a:p>
        </p:txBody>
      </p:sp>
      <p:sp>
        <p:nvSpPr>
          <p:cNvPr id="5164" name="Google Shape;5164;p33"/>
          <p:cNvSpPr txBox="1">
            <a:spLocks noGrp="1"/>
          </p:cNvSpPr>
          <p:nvPr>
            <p:ph type="title" idx="2"/>
          </p:nvPr>
        </p:nvSpPr>
        <p:spPr>
          <a:xfrm>
            <a:off x="1106900" y="896600"/>
            <a:ext cx="1251900" cy="97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5166" name="Google Shape;5166;p33"/>
          <p:cNvSpPr/>
          <p:nvPr/>
        </p:nvSpPr>
        <p:spPr>
          <a:xfrm>
            <a:off x="4571996" y="1931863"/>
            <a:ext cx="1756883" cy="1453521"/>
          </a:xfrm>
          <a:custGeom>
            <a:avLst/>
            <a:gdLst/>
            <a:ahLst/>
            <a:cxnLst/>
            <a:rect l="l" t="t" r="r" b="b"/>
            <a:pathLst>
              <a:path w="18376" h="15203" extrusionOk="0">
                <a:moveTo>
                  <a:pt x="18375" y="0"/>
                </a:moveTo>
                <a:lnTo>
                  <a:pt x="1" y="11596"/>
                </a:lnTo>
                <a:lnTo>
                  <a:pt x="15910" y="15202"/>
                </a:lnTo>
                <a:lnTo>
                  <a:pt x="18375"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67" name="Google Shape;5167;p33"/>
          <p:cNvGrpSpPr/>
          <p:nvPr/>
        </p:nvGrpSpPr>
        <p:grpSpPr>
          <a:xfrm>
            <a:off x="5629554" y="1659472"/>
            <a:ext cx="4205772" cy="4205117"/>
            <a:chOff x="4430950" y="148050"/>
            <a:chExt cx="4848153" cy="4847398"/>
          </a:xfrm>
        </p:grpSpPr>
        <p:grpSp>
          <p:nvGrpSpPr>
            <p:cNvPr id="5168" name="Google Shape;5168;p33"/>
            <p:cNvGrpSpPr/>
            <p:nvPr/>
          </p:nvGrpSpPr>
          <p:grpSpPr>
            <a:xfrm>
              <a:off x="4430950" y="148050"/>
              <a:ext cx="4848153" cy="4847398"/>
              <a:chOff x="4430950" y="148050"/>
              <a:chExt cx="4848153" cy="4847398"/>
            </a:xfrm>
          </p:grpSpPr>
          <p:sp>
            <p:nvSpPr>
              <p:cNvPr id="5169" name="Google Shape;5169;p33"/>
              <p:cNvSpPr/>
              <p:nvPr/>
            </p:nvSpPr>
            <p:spPr>
              <a:xfrm>
                <a:off x="4870244" y="587345"/>
                <a:ext cx="3969609" cy="3968798"/>
              </a:xfrm>
              <a:custGeom>
                <a:avLst/>
                <a:gdLst/>
                <a:ahLst/>
                <a:cxnLst/>
                <a:rect l="l" t="t" r="r" b="b"/>
                <a:pathLst>
                  <a:path w="112621" h="112598" fill="none" extrusionOk="0">
                    <a:moveTo>
                      <a:pt x="112620" y="56287"/>
                    </a:moveTo>
                    <a:cubicBezTo>
                      <a:pt x="112620" y="87398"/>
                      <a:pt x="87421" y="112597"/>
                      <a:pt x="56310" y="112597"/>
                    </a:cubicBezTo>
                    <a:cubicBezTo>
                      <a:pt x="25222" y="112597"/>
                      <a:pt x="0" y="87398"/>
                      <a:pt x="0" y="56287"/>
                    </a:cubicBezTo>
                    <a:cubicBezTo>
                      <a:pt x="0" y="25199"/>
                      <a:pt x="25222" y="0"/>
                      <a:pt x="56310" y="0"/>
                    </a:cubicBezTo>
                    <a:cubicBezTo>
                      <a:pt x="87421" y="0"/>
                      <a:pt x="112620" y="25199"/>
                      <a:pt x="112620" y="56287"/>
                    </a:cubicBezTo>
                    <a:close/>
                  </a:path>
                </a:pathLst>
              </a:custGeom>
              <a:noFill/>
              <a:ln w="2340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0" name="Google Shape;5170;p33"/>
              <p:cNvSpPr/>
              <p:nvPr/>
            </p:nvSpPr>
            <p:spPr>
              <a:xfrm>
                <a:off x="4430950" y="148050"/>
                <a:ext cx="4848153" cy="4847342"/>
              </a:xfrm>
              <a:custGeom>
                <a:avLst/>
                <a:gdLst/>
                <a:ahLst/>
                <a:cxnLst/>
                <a:rect l="l" t="t" r="r" b="b"/>
                <a:pathLst>
                  <a:path w="137546" h="137523" fill="none" extrusionOk="0">
                    <a:moveTo>
                      <a:pt x="137546" y="68750"/>
                    </a:moveTo>
                    <a:cubicBezTo>
                      <a:pt x="137546" y="106732"/>
                      <a:pt x="106754" y="137523"/>
                      <a:pt x="68773" y="137523"/>
                    </a:cubicBezTo>
                    <a:cubicBezTo>
                      <a:pt x="30792" y="137523"/>
                      <a:pt x="0" y="106732"/>
                      <a:pt x="0" y="68750"/>
                    </a:cubicBezTo>
                    <a:cubicBezTo>
                      <a:pt x="0" y="30792"/>
                      <a:pt x="30792" y="1"/>
                      <a:pt x="68773" y="1"/>
                    </a:cubicBezTo>
                    <a:cubicBezTo>
                      <a:pt x="106754" y="1"/>
                      <a:pt x="137546" y="30792"/>
                      <a:pt x="137546" y="68750"/>
                    </a:cubicBezTo>
                    <a:close/>
                  </a:path>
                </a:pathLst>
              </a:custGeom>
              <a:noFill/>
              <a:ln w="28525"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1" name="Google Shape;5171;p33"/>
              <p:cNvSpPr/>
              <p:nvPr/>
            </p:nvSpPr>
            <p:spPr>
              <a:xfrm>
                <a:off x="4430950" y="1757964"/>
                <a:ext cx="140814" cy="1588182"/>
              </a:xfrm>
              <a:custGeom>
                <a:avLst/>
                <a:gdLst/>
                <a:ahLst/>
                <a:cxnLst/>
                <a:rect l="l" t="t" r="r" b="b"/>
                <a:pathLst>
                  <a:path w="3995" h="45058" fill="none" extrusionOk="0">
                    <a:moveTo>
                      <a:pt x="3584" y="45057"/>
                    </a:moveTo>
                    <a:cubicBezTo>
                      <a:pt x="1279" y="38164"/>
                      <a:pt x="0" y="30769"/>
                      <a:pt x="0" y="23076"/>
                    </a:cubicBezTo>
                    <a:cubicBezTo>
                      <a:pt x="0" y="14996"/>
                      <a:pt x="1416" y="7213"/>
                      <a:pt x="3995" y="0"/>
                    </a:cubicBezTo>
                  </a:path>
                </a:pathLst>
              </a:custGeom>
              <a:noFill/>
              <a:ln w="16205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2" name="Google Shape;5172;p33"/>
              <p:cNvSpPr/>
              <p:nvPr/>
            </p:nvSpPr>
            <p:spPr>
              <a:xfrm>
                <a:off x="6464821" y="4788650"/>
                <a:ext cx="1370987" cy="206797"/>
              </a:xfrm>
              <a:custGeom>
                <a:avLst/>
                <a:gdLst/>
                <a:ahLst/>
                <a:cxnLst/>
                <a:rect l="l" t="t" r="r" b="b"/>
                <a:pathLst>
                  <a:path w="38896" h="5867" fill="none" extrusionOk="0">
                    <a:moveTo>
                      <a:pt x="38895" y="1"/>
                    </a:moveTo>
                    <a:cubicBezTo>
                      <a:pt x="30404" y="3767"/>
                      <a:pt x="20977" y="5867"/>
                      <a:pt x="11071" y="5867"/>
                    </a:cubicBezTo>
                    <a:cubicBezTo>
                      <a:pt x="7305" y="5867"/>
                      <a:pt x="3607" y="5570"/>
                      <a:pt x="1" y="4977"/>
                    </a:cubicBezTo>
                  </a:path>
                </a:pathLst>
              </a:custGeom>
              <a:noFill/>
              <a:ln w="16205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3" name="Google Shape;5173;p33"/>
              <p:cNvSpPr/>
              <p:nvPr/>
            </p:nvSpPr>
            <p:spPr>
              <a:xfrm>
                <a:off x="4959527" y="148050"/>
                <a:ext cx="2420904" cy="913192"/>
              </a:xfrm>
              <a:custGeom>
                <a:avLst/>
                <a:gdLst/>
                <a:ahLst/>
                <a:cxnLst/>
                <a:rect l="l" t="t" r="r" b="b"/>
                <a:pathLst>
                  <a:path w="68683" h="25908" fill="none" extrusionOk="0">
                    <a:moveTo>
                      <a:pt x="1" y="25907"/>
                    </a:moveTo>
                    <a:cubicBezTo>
                      <a:pt x="12600" y="10112"/>
                      <a:pt x="32002" y="1"/>
                      <a:pt x="53777" y="1"/>
                    </a:cubicBezTo>
                    <a:cubicBezTo>
                      <a:pt x="58890" y="1"/>
                      <a:pt x="63889" y="549"/>
                      <a:pt x="68682" y="1621"/>
                    </a:cubicBezTo>
                  </a:path>
                </a:pathLst>
              </a:custGeom>
              <a:noFill/>
              <a:ln w="16205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4" name="Google Shape;5174;p33"/>
              <p:cNvSpPr/>
              <p:nvPr/>
            </p:nvSpPr>
            <p:spPr>
              <a:xfrm>
                <a:off x="5209751" y="926042"/>
                <a:ext cx="3291376" cy="3291376"/>
              </a:xfrm>
              <a:custGeom>
                <a:avLst/>
                <a:gdLst/>
                <a:ahLst/>
                <a:cxnLst/>
                <a:rect l="l" t="t" r="r" b="b"/>
                <a:pathLst>
                  <a:path w="93379" h="93379" fill="none" extrusionOk="0">
                    <a:moveTo>
                      <a:pt x="93379" y="46678"/>
                    </a:moveTo>
                    <a:cubicBezTo>
                      <a:pt x="93379" y="72471"/>
                      <a:pt x="72471" y="93379"/>
                      <a:pt x="46678" y="93379"/>
                    </a:cubicBezTo>
                    <a:cubicBezTo>
                      <a:pt x="20908" y="93379"/>
                      <a:pt x="0" y="72471"/>
                      <a:pt x="0" y="46678"/>
                    </a:cubicBezTo>
                    <a:cubicBezTo>
                      <a:pt x="0" y="20909"/>
                      <a:pt x="20908" y="1"/>
                      <a:pt x="46678" y="1"/>
                    </a:cubicBezTo>
                    <a:cubicBezTo>
                      <a:pt x="72471" y="1"/>
                      <a:pt x="93379" y="20909"/>
                      <a:pt x="93379" y="46678"/>
                    </a:cubicBezTo>
                    <a:close/>
                  </a:path>
                </a:pathLst>
              </a:custGeom>
              <a:noFill/>
              <a:ln w="19400" cap="flat" cmpd="sng">
                <a:solidFill>
                  <a:schemeClr val="lt2"/>
                </a:solidFill>
                <a:prstDash val="dash"/>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75" name="Google Shape;5175;p33"/>
            <p:cNvSpPr/>
            <p:nvPr/>
          </p:nvSpPr>
          <p:spPr>
            <a:xfrm>
              <a:off x="5645802" y="1362905"/>
              <a:ext cx="2418472" cy="2417661"/>
            </a:xfrm>
            <a:custGeom>
              <a:avLst/>
              <a:gdLst/>
              <a:ahLst/>
              <a:cxnLst/>
              <a:rect l="l" t="t" r="r" b="b"/>
              <a:pathLst>
                <a:path w="68614" h="68591" extrusionOk="0">
                  <a:moveTo>
                    <a:pt x="34307" y="1"/>
                  </a:moveTo>
                  <a:cubicBezTo>
                    <a:pt x="15362" y="1"/>
                    <a:pt x="1" y="15339"/>
                    <a:pt x="1" y="34284"/>
                  </a:cubicBezTo>
                  <a:cubicBezTo>
                    <a:pt x="1" y="53252"/>
                    <a:pt x="15362" y="68591"/>
                    <a:pt x="34307" y="68591"/>
                  </a:cubicBezTo>
                  <a:cubicBezTo>
                    <a:pt x="53252" y="68591"/>
                    <a:pt x="68614" y="53252"/>
                    <a:pt x="68614" y="34284"/>
                  </a:cubicBezTo>
                  <a:cubicBezTo>
                    <a:pt x="68614" y="15339"/>
                    <a:pt x="53252" y="1"/>
                    <a:pt x="34307" y="1"/>
                  </a:cubicBezTo>
                  <a:close/>
                </a:path>
              </a:pathLst>
            </a:custGeom>
            <a:gradFill>
              <a:gsLst>
                <a:gs pos="0">
                  <a:schemeClr val="dk2"/>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6" name="Google Shape;5176;p33"/>
            <p:cNvSpPr/>
            <p:nvPr/>
          </p:nvSpPr>
          <p:spPr>
            <a:xfrm>
              <a:off x="5645802" y="1362905"/>
              <a:ext cx="2418472" cy="2417661"/>
            </a:xfrm>
            <a:custGeom>
              <a:avLst/>
              <a:gdLst/>
              <a:ahLst/>
              <a:cxnLst/>
              <a:rect l="l" t="t" r="r" b="b"/>
              <a:pathLst>
                <a:path w="68614" h="68591" fill="none" extrusionOk="0">
                  <a:moveTo>
                    <a:pt x="68614" y="34284"/>
                  </a:moveTo>
                  <a:cubicBezTo>
                    <a:pt x="68614" y="53229"/>
                    <a:pt x="53252" y="68591"/>
                    <a:pt x="34307" y="68591"/>
                  </a:cubicBezTo>
                  <a:cubicBezTo>
                    <a:pt x="15362" y="68591"/>
                    <a:pt x="1" y="53229"/>
                    <a:pt x="1" y="34284"/>
                  </a:cubicBezTo>
                  <a:cubicBezTo>
                    <a:pt x="1" y="15339"/>
                    <a:pt x="15362" y="1"/>
                    <a:pt x="34307" y="1"/>
                  </a:cubicBezTo>
                  <a:cubicBezTo>
                    <a:pt x="53252" y="1"/>
                    <a:pt x="68614" y="15339"/>
                    <a:pt x="68614" y="34284"/>
                  </a:cubicBezTo>
                  <a:close/>
                </a:path>
              </a:pathLst>
            </a:custGeom>
            <a:noFill/>
            <a:ln w="28525" cap="flat" cmpd="sng">
              <a:solidFill>
                <a:schemeClr val="l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7" name="Google Shape;5177;p33"/>
          <p:cNvGrpSpPr/>
          <p:nvPr/>
        </p:nvGrpSpPr>
        <p:grpSpPr>
          <a:xfrm>
            <a:off x="6210250" y="1874590"/>
            <a:ext cx="2050547" cy="2145797"/>
            <a:chOff x="5829775" y="1498925"/>
            <a:chExt cx="2050547" cy="2145797"/>
          </a:xfrm>
        </p:grpSpPr>
        <p:sp>
          <p:nvSpPr>
            <p:cNvPr id="5178" name="Google Shape;5178;p33"/>
            <p:cNvSpPr/>
            <p:nvPr/>
          </p:nvSpPr>
          <p:spPr>
            <a:xfrm>
              <a:off x="6140492" y="1793322"/>
              <a:ext cx="1428256" cy="1543207"/>
            </a:xfrm>
            <a:custGeom>
              <a:avLst/>
              <a:gdLst/>
              <a:ahLst/>
              <a:cxnLst/>
              <a:rect l="l" t="t" r="r" b="b"/>
              <a:pathLst>
                <a:path w="37983" h="41040" extrusionOk="0">
                  <a:moveTo>
                    <a:pt x="2283" y="0"/>
                  </a:moveTo>
                  <a:cubicBezTo>
                    <a:pt x="1028" y="0"/>
                    <a:pt x="1" y="1027"/>
                    <a:pt x="1" y="2283"/>
                  </a:cubicBezTo>
                  <a:lnTo>
                    <a:pt x="1" y="38757"/>
                  </a:lnTo>
                  <a:cubicBezTo>
                    <a:pt x="1" y="40013"/>
                    <a:pt x="1028" y="41040"/>
                    <a:pt x="2283" y="41040"/>
                  </a:cubicBezTo>
                  <a:lnTo>
                    <a:pt x="35699" y="41040"/>
                  </a:lnTo>
                  <a:cubicBezTo>
                    <a:pt x="36955" y="41040"/>
                    <a:pt x="37982" y="40013"/>
                    <a:pt x="37982" y="38757"/>
                  </a:cubicBezTo>
                  <a:lnTo>
                    <a:pt x="37982" y="2283"/>
                  </a:lnTo>
                  <a:cubicBezTo>
                    <a:pt x="37982" y="1027"/>
                    <a:pt x="36955" y="0"/>
                    <a:pt x="35699" y="0"/>
                  </a:cubicBezTo>
                  <a:close/>
                </a:path>
              </a:pathLst>
            </a:custGeom>
            <a:solidFill>
              <a:srgbClr val="B5D6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9" name="Google Shape;5179;p33"/>
            <p:cNvSpPr/>
            <p:nvPr/>
          </p:nvSpPr>
          <p:spPr>
            <a:xfrm>
              <a:off x="6079574" y="1726350"/>
              <a:ext cx="1550088" cy="1677147"/>
            </a:xfrm>
            <a:custGeom>
              <a:avLst/>
              <a:gdLst/>
              <a:ahLst/>
              <a:cxnLst/>
              <a:rect l="l" t="t" r="r" b="b"/>
              <a:pathLst>
                <a:path w="41223" h="44602" extrusionOk="0">
                  <a:moveTo>
                    <a:pt x="1187" y="1"/>
                  </a:moveTo>
                  <a:cubicBezTo>
                    <a:pt x="525" y="1"/>
                    <a:pt x="0" y="549"/>
                    <a:pt x="0" y="1210"/>
                  </a:cubicBezTo>
                  <a:lnTo>
                    <a:pt x="0" y="43392"/>
                  </a:lnTo>
                  <a:cubicBezTo>
                    <a:pt x="0" y="44053"/>
                    <a:pt x="525" y="44601"/>
                    <a:pt x="1187" y="44601"/>
                  </a:cubicBezTo>
                  <a:lnTo>
                    <a:pt x="40013" y="44601"/>
                  </a:lnTo>
                  <a:cubicBezTo>
                    <a:pt x="40675" y="44601"/>
                    <a:pt x="41223" y="44053"/>
                    <a:pt x="41223" y="43392"/>
                  </a:cubicBezTo>
                  <a:lnTo>
                    <a:pt x="41223" y="1210"/>
                  </a:lnTo>
                  <a:cubicBezTo>
                    <a:pt x="41223" y="549"/>
                    <a:pt x="40675" y="1"/>
                    <a:pt x="400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0" name="Google Shape;5180;p33"/>
            <p:cNvSpPr/>
            <p:nvPr/>
          </p:nvSpPr>
          <p:spPr>
            <a:xfrm>
              <a:off x="6164520" y="1819043"/>
              <a:ext cx="1379335" cy="1491766"/>
            </a:xfrm>
            <a:custGeom>
              <a:avLst/>
              <a:gdLst/>
              <a:ahLst/>
              <a:cxnLst/>
              <a:rect l="l" t="t" r="r" b="b"/>
              <a:pathLst>
                <a:path w="36682" h="39672" extrusionOk="0">
                  <a:moveTo>
                    <a:pt x="2215" y="1"/>
                  </a:moveTo>
                  <a:cubicBezTo>
                    <a:pt x="1005" y="1"/>
                    <a:pt x="1" y="1005"/>
                    <a:pt x="1" y="2215"/>
                  </a:cubicBezTo>
                  <a:lnTo>
                    <a:pt x="1" y="37457"/>
                  </a:lnTo>
                  <a:cubicBezTo>
                    <a:pt x="1" y="38667"/>
                    <a:pt x="1005" y="39671"/>
                    <a:pt x="2215" y="39671"/>
                  </a:cubicBezTo>
                  <a:lnTo>
                    <a:pt x="34490" y="39671"/>
                  </a:lnTo>
                  <a:cubicBezTo>
                    <a:pt x="35700" y="39671"/>
                    <a:pt x="36681" y="38667"/>
                    <a:pt x="36681" y="37457"/>
                  </a:cubicBezTo>
                  <a:lnTo>
                    <a:pt x="36681" y="2215"/>
                  </a:lnTo>
                  <a:cubicBezTo>
                    <a:pt x="36681" y="1005"/>
                    <a:pt x="35700" y="1"/>
                    <a:pt x="344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1" name="Google Shape;5181;p33"/>
            <p:cNvSpPr/>
            <p:nvPr/>
          </p:nvSpPr>
          <p:spPr>
            <a:xfrm>
              <a:off x="6249504" y="1910043"/>
              <a:ext cx="1210236" cy="1309770"/>
            </a:xfrm>
            <a:custGeom>
              <a:avLst/>
              <a:gdLst/>
              <a:ahLst/>
              <a:cxnLst/>
              <a:rect l="l" t="t" r="r" b="b"/>
              <a:pathLst>
                <a:path w="32185" h="34832" extrusionOk="0">
                  <a:moveTo>
                    <a:pt x="1918" y="0"/>
                  </a:moveTo>
                  <a:cubicBezTo>
                    <a:pt x="868" y="0"/>
                    <a:pt x="1" y="891"/>
                    <a:pt x="1" y="1940"/>
                  </a:cubicBezTo>
                  <a:lnTo>
                    <a:pt x="1" y="32892"/>
                  </a:lnTo>
                  <a:cubicBezTo>
                    <a:pt x="1" y="33941"/>
                    <a:pt x="868" y="34832"/>
                    <a:pt x="1918" y="34832"/>
                  </a:cubicBezTo>
                  <a:lnTo>
                    <a:pt x="30244" y="34832"/>
                  </a:lnTo>
                  <a:cubicBezTo>
                    <a:pt x="31317" y="34832"/>
                    <a:pt x="32184" y="33941"/>
                    <a:pt x="32184" y="32892"/>
                  </a:cubicBezTo>
                  <a:lnTo>
                    <a:pt x="32184" y="1940"/>
                  </a:lnTo>
                  <a:cubicBezTo>
                    <a:pt x="32184" y="891"/>
                    <a:pt x="31317" y="0"/>
                    <a:pt x="302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2" name="Google Shape;5182;p33"/>
            <p:cNvSpPr/>
            <p:nvPr/>
          </p:nvSpPr>
          <p:spPr>
            <a:xfrm>
              <a:off x="6329336" y="1997584"/>
              <a:ext cx="1050576" cy="1134693"/>
            </a:xfrm>
            <a:custGeom>
              <a:avLst/>
              <a:gdLst/>
              <a:ahLst/>
              <a:cxnLst/>
              <a:rect l="l" t="t" r="r" b="b"/>
              <a:pathLst>
                <a:path w="27939" h="30176" extrusionOk="0">
                  <a:moveTo>
                    <a:pt x="1689" y="1"/>
                  </a:moveTo>
                  <a:cubicBezTo>
                    <a:pt x="754" y="1"/>
                    <a:pt x="0" y="754"/>
                    <a:pt x="0" y="1667"/>
                  </a:cubicBezTo>
                  <a:lnTo>
                    <a:pt x="0" y="1667"/>
                  </a:lnTo>
                  <a:lnTo>
                    <a:pt x="0" y="28509"/>
                  </a:lnTo>
                  <a:cubicBezTo>
                    <a:pt x="0" y="29422"/>
                    <a:pt x="754" y="30176"/>
                    <a:pt x="1689" y="30176"/>
                  </a:cubicBezTo>
                  <a:lnTo>
                    <a:pt x="1689" y="30176"/>
                  </a:lnTo>
                  <a:lnTo>
                    <a:pt x="26249" y="30176"/>
                  </a:lnTo>
                  <a:cubicBezTo>
                    <a:pt x="27162" y="30176"/>
                    <a:pt x="27938" y="29422"/>
                    <a:pt x="27938" y="28509"/>
                  </a:cubicBezTo>
                  <a:lnTo>
                    <a:pt x="27938" y="28509"/>
                  </a:lnTo>
                  <a:lnTo>
                    <a:pt x="27938" y="1667"/>
                  </a:lnTo>
                  <a:cubicBezTo>
                    <a:pt x="27938" y="754"/>
                    <a:pt x="27162" y="1"/>
                    <a:pt x="26249" y="1"/>
                  </a:cubicBezTo>
                  <a:lnTo>
                    <a:pt x="262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3" name="Google Shape;5183;p33"/>
            <p:cNvSpPr/>
            <p:nvPr/>
          </p:nvSpPr>
          <p:spPr>
            <a:xfrm>
              <a:off x="6351635" y="2012174"/>
              <a:ext cx="1005115" cy="1105513"/>
            </a:xfrm>
            <a:custGeom>
              <a:avLst/>
              <a:gdLst/>
              <a:ahLst/>
              <a:cxnLst/>
              <a:rect l="l" t="t" r="r" b="b"/>
              <a:pathLst>
                <a:path w="26730" h="29400" extrusionOk="0">
                  <a:moveTo>
                    <a:pt x="25109" y="29399"/>
                  </a:moveTo>
                  <a:lnTo>
                    <a:pt x="1621" y="29399"/>
                  </a:lnTo>
                  <a:cubicBezTo>
                    <a:pt x="731" y="29399"/>
                    <a:pt x="1" y="28669"/>
                    <a:pt x="1" y="27779"/>
                  </a:cubicBezTo>
                  <a:lnTo>
                    <a:pt x="1" y="1621"/>
                  </a:lnTo>
                  <a:cubicBezTo>
                    <a:pt x="1" y="731"/>
                    <a:pt x="731" y="1"/>
                    <a:pt x="1621" y="1"/>
                  </a:cubicBezTo>
                  <a:lnTo>
                    <a:pt x="25109" y="1"/>
                  </a:lnTo>
                  <a:cubicBezTo>
                    <a:pt x="26022" y="1"/>
                    <a:pt x="26729" y="731"/>
                    <a:pt x="26729" y="1621"/>
                  </a:cubicBezTo>
                  <a:lnTo>
                    <a:pt x="26729" y="27779"/>
                  </a:lnTo>
                  <a:cubicBezTo>
                    <a:pt x="26729" y="28669"/>
                    <a:pt x="26022" y="29399"/>
                    <a:pt x="25109" y="2939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4" name="Google Shape;5184;p33"/>
            <p:cNvSpPr/>
            <p:nvPr/>
          </p:nvSpPr>
          <p:spPr>
            <a:xfrm>
              <a:off x="6392848" y="2065383"/>
              <a:ext cx="923555" cy="999098"/>
            </a:xfrm>
            <a:custGeom>
              <a:avLst/>
              <a:gdLst/>
              <a:ahLst/>
              <a:cxnLst/>
              <a:rect l="l" t="t" r="r" b="b"/>
              <a:pathLst>
                <a:path w="24561" h="26570" extrusionOk="0">
                  <a:moveTo>
                    <a:pt x="23077" y="26569"/>
                  </a:moveTo>
                  <a:lnTo>
                    <a:pt x="1484" y="26569"/>
                  </a:lnTo>
                  <a:cubicBezTo>
                    <a:pt x="662" y="26569"/>
                    <a:pt x="0" y="25907"/>
                    <a:pt x="0" y="25086"/>
                  </a:cubicBezTo>
                  <a:lnTo>
                    <a:pt x="0" y="1484"/>
                  </a:lnTo>
                  <a:cubicBezTo>
                    <a:pt x="0" y="663"/>
                    <a:pt x="662" y="1"/>
                    <a:pt x="1484" y="1"/>
                  </a:cubicBezTo>
                  <a:lnTo>
                    <a:pt x="23077" y="1"/>
                  </a:lnTo>
                  <a:cubicBezTo>
                    <a:pt x="23898" y="1"/>
                    <a:pt x="24560" y="663"/>
                    <a:pt x="24560" y="1484"/>
                  </a:cubicBezTo>
                  <a:lnTo>
                    <a:pt x="24560" y="25086"/>
                  </a:lnTo>
                  <a:cubicBezTo>
                    <a:pt x="24560" y="25907"/>
                    <a:pt x="23898" y="26569"/>
                    <a:pt x="23077" y="26569"/>
                  </a:cubicBezTo>
                  <a:close/>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5" name="Google Shape;5185;p33"/>
            <p:cNvSpPr/>
            <p:nvPr/>
          </p:nvSpPr>
          <p:spPr>
            <a:xfrm>
              <a:off x="6488097" y="2169243"/>
              <a:ext cx="732158" cy="791382"/>
            </a:xfrm>
            <a:custGeom>
              <a:avLst/>
              <a:gdLst/>
              <a:ahLst/>
              <a:cxnLst/>
              <a:rect l="l" t="t" r="r" b="b"/>
              <a:pathLst>
                <a:path w="19471" h="21046" extrusionOk="0">
                  <a:moveTo>
                    <a:pt x="1188" y="1"/>
                  </a:moveTo>
                  <a:lnTo>
                    <a:pt x="18307" y="1"/>
                  </a:lnTo>
                  <a:cubicBezTo>
                    <a:pt x="18946" y="1"/>
                    <a:pt x="19471" y="526"/>
                    <a:pt x="19471" y="1165"/>
                  </a:cubicBezTo>
                  <a:lnTo>
                    <a:pt x="19471" y="19881"/>
                  </a:lnTo>
                  <a:cubicBezTo>
                    <a:pt x="19471" y="20520"/>
                    <a:pt x="18946" y="21045"/>
                    <a:pt x="18307" y="21045"/>
                  </a:cubicBezTo>
                  <a:lnTo>
                    <a:pt x="1188" y="21045"/>
                  </a:lnTo>
                  <a:cubicBezTo>
                    <a:pt x="526" y="21045"/>
                    <a:pt x="1" y="20520"/>
                    <a:pt x="1" y="19881"/>
                  </a:cubicBezTo>
                  <a:lnTo>
                    <a:pt x="1" y="1165"/>
                  </a:lnTo>
                  <a:cubicBezTo>
                    <a:pt x="1" y="526"/>
                    <a:pt x="526" y="1"/>
                    <a:pt x="11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6" name="Google Shape;5186;p33"/>
            <p:cNvSpPr/>
            <p:nvPr/>
          </p:nvSpPr>
          <p:spPr>
            <a:xfrm>
              <a:off x="6491557" y="2171838"/>
              <a:ext cx="728699" cy="788788"/>
            </a:xfrm>
            <a:custGeom>
              <a:avLst/>
              <a:gdLst/>
              <a:ahLst/>
              <a:cxnLst/>
              <a:rect l="l" t="t" r="r" b="b"/>
              <a:pathLst>
                <a:path w="19379" h="20977" extrusionOk="0">
                  <a:moveTo>
                    <a:pt x="18694" y="19105"/>
                  </a:moveTo>
                  <a:cubicBezTo>
                    <a:pt x="18694" y="19744"/>
                    <a:pt x="18169" y="20269"/>
                    <a:pt x="17507" y="20269"/>
                  </a:cubicBezTo>
                  <a:lnTo>
                    <a:pt x="388" y="20269"/>
                  </a:lnTo>
                  <a:cubicBezTo>
                    <a:pt x="251" y="20269"/>
                    <a:pt x="114" y="20246"/>
                    <a:pt x="0" y="20200"/>
                  </a:cubicBezTo>
                  <a:cubicBezTo>
                    <a:pt x="160" y="20657"/>
                    <a:pt x="571" y="20976"/>
                    <a:pt x="1096" y="20976"/>
                  </a:cubicBezTo>
                  <a:lnTo>
                    <a:pt x="18215" y="20976"/>
                  </a:lnTo>
                  <a:cubicBezTo>
                    <a:pt x="18854" y="20976"/>
                    <a:pt x="19379" y="20451"/>
                    <a:pt x="19379" y="19812"/>
                  </a:cubicBezTo>
                  <a:lnTo>
                    <a:pt x="19379" y="1096"/>
                  </a:lnTo>
                  <a:cubicBezTo>
                    <a:pt x="19379" y="593"/>
                    <a:pt x="19059" y="160"/>
                    <a:pt x="18603" y="0"/>
                  </a:cubicBezTo>
                  <a:cubicBezTo>
                    <a:pt x="18649" y="114"/>
                    <a:pt x="18694" y="251"/>
                    <a:pt x="18694" y="388"/>
                  </a:cubicBez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7" name="Google Shape;5187;p33"/>
            <p:cNvSpPr/>
            <p:nvPr/>
          </p:nvSpPr>
          <p:spPr>
            <a:xfrm>
              <a:off x="6532733" y="2216435"/>
              <a:ext cx="400015" cy="400880"/>
            </a:xfrm>
            <a:custGeom>
              <a:avLst/>
              <a:gdLst/>
              <a:ahLst/>
              <a:cxnLst/>
              <a:rect l="l" t="t" r="r" b="b"/>
              <a:pathLst>
                <a:path w="10638" h="10661" extrusionOk="0">
                  <a:moveTo>
                    <a:pt x="8378" y="1"/>
                  </a:moveTo>
                  <a:lnTo>
                    <a:pt x="1" y="8401"/>
                  </a:lnTo>
                  <a:lnTo>
                    <a:pt x="1" y="10660"/>
                  </a:lnTo>
                  <a:lnTo>
                    <a:pt x="10637" y="1"/>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8" name="Google Shape;5188;p33"/>
            <p:cNvSpPr/>
            <p:nvPr/>
          </p:nvSpPr>
          <p:spPr>
            <a:xfrm>
              <a:off x="6532733" y="2216435"/>
              <a:ext cx="630030" cy="640333"/>
            </a:xfrm>
            <a:custGeom>
              <a:avLst/>
              <a:gdLst/>
              <a:ahLst/>
              <a:cxnLst/>
              <a:rect l="l" t="t" r="r" b="b"/>
              <a:pathLst>
                <a:path w="16755" h="17029" extrusionOk="0">
                  <a:moveTo>
                    <a:pt x="16093" y="1"/>
                  </a:moveTo>
                  <a:lnTo>
                    <a:pt x="13810" y="1"/>
                  </a:lnTo>
                  <a:lnTo>
                    <a:pt x="1" y="13833"/>
                  </a:lnTo>
                  <a:lnTo>
                    <a:pt x="1" y="17029"/>
                  </a:lnTo>
                  <a:lnTo>
                    <a:pt x="16755" y="275"/>
                  </a:lnTo>
                  <a:cubicBezTo>
                    <a:pt x="16572" y="115"/>
                    <a:pt x="16344" y="1"/>
                    <a:pt x="16093" y="1"/>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9" name="Google Shape;5189;p33"/>
            <p:cNvSpPr/>
            <p:nvPr/>
          </p:nvSpPr>
          <p:spPr>
            <a:xfrm>
              <a:off x="6532733" y="2216435"/>
              <a:ext cx="149395" cy="150260"/>
            </a:xfrm>
            <a:custGeom>
              <a:avLst/>
              <a:gdLst/>
              <a:ahLst/>
              <a:cxnLst/>
              <a:rect l="l" t="t" r="r" b="b"/>
              <a:pathLst>
                <a:path w="3973" h="3996" extrusionOk="0">
                  <a:moveTo>
                    <a:pt x="1028" y="1"/>
                  </a:moveTo>
                  <a:cubicBezTo>
                    <a:pt x="457" y="1"/>
                    <a:pt x="1" y="480"/>
                    <a:pt x="1" y="1028"/>
                  </a:cubicBezTo>
                  <a:lnTo>
                    <a:pt x="1" y="3995"/>
                  </a:lnTo>
                  <a:lnTo>
                    <a:pt x="3972" y="1"/>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0" name="Google Shape;5190;p33"/>
            <p:cNvSpPr/>
            <p:nvPr/>
          </p:nvSpPr>
          <p:spPr>
            <a:xfrm>
              <a:off x="7095806" y="2832717"/>
              <a:ext cx="80695" cy="80733"/>
            </a:xfrm>
            <a:custGeom>
              <a:avLst/>
              <a:gdLst/>
              <a:ahLst/>
              <a:cxnLst/>
              <a:rect l="l" t="t" r="r" b="b"/>
              <a:pathLst>
                <a:path w="2146" h="2147" extrusionOk="0">
                  <a:moveTo>
                    <a:pt x="0" y="2146"/>
                  </a:moveTo>
                  <a:lnTo>
                    <a:pt x="1119" y="2146"/>
                  </a:lnTo>
                  <a:cubicBezTo>
                    <a:pt x="1689" y="2146"/>
                    <a:pt x="2146" y="1667"/>
                    <a:pt x="2146" y="1096"/>
                  </a:cubicBezTo>
                  <a:lnTo>
                    <a:pt x="2146" y="0"/>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1" name="Google Shape;5191;p33"/>
            <p:cNvSpPr/>
            <p:nvPr/>
          </p:nvSpPr>
          <p:spPr>
            <a:xfrm>
              <a:off x="6915535" y="2652484"/>
              <a:ext cx="260961" cy="260961"/>
            </a:xfrm>
            <a:custGeom>
              <a:avLst/>
              <a:gdLst/>
              <a:ahLst/>
              <a:cxnLst/>
              <a:rect l="l" t="t" r="r" b="b"/>
              <a:pathLst>
                <a:path w="6940" h="6940" extrusionOk="0">
                  <a:moveTo>
                    <a:pt x="6940" y="0"/>
                  </a:moveTo>
                  <a:lnTo>
                    <a:pt x="1" y="6939"/>
                  </a:lnTo>
                  <a:lnTo>
                    <a:pt x="2261" y="6939"/>
                  </a:lnTo>
                  <a:lnTo>
                    <a:pt x="6940" y="2237"/>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2" name="Google Shape;5192;p33"/>
            <p:cNvSpPr/>
            <p:nvPr/>
          </p:nvSpPr>
          <p:spPr>
            <a:xfrm>
              <a:off x="6665773" y="2402723"/>
              <a:ext cx="510717" cy="510717"/>
            </a:xfrm>
            <a:custGeom>
              <a:avLst/>
              <a:gdLst/>
              <a:ahLst/>
              <a:cxnLst/>
              <a:rect l="l" t="t" r="r" b="b"/>
              <a:pathLst>
                <a:path w="13582" h="13582" extrusionOk="0">
                  <a:moveTo>
                    <a:pt x="13582" y="0"/>
                  </a:moveTo>
                  <a:lnTo>
                    <a:pt x="1" y="13581"/>
                  </a:lnTo>
                  <a:lnTo>
                    <a:pt x="3059" y="13581"/>
                  </a:lnTo>
                  <a:lnTo>
                    <a:pt x="13582" y="3059"/>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3" name="Google Shape;5193;p33"/>
            <p:cNvSpPr/>
            <p:nvPr/>
          </p:nvSpPr>
          <p:spPr>
            <a:xfrm>
              <a:off x="7452850" y="1577855"/>
              <a:ext cx="37791" cy="206889"/>
            </a:xfrm>
            <a:custGeom>
              <a:avLst/>
              <a:gdLst/>
              <a:ahLst/>
              <a:cxnLst/>
              <a:rect l="l" t="t" r="r" b="b"/>
              <a:pathLst>
                <a:path w="1005"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4" name="Google Shape;5194;p33"/>
            <p:cNvSpPr/>
            <p:nvPr/>
          </p:nvSpPr>
          <p:spPr>
            <a:xfrm>
              <a:off x="7452850" y="1685175"/>
              <a:ext cx="37791" cy="99571"/>
            </a:xfrm>
            <a:custGeom>
              <a:avLst/>
              <a:gdLst/>
              <a:ahLst/>
              <a:cxnLst/>
              <a:rect l="l" t="t" r="r" b="b"/>
              <a:pathLst>
                <a:path w="1005" h="2648" extrusionOk="0">
                  <a:moveTo>
                    <a:pt x="1005" y="0"/>
                  </a:moveTo>
                  <a:cubicBezTo>
                    <a:pt x="837" y="358"/>
                    <a:pt x="552" y="599"/>
                    <a:pt x="116" y="599"/>
                  </a:cubicBezTo>
                  <a:cubicBezTo>
                    <a:pt x="78"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5" name="Google Shape;5195;p33"/>
            <p:cNvSpPr/>
            <p:nvPr/>
          </p:nvSpPr>
          <p:spPr>
            <a:xfrm>
              <a:off x="7436530" y="1498925"/>
              <a:ext cx="70429" cy="110739"/>
            </a:xfrm>
            <a:custGeom>
              <a:avLst/>
              <a:gdLst/>
              <a:ahLst/>
              <a:cxnLst/>
              <a:rect l="l" t="t" r="r" b="b"/>
              <a:pathLst>
                <a:path w="1873" h="2945" extrusionOk="0">
                  <a:moveTo>
                    <a:pt x="366" y="0"/>
                  </a:moveTo>
                  <a:cubicBezTo>
                    <a:pt x="161" y="0"/>
                    <a:pt x="1" y="160"/>
                    <a:pt x="1" y="365"/>
                  </a:cubicBezTo>
                  <a:lnTo>
                    <a:pt x="1" y="2556"/>
                  </a:lnTo>
                  <a:cubicBezTo>
                    <a:pt x="1" y="2762"/>
                    <a:pt x="161" y="2944"/>
                    <a:pt x="366" y="2944"/>
                  </a:cubicBezTo>
                  <a:lnTo>
                    <a:pt x="1507" y="2944"/>
                  </a:lnTo>
                  <a:cubicBezTo>
                    <a:pt x="1713" y="2944"/>
                    <a:pt x="1873" y="2762"/>
                    <a:pt x="1873" y="2556"/>
                  </a:cubicBezTo>
                  <a:lnTo>
                    <a:pt x="1873" y="365"/>
                  </a:lnTo>
                  <a:cubicBezTo>
                    <a:pt x="1873" y="160"/>
                    <a:pt x="1713"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6" name="Google Shape;5196;p33"/>
            <p:cNvSpPr/>
            <p:nvPr/>
          </p:nvSpPr>
          <p:spPr>
            <a:xfrm>
              <a:off x="7444276" y="1510920"/>
              <a:ext cx="54975" cy="85884"/>
            </a:xfrm>
            <a:custGeom>
              <a:avLst/>
              <a:gdLst/>
              <a:ahLst/>
              <a:cxnLst/>
              <a:rect l="l" t="t" r="r" b="b"/>
              <a:pathLst>
                <a:path w="1462" h="2284" extrusionOk="0">
                  <a:moveTo>
                    <a:pt x="297" y="1"/>
                  </a:moveTo>
                  <a:cubicBezTo>
                    <a:pt x="137" y="1"/>
                    <a:pt x="0" y="138"/>
                    <a:pt x="0" y="297"/>
                  </a:cubicBezTo>
                  <a:lnTo>
                    <a:pt x="0" y="1986"/>
                  </a:lnTo>
                  <a:cubicBezTo>
                    <a:pt x="0" y="2146"/>
                    <a:pt x="137" y="2283"/>
                    <a:pt x="297" y="2283"/>
                  </a:cubicBezTo>
                  <a:lnTo>
                    <a:pt x="1164" y="2283"/>
                  </a:lnTo>
                  <a:cubicBezTo>
                    <a:pt x="1324" y="2283"/>
                    <a:pt x="1461" y="2146"/>
                    <a:pt x="1461" y="1986"/>
                  </a:cubicBezTo>
                  <a:lnTo>
                    <a:pt x="1461" y="297"/>
                  </a:lnTo>
                  <a:cubicBezTo>
                    <a:pt x="1461" y="138"/>
                    <a:pt x="1324" y="1"/>
                    <a:pt x="11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7" name="Google Shape;5197;p33"/>
            <p:cNvSpPr/>
            <p:nvPr/>
          </p:nvSpPr>
          <p:spPr>
            <a:xfrm>
              <a:off x="7349854"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8" name="Google Shape;5198;p33"/>
            <p:cNvSpPr/>
            <p:nvPr/>
          </p:nvSpPr>
          <p:spPr>
            <a:xfrm>
              <a:off x="7349854" y="1685175"/>
              <a:ext cx="36963" cy="99571"/>
            </a:xfrm>
            <a:custGeom>
              <a:avLst/>
              <a:gdLst/>
              <a:ahLst/>
              <a:cxnLst/>
              <a:rect l="l" t="t" r="r" b="b"/>
              <a:pathLst>
                <a:path w="983" h="2648" extrusionOk="0">
                  <a:moveTo>
                    <a:pt x="982" y="0"/>
                  </a:moveTo>
                  <a:cubicBezTo>
                    <a:pt x="814" y="358"/>
                    <a:pt x="549" y="599"/>
                    <a:pt x="115" y="599"/>
                  </a:cubicBezTo>
                  <a:cubicBezTo>
                    <a:pt x="78"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9" name="Google Shape;5199;p33"/>
            <p:cNvSpPr/>
            <p:nvPr/>
          </p:nvSpPr>
          <p:spPr>
            <a:xfrm>
              <a:off x="7332707" y="1498925"/>
              <a:ext cx="71257" cy="110739"/>
            </a:xfrm>
            <a:custGeom>
              <a:avLst/>
              <a:gdLst/>
              <a:ahLst/>
              <a:cxnLst/>
              <a:rect l="l" t="t" r="r" b="b"/>
              <a:pathLst>
                <a:path w="1895" h="2945" extrusionOk="0">
                  <a:moveTo>
                    <a:pt x="388" y="0"/>
                  </a:moveTo>
                  <a:cubicBezTo>
                    <a:pt x="160" y="0"/>
                    <a:pt x="0" y="160"/>
                    <a:pt x="0" y="365"/>
                  </a:cubicBezTo>
                  <a:lnTo>
                    <a:pt x="0" y="2556"/>
                  </a:lnTo>
                  <a:cubicBezTo>
                    <a:pt x="0" y="2762"/>
                    <a:pt x="160" y="2944"/>
                    <a:pt x="388"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0" name="Google Shape;5200;p33"/>
            <p:cNvSpPr/>
            <p:nvPr/>
          </p:nvSpPr>
          <p:spPr>
            <a:xfrm>
              <a:off x="7341281" y="1510920"/>
              <a:ext cx="54110" cy="85884"/>
            </a:xfrm>
            <a:custGeom>
              <a:avLst/>
              <a:gdLst/>
              <a:ahLst/>
              <a:cxnLst/>
              <a:rect l="l" t="t" r="r" b="b"/>
              <a:pathLst>
                <a:path w="1439" h="2284" extrusionOk="0">
                  <a:moveTo>
                    <a:pt x="297" y="1"/>
                  </a:moveTo>
                  <a:cubicBezTo>
                    <a:pt x="137" y="1"/>
                    <a:pt x="0" y="138"/>
                    <a:pt x="0" y="297"/>
                  </a:cubicBezTo>
                  <a:lnTo>
                    <a:pt x="0" y="1986"/>
                  </a:lnTo>
                  <a:cubicBezTo>
                    <a:pt x="0" y="2146"/>
                    <a:pt x="137" y="2283"/>
                    <a:pt x="297" y="2283"/>
                  </a:cubicBezTo>
                  <a:lnTo>
                    <a:pt x="1142" y="2283"/>
                  </a:lnTo>
                  <a:cubicBezTo>
                    <a:pt x="1301" y="2283"/>
                    <a:pt x="1438" y="2146"/>
                    <a:pt x="1438" y="1986"/>
                  </a:cubicBezTo>
                  <a:lnTo>
                    <a:pt x="1438" y="297"/>
                  </a:lnTo>
                  <a:cubicBezTo>
                    <a:pt x="1438" y="138"/>
                    <a:pt x="1301"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1" name="Google Shape;5201;p33"/>
            <p:cNvSpPr/>
            <p:nvPr/>
          </p:nvSpPr>
          <p:spPr>
            <a:xfrm>
              <a:off x="7245994" y="1577855"/>
              <a:ext cx="37828" cy="206889"/>
            </a:xfrm>
            <a:custGeom>
              <a:avLst/>
              <a:gdLst/>
              <a:ahLst/>
              <a:cxnLst/>
              <a:rect l="l" t="t" r="r" b="b"/>
              <a:pathLst>
                <a:path w="1006"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2" name="Google Shape;5202;p33"/>
            <p:cNvSpPr/>
            <p:nvPr/>
          </p:nvSpPr>
          <p:spPr>
            <a:xfrm>
              <a:off x="7245994" y="1685175"/>
              <a:ext cx="37828" cy="99571"/>
            </a:xfrm>
            <a:custGeom>
              <a:avLst/>
              <a:gdLst/>
              <a:ahLst/>
              <a:cxnLst/>
              <a:rect l="l" t="t" r="r" b="b"/>
              <a:pathLst>
                <a:path w="1006" h="2648" extrusionOk="0">
                  <a:moveTo>
                    <a:pt x="1005" y="0"/>
                  </a:moveTo>
                  <a:cubicBezTo>
                    <a:pt x="837" y="358"/>
                    <a:pt x="552" y="599"/>
                    <a:pt x="116" y="599"/>
                  </a:cubicBezTo>
                  <a:cubicBezTo>
                    <a:pt x="79"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3" name="Google Shape;5203;p33"/>
            <p:cNvSpPr/>
            <p:nvPr/>
          </p:nvSpPr>
          <p:spPr>
            <a:xfrm>
              <a:off x="7229711" y="1498925"/>
              <a:ext cx="70392" cy="110739"/>
            </a:xfrm>
            <a:custGeom>
              <a:avLst/>
              <a:gdLst/>
              <a:ahLst/>
              <a:cxnLst/>
              <a:rect l="l" t="t" r="r" b="b"/>
              <a:pathLst>
                <a:path w="1872" h="2945" extrusionOk="0">
                  <a:moveTo>
                    <a:pt x="365" y="0"/>
                  </a:moveTo>
                  <a:cubicBezTo>
                    <a:pt x="160" y="0"/>
                    <a:pt x="0" y="160"/>
                    <a:pt x="0" y="365"/>
                  </a:cubicBezTo>
                  <a:lnTo>
                    <a:pt x="0" y="2556"/>
                  </a:lnTo>
                  <a:cubicBezTo>
                    <a:pt x="0" y="2762"/>
                    <a:pt x="160" y="2944"/>
                    <a:pt x="365" y="2944"/>
                  </a:cubicBezTo>
                  <a:lnTo>
                    <a:pt x="1506" y="2944"/>
                  </a:lnTo>
                  <a:cubicBezTo>
                    <a:pt x="1712" y="2944"/>
                    <a:pt x="1872" y="2762"/>
                    <a:pt x="1872" y="2556"/>
                  </a:cubicBezTo>
                  <a:lnTo>
                    <a:pt x="1872" y="365"/>
                  </a:lnTo>
                  <a:cubicBezTo>
                    <a:pt x="1872" y="160"/>
                    <a:pt x="1712" y="0"/>
                    <a:pt x="15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4" name="Google Shape;5204;p33"/>
            <p:cNvSpPr/>
            <p:nvPr/>
          </p:nvSpPr>
          <p:spPr>
            <a:xfrm>
              <a:off x="7237420" y="1510920"/>
              <a:ext cx="54110" cy="85884"/>
            </a:xfrm>
            <a:custGeom>
              <a:avLst/>
              <a:gdLst/>
              <a:ahLst/>
              <a:cxnLst/>
              <a:rect l="l" t="t" r="r" b="b"/>
              <a:pathLst>
                <a:path w="1439" h="2284" extrusionOk="0">
                  <a:moveTo>
                    <a:pt x="297" y="1"/>
                  </a:moveTo>
                  <a:cubicBezTo>
                    <a:pt x="137" y="1"/>
                    <a:pt x="0" y="138"/>
                    <a:pt x="0" y="297"/>
                  </a:cubicBezTo>
                  <a:lnTo>
                    <a:pt x="0" y="1986"/>
                  </a:lnTo>
                  <a:cubicBezTo>
                    <a:pt x="0" y="2146"/>
                    <a:pt x="137" y="2283"/>
                    <a:pt x="297" y="2283"/>
                  </a:cubicBezTo>
                  <a:lnTo>
                    <a:pt x="1165" y="2283"/>
                  </a:lnTo>
                  <a:cubicBezTo>
                    <a:pt x="1324" y="2283"/>
                    <a:pt x="1438" y="2146"/>
                    <a:pt x="1438" y="1986"/>
                  </a:cubicBezTo>
                  <a:lnTo>
                    <a:pt x="1438" y="297"/>
                  </a:lnTo>
                  <a:cubicBezTo>
                    <a:pt x="1438" y="138"/>
                    <a:pt x="1324"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5" name="Google Shape;5205;p33"/>
            <p:cNvSpPr/>
            <p:nvPr/>
          </p:nvSpPr>
          <p:spPr>
            <a:xfrm>
              <a:off x="7142998"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6" name="Google Shape;5206;p33"/>
            <p:cNvSpPr/>
            <p:nvPr/>
          </p:nvSpPr>
          <p:spPr>
            <a:xfrm>
              <a:off x="7142998" y="1685175"/>
              <a:ext cx="36963" cy="99571"/>
            </a:xfrm>
            <a:custGeom>
              <a:avLst/>
              <a:gdLst/>
              <a:ahLst/>
              <a:cxnLst/>
              <a:rect l="l" t="t" r="r" b="b"/>
              <a:pathLst>
                <a:path w="983" h="2648" extrusionOk="0">
                  <a:moveTo>
                    <a:pt x="982" y="0"/>
                  </a:moveTo>
                  <a:cubicBezTo>
                    <a:pt x="814" y="358"/>
                    <a:pt x="549" y="599"/>
                    <a:pt x="115" y="599"/>
                  </a:cubicBezTo>
                  <a:cubicBezTo>
                    <a:pt x="78"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7" name="Google Shape;5207;p33"/>
            <p:cNvSpPr/>
            <p:nvPr/>
          </p:nvSpPr>
          <p:spPr>
            <a:xfrm>
              <a:off x="7125851" y="1498925"/>
              <a:ext cx="71257" cy="110739"/>
            </a:xfrm>
            <a:custGeom>
              <a:avLst/>
              <a:gdLst/>
              <a:ahLst/>
              <a:cxnLst/>
              <a:rect l="l" t="t" r="r" b="b"/>
              <a:pathLst>
                <a:path w="1895" h="2945" extrusionOk="0">
                  <a:moveTo>
                    <a:pt x="388" y="0"/>
                  </a:moveTo>
                  <a:cubicBezTo>
                    <a:pt x="160" y="0"/>
                    <a:pt x="0" y="160"/>
                    <a:pt x="0" y="365"/>
                  </a:cubicBezTo>
                  <a:lnTo>
                    <a:pt x="0" y="2556"/>
                  </a:lnTo>
                  <a:cubicBezTo>
                    <a:pt x="0" y="2762"/>
                    <a:pt x="160" y="2944"/>
                    <a:pt x="388"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8" name="Google Shape;5208;p33"/>
            <p:cNvSpPr/>
            <p:nvPr/>
          </p:nvSpPr>
          <p:spPr>
            <a:xfrm>
              <a:off x="7134424" y="1510920"/>
              <a:ext cx="54110" cy="85884"/>
            </a:xfrm>
            <a:custGeom>
              <a:avLst/>
              <a:gdLst/>
              <a:ahLst/>
              <a:cxnLst/>
              <a:rect l="l" t="t" r="r" b="b"/>
              <a:pathLst>
                <a:path w="1439" h="2284" extrusionOk="0">
                  <a:moveTo>
                    <a:pt x="274" y="1"/>
                  </a:moveTo>
                  <a:cubicBezTo>
                    <a:pt x="137" y="1"/>
                    <a:pt x="0" y="138"/>
                    <a:pt x="0" y="297"/>
                  </a:cubicBezTo>
                  <a:lnTo>
                    <a:pt x="0" y="1986"/>
                  </a:lnTo>
                  <a:cubicBezTo>
                    <a:pt x="0" y="2146"/>
                    <a:pt x="137" y="2283"/>
                    <a:pt x="274" y="2283"/>
                  </a:cubicBezTo>
                  <a:lnTo>
                    <a:pt x="1142" y="2283"/>
                  </a:lnTo>
                  <a:cubicBezTo>
                    <a:pt x="1301" y="2283"/>
                    <a:pt x="1438" y="2146"/>
                    <a:pt x="1438" y="1986"/>
                  </a:cubicBezTo>
                  <a:lnTo>
                    <a:pt x="1438" y="297"/>
                  </a:lnTo>
                  <a:cubicBezTo>
                    <a:pt x="1438" y="138"/>
                    <a:pt x="1301"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9" name="Google Shape;5209;p33"/>
            <p:cNvSpPr/>
            <p:nvPr/>
          </p:nvSpPr>
          <p:spPr>
            <a:xfrm>
              <a:off x="7039137" y="1577855"/>
              <a:ext cx="37828" cy="206889"/>
            </a:xfrm>
            <a:custGeom>
              <a:avLst/>
              <a:gdLst/>
              <a:ahLst/>
              <a:cxnLst/>
              <a:rect l="l" t="t" r="r" b="b"/>
              <a:pathLst>
                <a:path w="1006"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0" name="Google Shape;5210;p33"/>
            <p:cNvSpPr/>
            <p:nvPr/>
          </p:nvSpPr>
          <p:spPr>
            <a:xfrm>
              <a:off x="7039137" y="1685175"/>
              <a:ext cx="37828" cy="99571"/>
            </a:xfrm>
            <a:custGeom>
              <a:avLst/>
              <a:gdLst/>
              <a:ahLst/>
              <a:cxnLst/>
              <a:rect l="l" t="t" r="r" b="b"/>
              <a:pathLst>
                <a:path w="1006" h="2648" extrusionOk="0">
                  <a:moveTo>
                    <a:pt x="1005" y="0"/>
                  </a:moveTo>
                  <a:cubicBezTo>
                    <a:pt x="837" y="358"/>
                    <a:pt x="552" y="599"/>
                    <a:pt x="116" y="599"/>
                  </a:cubicBezTo>
                  <a:cubicBezTo>
                    <a:pt x="79"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1" name="Google Shape;5211;p33"/>
            <p:cNvSpPr/>
            <p:nvPr/>
          </p:nvSpPr>
          <p:spPr>
            <a:xfrm>
              <a:off x="7022855" y="1498925"/>
              <a:ext cx="70392" cy="110739"/>
            </a:xfrm>
            <a:custGeom>
              <a:avLst/>
              <a:gdLst/>
              <a:ahLst/>
              <a:cxnLst/>
              <a:rect l="l" t="t" r="r" b="b"/>
              <a:pathLst>
                <a:path w="1872" h="2945" extrusionOk="0">
                  <a:moveTo>
                    <a:pt x="365" y="0"/>
                  </a:moveTo>
                  <a:cubicBezTo>
                    <a:pt x="160" y="0"/>
                    <a:pt x="0" y="160"/>
                    <a:pt x="0" y="365"/>
                  </a:cubicBezTo>
                  <a:lnTo>
                    <a:pt x="0" y="2556"/>
                  </a:lnTo>
                  <a:cubicBezTo>
                    <a:pt x="0" y="2762"/>
                    <a:pt x="160" y="2944"/>
                    <a:pt x="365" y="2944"/>
                  </a:cubicBezTo>
                  <a:lnTo>
                    <a:pt x="1507" y="2944"/>
                  </a:lnTo>
                  <a:cubicBezTo>
                    <a:pt x="1712" y="2944"/>
                    <a:pt x="1872" y="2762"/>
                    <a:pt x="1872" y="2556"/>
                  </a:cubicBezTo>
                  <a:lnTo>
                    <a:pt x="1872" y="365"/>
                  </a:lnTo>
                  <a:cubicBezTo>
                    <a:pt x="1872"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2" name="Google Shape;5212;p33"/>
            <p:cNvSpPr/>
            <p:nvPr/>
          </p:nvSpPr>
          <p:spPr>
            <a:xfrm>
              <a:off x="7030564" y="1510920"/>
              <a:ext cx="54110" cy="85884"/>
            </a:xfrm>
            <a:custGeom>
              <a:avLst/>
              <a:gdLst/>
              <a:ahLst/>
              <a:cxnLst/>
              <a:rect l="l" t="t" r="r" b="b"/>
              <a:pathLst>
                <a:path w="1439" h="2284" extrusionOk="0">
                  <a:moveTo>
                    <a:pt x="297" y="1"/>
                  </a:moveTo>
                  <a:cubicBezTo>
                    <a:pt x="138" y="1"/>
                    <a:pt x="1" y="138"/>
                    <a:pt x="1" y="297"/>
                  </a:cubicBezTo>
                  <a:lnTo>
                    <a:pt x="1" y="1986"/>
                  </a:lnTo>
                  <a:cubicBezTo>
                    <a:pt x="1" y="2146"/>
                    <a:pt x="138" y="2283"/>
                    <a:pt x="297" y="2283"/>
                  </a:cubicBezTo>
                  <a:lnTo>
                    <a:pt x="1165" y="2283"/>
                  </a:lnTo>
                  <a:cubicBezTo>
                    <a:pt x="1324" y="2283"/>
                    <a:pt x="1439" y="2146"/>
                    <a:pt x="1439" y="1986"/>
                  </a:cubicBezTo>
                  <a:lnTo>
                    <a:pt x="1439" y="297"/>
                  </a:lnTo>
                  <a:cubicBezTo>
                    <a:pt x="1439" y="138"/>
                    <a:pt x="1324"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3" name="Google Shape;5213;p33"/>
            <p:cNvSpPr/>
            <p:nvPr/>
          </p:nvSpPr>
          <p:spPr>
            <a:xfrm>
              <a:off x="6936142"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4" name="Google Shape;5214;p33"/>
            <p:cNvSpPr/>
            <p:nvPr/>
          </p:nvSpPr>
          <p:spPr>
            <a:xfrm>
              <a:off x="6936142" y="1685175"/>
              <a:ext cx="36963" cy="99571"/>
            </a:xfrm>
            <a:custGeom>
              <a:avLst/>
              <a:gdLst/>
              <a:ahLst/>
              <a:cxnLst/>
              <a:rect l="l" t="t" r="r" b="b"/>
              <a:pathLst>
                <a:path w="983" h="2648" extrusionOk="0">
                  <a:moveTo>
                    <a:pt x="982" y="0"/>
                  </a:moveTo>
                  <a:cubicBezTo>
                    <a:pt x="814" y="358"/>
                    <a:pt x="549" y="599"/>
                    <a:pt x="115" y="599"/>
                  </a:cubicBezTo>
                  <a:cubicBezTo>
                    <a:pt x="78"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5" name="Google Shape;5215;p33"/>
            <p:cNvSpPr/>
            <p:nvPr/>
          </p:nvSpPr>
          <p:spPr>
            <a:xfrm>
              <a:off x="6918995" y="1498925"/>
              <a:ext cx="71257" cy="110739"/>
            </a:xfrm>
            <a:custGeom>
              <a:avLst/>
              <a:gdLst/>
              <a:ahLst/>
              <a:cxnLst/>
              <a:rect l="l" t="t" r="r" b="b"/>
              <a:pathLst>
                <a:path w="1895" h="2945" extrusionOk="0">
                  <a:moveTo>
                    <a:pt x="388" y="0"/>
                  </a:moveTo>
                  <a:cubicBezTo>
                    <a:pt x="160" y="0"/>
                    <a:pt x="0" y="160"/>
                    <a:pt x="0" y="365"/>
                  </a:cubicBezTo>
                  <a:lnTo>
                    <a:pt x="0" y="2556"/>
                  </a:lnTo>
                  <a:cubicBezTo>
                    <a:pt x="0" y="2762"/>
                    <a:pt x="160" y="2944"/>
                    <a:pt x="388"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6" name="Google Shape;5216;p33"/>
            <p:cNvSpPr/>
            <p:nvPr/>
          </p:nvSpPr>
          <p:spPr>
            <a:xfrm>
              <a:off x="6927568" y="1510920"/>
              <a:ext cx="54110" cy="85884"/>
            </a:xfrm>
            <a:custGeom>
              <a:avLst/>
              <a:gdLst/>
              <a:ahLst/>
              <a:cxnLst/>
              <a:rect l="l" t="t" r="r" b="b"/>
              <a:pathLst>
                <a:path w="1439" h="2284" extrusionOk="0">
                  <a:moveTo>
                    <a:pt x="274" y="1"/>
                  </a:moveTo>
                  <a:cubicBezTo>
                    <a:pt x="115" y="1"/>
                    <a:pt x="1" y="138"/>
                    <a:pt x="1" y="297"/>
                  </a:cubicBezTo>
                  <a:lnTo>
                    <a:pt x="1" y="1986"/>
                  </a:lnTo>
                  <a:cubicBezTo>
                    <a:pt x="1" y="2146"/>
                    <a:pt x="115" y="2283"/>
                    <a:pt x="274"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7" name="Google Shape;5217;p33"/>
            <p:cNvSpPr/>
            <p:nvPr/>
          </p:nvSpPr>
          <p:spPr>
            <a:xfrm>
              <a:off x="6832281" y="1577855"/>
              <a:ext cx="37828" cy="206889"/>
            </a:xfrm>
            <a:custGeom>
              <a:avLst/>
              <a:gdLst/>
              <a:ahLst/>
              <a:cxnLst/>
              <a:rect l="l" t="t" r="r" b="b"/>
              <a:pathLst>
                <a:path w="1006"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8" name="Google Shape;5218;p33"/>
            <p:cNvSpPr/>
            <p:nvPr/>
          </p:nvSpPr>
          <p:spPr>
            <a:xfrm>
              <a:off x="6832281" y="1685175"/>
              <a:ext cx="37828" cy="99571"/>
            </a:xfrm>
            <a:custGeom>
              <a:avLst/>
              <a:gdLst/>
              <a:ahLst/>
              <a:cxnLst/>
              <a:rect l="l" t="t" r="r" b="b"/>
              <a:pathLst>
                <a:path w="1006" h="2648" extrusionOk="0">
                  <a:moveTo>
                    <a:pt x="1005" y="0"/>
                  </a:moveTo>
                  <a:cubicBezTo>
                    <a:pt x="837" y="358"/>
                    <a:pt x="552" y="599"/>
                    <a:pt x="116" y="599"/>
                  </a:cubicBezTo>
                  <a:cubicBezTo>
                    <a:pt x="79"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9" name="Google Shape;5219;p33"/>
            <p:cNvSpPr/>
            <p:nvPr/>
          </p:nvSpPr>
          <p:spPr>
            <a:xfrm>
              <a:off x="6815999" y="1498925"/>
              <a:ext cx="70392" cy="110739"/>
            </a:xfrm>
            <a:custGeom>
              <a:avLst/>
              <a:gdLst/>
              <a:ahLst/>
              <a:cxnLst/>
              <a:rect l="l" t="t" r="r" b="b"/>
              <a:pathLst>
                <a:path w="1872" h="2945" extrusionOk="0">
                  <a:moveTo>
                    <a:pt x="365" y="0"/>
                  </a:moveTo>
                  <a:cubicBezTo>
                    <a:pt x="160" y="0"/>
                    <a:pt x="0" y="160"/>
                    <a:pt x="0" y="365"/>
                  </a:cubicBezTo>
                  <a:lnTo>
                    <a:pt x="0" y="2556"/>
                  </a:lnTo>
                  <a:cubicBezTo>
                    <a:pt x="0" y="2762"/>
                    <a:pt x="160" y="2944"/>
                    <a:pt x="365" y="2944"/>
                  </a:cubicBezTo>
                  <a:lnTo>
                    <a:pt x="1507" y="2944"/>
                  </a:lnTo>
                  <a:cubicBezTo>
                    <a:pt x="1712" y="2944"/>
                    <a:pt x="1872" y="2762"/>
                    <a:pt x="1872" y="2556"/>
                  </a:cubicBezTo>
                  <a:lnTo>
                    <a:pt x="1872" y="365"/>
                  </a:lnTo>
                  <a:cubicBezTo>
                    <a:pt x="1872"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0" name="Google Shape;5220;p33"/>
            <p:cNvSpPr/>
            <p:nvPr/>
          </p:nvSpPr>
          <p:spPr>
            <a:xfrm>
              <a:off x="6823708" y="1510920"/>
              <a:ext cx="54110" cy="85884"/>
            </a:xfrm>
            <a:custGeom>
              <a:avLst/>
              <a:gdLst/>
              <a:ahLst/>
              <a:cxnLst/>
              <a:rect l="l" t="t" r="r" b="b"/>
              <a:pathLst>
                <a:path w="1439" h="2284" extrusionOk="0">
                  <a:moveTo>
                    <a:pt x="297" y="1"/>
                  </a:moveTo>
                  <a:cubicBezTo>
                    <a:pt x="138" y="1"/>
                    <a:pt x="1" y="138"/>
                    <a:pt x="1" y="297"/>
                  </a:cubicBezTo>
                  <a:lnTo>
                    <a:pt x="1" y="1986"/>
                  </a:lnTo>
                  <a:cubicBezTo>
                    <a:pt x="1" y="2146"/>
                    <a:pt x="138" y="2283"/>
                    <a:pt x="297"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1" name="Google Shape;5221;p33"/>
            <p:cNvSpPr/>
            <p:nvPr/>
          </p:nvSpPr>
          <p:spPr>
            <a:xfrm>
              <a:off x="6729285"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2" name="Google Shape;5222;p33"/>
            <p:cNvSpPr/>
            <p:nvPr/>
          </p:nvSpPr>
          <p:spPr>
            <a:xfrm>
              <a:off x="6729285" y="1685175"/>
              <a:ext cx="36963" cy="99571"/>
            </a:xfrm>
            <a:custGeom>
              <a:avLst/>
              <a:gdLst/>
              <a:ahLst/>
              <a:cxnLst/>
              <a:rect l="l" t="t" r="r" b="b"/>
              <a:pathLst>
                <a:path w="983" h="2648" extrusionOk="0">
                  <a:moveTo>
                    <a:pt x="982" y="0"/>
                  </a:moveTo>
                  <a:cubicBezTo>
                    <a:pt x="814" y="358"/>
                    <a:pt x="549" y="599"/>
                    <a:pt x="116" y="599"/>
                  </a:cubicBezTo>
                  <a:cubicBezTo>
                    <a:pt x="79"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3" name="Google Shape;5223;p33"/>
            <p:cNvSpPr/>
            <p:nvPr/>
          </p:nvSpPr>
          <p:spPr>
            <a:xfrm>
              <a:off x="6712138" y="1498925"/>
              <a:ext cx="71257" cy="110739"/>
            </a:xfrm>
            <a:custGeom>
              <a:avLst/>
              <a:gdLst/>
              <a:ahLst/>
              <a:cxnLst/>
              <a:rect l="l" t="t" r="r" b="b"/>
              <a:pathLst>
                <a:path w="1895" h="2945" extrusionOk="0">
                  <a:moveTo>
                    <a:pt x="366" y="0"/>
                  </a:moveTo>
                  <a:cubicBezTo>
                    <a:pt x="160" y="0"/>
                    <a:pt x="0" y="160"/>
                    <a:pt x="0" y="365"/>
                  </a:cubicBezTo>
                  <a:lnTo>
                    <a:pt x="0" y="2556"/>
                  </a:lnTo>
                  <a:cubicBezTo>
                    <a:pt x="0" y="2762"/>
                    <a:pt x="160" y="2944"/>
                    <a:pt x="366"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4" name="Google Shape;5224;p33"/>
            <p:cNvSpPr/>
            <p:nvPr/>
          </p:nvSpPr>
          <p:spPr>
            <a:xfrm>
              <a:off x="6720712" y="1510920"/>
              <a:ext cx="54110" cy="85884"/>
            </a:xfrm>
            <a:custGeom>
              <a:avLst/>
              <a:gdLst/>
              <a:ahLst/>
              <a:cxnLst/>
              <a:rect l="l" t="t" r="r" b="b"/>
              <a:pathLst>
                <a:path w="1439" h="2284" extrusionOk="0">
                  <a:moveTo>
                    <a:pt x="275" y="1"/>
                  </a:moveTo>
                  <a:cubicBezTo>
                    <a:pt x="115" y="1"/>
                    <a:pt x="1" y="138"/>
                    <a:pt x="1" y="297"/>
                  </a:cubicBezTo>
                  <a:lnTo>
                    <a:pt x="1" y="1986"/>
                  </a:lnTo>
                  <a:cubicBezTo>
                    <a:pt x="1" y="2146"/>
                    <a:pt x="115" y="2283"/>
                    <a:pt x="275"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5" name="Google Shape;5225;p33"/>
            <p:cNvSpPr/>
            <p:nvPr/>
          </p:nvSpPr>
          <p:spPr>
            <a:xfrm>
              <a:off x="6625463" y="1577855"/>
              <a:ext cx="37791" cy="206889"/>
            </a:xfrm>
            <a:custGeom>
              <a:avLst/>
              <a:gdLst/>
              <a:ahLst/>
              <a:cxnLst/>
              <a:rect l="l" t="t" r="r" b="b"/>
              <a:pathLst>
                <a:path w="1005" h="5502" extrusionOk="0">
                  <a:moveTo>
                    <a:pt x="0" y="1"/>
                  </a:moveTo>
                  <a:lnTo>
                    <a:pt x="0" y="5502"/>
                  </a:lnTo>
                  <a:lnTo>
                    <a:pt x="1004" y="5502"/>
                  </a:lnTo>
                  <a:lnTo>
                    <a:pt x="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6" name="Google Shape;5226;p33"/>
            <p:cNvSpPr/>
            <p:nvPr/>
          </p:nvSpPr>
          <p:spPr>
            <a:xfrm>
              <a:off x="6625463" y="1685175"/>
              <a:ext cx="37791" cy="99571"/>
            </a:xfrm>
            <a:custGeom>
              <a:avLst/>
              <a:gdLst/>
              <a:ahLst/>
              <a:cxnLst/>
              <a:rect l="l" t="t" r="r" b="b"/>
              <a:pathLst>
                <a:path w="1005" h="2648" extrusionOk="0">
                  <a:moveTo>
                    <a:pt x="1004" y="0"/>
                  </a:moveTo>
                  <a:cubicBezTo>
                    <a:pt x="836" y="358"/>
                    <a:pt x="552" y="599"/>
                    <a:pt x="115" y="599"/>
                  </a:cubicBezTo>
                  <a:cubicBezTo>
                    <a:pt x="78" y="599"/>
                    <a:pt x="39" y="597"/>
                    <a:pt x="0" y="594"/>
                  </a:cubicBezTo>
                  <a:lnTo>
                    <a:pt x="0" y="2648"/>
                  </a:lnTo>
                  <a:lnTo>
                    <a:pt x="1004" y="2648"/>
                  </a:ln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7" name="Google Shape;5227;p33"/>
            <p:cNvSpPr/>
            <p:nvPr/>
          </p:nvSpPr>
          <p:spPr>
            <a:xfrm>
              <a:off x="6608278" y="1498925"/>
              <a:ext cx="71257" cy="110739"/>
            </a:xfrm>
            <a:custGeom>
              <a:avLst/>
              <a:gdLst/>
              <a:ahLst/>
              <a:cxnLst/>
              <a:rect l="l" t="t" r="r" b="b"/>
              <a:pathLst>
                <a:path w="1895" h="2945" extrusionOk="0">
                  <a:moveTo>
                    <a:pt x="389" y="0"/>
                  </a:moveTo>
                  <a:cubicBezTo>
                    <a:pt x="183" y="0"/>
                    <a:pt x="1" y="160"/>
                    <a:pt x="1" y="365"/>
                  </a:cubicBezTo>
                  <a:lnTo>
                    <a:pt x="1" y="2556"/>
                  </a:lnTo>
                  <a:cubicBezTo>
                    <a:pt x="1" y="2762"/>
                    <a:pt x="183" y="2944"/>
                    <a:pt x="389" y="2944"/>
                  </a:cubicBezTo>
                  <a:lnTo>
                    <a:pt x="1530" y="2944"/>
                  </a:lnTo>
                  <a:cubicBezTo>
                    <a:pt x="1735" y="2944"/>
                    <a:pt x="1895" y="2762"/>
                    <a:pt x="1895" y="2556"/>
                  </a:cubicBezTo>
                  <a:lnTo>
                    <a:pt x="1895" y="365"/>
                  </a:lnTo>
                  <a:cubicBezTo>
                    <a:pt x="1895" y="160"/>
                    <a:pt x="1735" y="0"/>
                    <a:pt x="15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8" name="Google Shape;5228;p33"/>
            <p:cNvSpPr/>
            <p:nvPr/>
          </p:nvSpPr>
          <p:spPr>
            <a:xfrm>
              <a:off x="6616851" y="1510920"/>
              <a:ext cx="54110" cy="85884"/>
            </a:xfrm>
            <a:custGeom>
              <a:avLst/>
              <a:gdLst/>
              <a:ahLst/>
              <a:cxnLst/>
              <a:rect l="l" t="t" r="r" b="b"/>
              <a:pathLst>
                <a:path w="1439" h="2284" extrusionOk="0">
                  <a:moveTo>
                    <a:pt x="297" y="1"/>
                  </a:moveTo>
                  <a:cubicBezTo>
                    <a:pt x="138" y="1"/>
                    <a:pt x="1" y="138"/>
                    <a:pt x="1" y="297"/>
                  </a:cubicBezTo>
                  <a:lnTo>
                    <a:pt x="1" y="1986"/>
                  </a:lnTo>
                  <a:cubicBezTo>
                    <a:pt x="1" y="2146"/>
                    <a:pt x="138" y="2283"/>
                    <a:pt x="297"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9" name="Google Shape;5229;p33"/>
            <p:cNvSpPr/>
            <p:nvPr/>
          </p:nvSpPr>
          <p:spPr>
            <a:xfrm>
              <a:off x="6521602" y="1577855"/>
              <a:ext cx="37791" cy="206889"/>
            </a:xfrm>
            <a:custGeom>
              <a:avLst/>
              <a:gdLst/>
              <a:ahLst/>
              <a:cxnLst/>
              <a:rect l="l" t="t" r="r" b="b"/>
              <a:pathLst>
                <a:path w="1005" h="5502" extrusionOk="0">
                  <a:moveTo>
                    <a:pt x="0" y="1"/>
                  </a:moveTo>
                  <a:lnTo>
                    <a:pt x="0" y="5502"/>
                  </a:lnTo>
                  <a:lnTo>
                    <a:pt x="1004" y="5502"/>
                  </a:lnTo>
                  <a:lnTo>
                    <a:pt x="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0" name="Google Shape;5230;p33"/>
            <p:cNvSpPr/>
            <p:nvPr/>
          </p:nvSpPr>
          <p:spPr>
            <a:xfrm>
              <a:off x="6521602" y="1685175"/>
              <a:ext cx="37791" cy="99571"/>
            </a:xfrm>
            <a:custGeom>
              <a:avLst/>
              <a:gdLst/>
              <a:ahLst/>
              <a:cxnLst/>
              <a:rect l="l" t="t" r="r" b="b"/>
              <a:pathLst>
                <a:path w="1005" h="2648" extrusionOk="0">
                  <a:moveTo>
                    <a:pt x="1004" y="0"/>
                  </a:moveTo>
                  <a:cubicBezTo>
                    <a:pt x="836" y="358"/>
                    <a:pt x="571" y="599"/>
                    <a:pt x="120" y="599"/>
                  </a:cubicBezTo>
                  <a:cubicBezTo>
                    <a:pt x="81" y="599"/>
                    <a:pt x="41" y="597"/>
                    <a:pt x="0" y="594"/>
                  </a:cubicBezTo>
                  <a:lnTo>
                    <a:pt x="0" y="2648"/>
                  </a:lnTo>
                  <a:lnTo>
                    <a:pt x="1004" y="2648"/>
                  </a:ln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1" name="Google Shape;5231;p33"/>
            <p:cNvSpPr/>
            <p:nvPr/>
          </p:nvSpPr>
          <p:spPr>
            <a:xfrm>
              <a:off x="6505282" y="1498925"/>
              <a:ext cx="71257" cy="110739"/>
            </a:xfrm>
            <a:custGeom>
              <a:avLst/>
              <a:gdLst/>
              <a:ahLst/>
              <a:cxnLst/>
              <a:rect l="l" t="t" r="r" b="b"/>
              <a:pathLst>
                <a:path w="1895" h="2945" extrusionOk="0">
                  <a:moveTo>
                    <a:pt x="366" y="0"/>
                  </a:moveTo>
                  <a:cubicBezTo>
                    <a:pt x="160" y="0"/>
                    <a:pt x="0" y="160"/>
                    <a:pt x="0" y="365"/>
                  </a:cubicBezTo>
                  <a:lnTo>
                    <a:pt x="0" y="2556"/>
                  </a:lnTo>
                  <a:cubicBezTo>
                    <a:pt x="0" y="2762"/>
                    <a:pt x="160" y="2944"/>
                    <a:pt x="366"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2" name="Google Shape;5232;p33"/>
            <p:cNvSpPr/>
            <p:nvPr/>
          </p:nvSpPr>
          <p:spPr>
            <a:xfrm>
              <a:off x="6513856" y="1510920"/>
              <a:ext cx="54110" cy="85884"/>
            </a:xfrm>
            <a:custGeom>
              <a:avLst/>
              <a:gdLst/>
              <a:ahLst/>
              <a:cxnLst/>
              <a:rect l="l" t="t" r="r" b="b"/>
              <a:pathLst>
                <a:path w="1439" h="2284" extrusionOk="0">
                  <a:moveTo>
                    <a:pt x="275" y="1"/>
                  </a:moveTo>
                  <a:cubicBezTo>
                    <a:pt x="115" y="1"/>
                    <a:pt x="1" y="138"/>
                    <a:pt x="1" y="297"/>
                  </a:cubicBezTo>
                  <a:lnTo>
                    <a:pt x="1" y="1986"/>
                  </a:lnTo>
                  <a:cubicBezTo>
                    <a:pt x="1" y="2146"/>
                    <a:pt x="115" y="2283"/>
                    <a:pt x="275"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3" name="Google Shape;5233;p33"/>
            <p:cNvSpPr/>
            <p:nvPr/>
          </p:nvSpPr>
          <p:spPr>
            <a:xfrm>
              <a:off x="6418606" y="1577855"/>
              <a:ext cx="37791" cy="206889"/>
            </a:xfrm>
            <a:custGeom>
              <a:avLst/>
              <a:gdLst/>
              <a:ahLst/>
              <a:cxnLst/>
              <a:rect l="l" t="t" r="r" b="b"/>
              <a:pathLst>
                <a:path w="1005" h="5502" extrusionOk="0">
                  <a:moveTo>
                    <a:pt x="0" y="1"/>
                  </a:moveTo>
                  <a:lnTo>
                    <a:pt x="0" y="5502"/>
                  </a:lnTo>
                  <a:lnTo>
                    <a:pt x="1004" y="5502"/>
                  </a:lnTo>
                  <a:lnTo>
                    <a:pt x="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4" name="Google Shape;5234;p33"/>
            <p:cNvSpPr/>
            <p:nvPr/>
          </p:nvSpPr>
          <p:spPr>
            <a:xfrm>
              <a:off x="6418606" y="1685175"/>
              <a:ext cx="37791" cy="99571"/>
            </a:xfrm>
            <a:custGeom>
              <a:avLst/>
              <a:gdLst/>
              <a:ahLst/>
              <a:cxnLst/>
              <a:rect l="l" t="t" r="r" b="b"/>
              <a:pathLst>
                <a:path w="1005" h="2648" extrusionOk="0">
                  <a:moveTo>
                    <a:pt x="1004" y="0"/>
                  </a:moveTo>
                  <a:cubicBezTo>
                    <a:pt x="836" y="358"/>
                    <a:pt x="552" y="599"/>
                    <a:pt x="115" y="599"/>
                  </a:cubicBezTo>
                  <a:cubicBezTo>
                    <a:pt x="78" y="599"/>
                    <a:pt x="40" y="597"/>
                    <a:pt x="0" y="594"/>
                  </a:cubicBezTo>
                  <a:lnTo>
                    <a:pt x="0" y="2648"/>
                  </a:lnTo>
                  <a:lnTo>
                    <a:pt x="1004" y="2648"/>
                  </a:ln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5" name="Google Shape;5235;p33"/>
            <p:cNvSpPr/>
            <p:nvPr/>
          </p:nvSpPr>
          <p:spPr>
            <a:xfrm>
              <a:off x="6401422" y="1498925"/>
              <a:ext cx="71294" cy="110739"/>
            </a:xfrm>
            <a:custGeom>
              <a:avLst/>
              <a:gdLst/>
              <a:ahLst/>
              <a:cxnLst/>
              <a:rect l="l" t="t" r="r" b="b"/>
              <a:pathLst>
                <a:path w="1896" h="2945" extrusionOk="0">
                  <a:moveTo>
                    <a:pt x="389" y="0"/>
                  </a:moveTo>
                  <a:cubicBezTo>
                    <a:pt x="183" y="0"/>
                    <a:pt x="1" y="160"/>
                    <a:pt x="1" y="365"/>
                  </a:cubicBezTo>
                  <a:lnTo>
                    <a:pt x="1" y="2556"/>
                  </a:lnTo>
                  <a:cubicBezTo>
                    <a:pt x="1" y="2762"/>
                    <a:pt x="183" y="2944"/>
                    <a:pt x="389" y="2944"/>
                  </a:cubicBezTo>
                  <a:lnTo>
                    <a:pt x="1530" y="2944"/>
                  </a:lnTo>
                  <a:cubicBezTo>
                    <a:pt x="1735" y="2944"/>
                    <a:pt x="1895" y="2762"/>
                    <a:pt x="1895" y="2556"/>
                  </a:cubicBezTo>
                  <a:lnTo>
                    <a:pt x="1895" y="365"/>
                  </a:lnTo>
                  <a:cubicBezTo>
                    <a:pt x="1895" y="160"/>
                    <a:pt x="1735" y="0"/>
                    <a:pt x="15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6" name="Google Shape;5236;p33"/>
            <p:cNvSpPr/>
            <p:nvPr/>
          </p:nvSpPr>
          <p:spPr>
            <a:xfrm>
              <a:off x="6409995" y="1510920"/>
              <a:ext cx="54110" cy="85884"/>
            </a:xfrm>
            <a:custGeom>
              <a:avLst/>
              <a:gdLst/>
              <a:ahLst/>
              <a:cxnLst/>
              <a:rect l="l" t="t" r="r" b="b"/>
              <a:pathLst>
                <a:path w="1439" h="2284" extrusionOk="0">
                  <a:moveTo>
                    <a:pt x="298" y="1"/>
                  </a:moveTo>
                  <a:cubicBezTo>
                    <a:pt x="138" y="1"/>
                    <a:pt x="1" y="138"/>
                    <a:pt x="1" y="297"/>
                  </a:cubicBezTo>
                  <a:lnTo>
                    <a:pt x="1" y="1986"/>
                  </a:lnTo>
                  <a:cubicBezTo>
                    <a:pt x="1" y="2146"/>
                    <a:pt x="138" y="2283"/>
                    <a:pt x="298"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7" name="Google Shape;5237;p33"/>
            <p:cNvSpPr/>
            <p:nvPr/>
          </p:nvSpPr>
          <p:spPr>
            <a:xfrm>
              <a:off x="6314746" y="1577855"/>
              <a:ext cx="37791" cy="206889"/>
            </a:xfrm>
            <a:custGeom>
              <a:avLst/>
              <a:gdLst/>
              <a:ahLst/>
              <a:cxnLst/>
              <a:rect l="l" t="t" r="r" b="b"/>
              <a:pathLst>
                <a:path w="1005" h="5502" extrusionOk="0">
                  <a:moveTo>
                    <a:pt x="0" y="1"/>
                  </a:moveTo>
                  <a:lnTo>
                    <a:pt x="0"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8" name="Google Shape;5238;p33"/>
            <p:cNvSpPr/>
            <p:nvPr/>
          </p:nvSpPr>
          <p:spPr>
            <a:xfrm>
              <a:off x="6314746" y="1685175"/>
              <a:ext cx="37791" cy="99571"/>
            </a:xfrm>
            <a:custGeom>
              <a:avLst/>
              <a:gdLst/>
              <a:ahLst/>
              <a:cxnLst/>
              <a:rect l="l" t="t" r="r" b="b"/>
              <a:pathLst>
                <a:path w="1005" h="2648" extrusionOk="0">
                  <a:moveTo>
                    <a:pt x="1005" y="0"/>
                  </a:moveTo>
                  <a:cubicBezTo>
                    <a:pt x="836" y="358"/>
                    <a:pt x="571" y="599"/>
                    <a:pt x="120" y="599"/>
                  </a:cubicBezTo>
                  <a:cubicBezTo>
                    <a:pt x="81" y="599"/>
                    <a:pt x="42" y="597"/>
                    <a:pt x="0" y="594"/>
                  </a:cubicBezTo>
                  <a:lnTo>
                    <a:pt x="0"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9" name="Google Shape;5239;p33"/>
            <p:cNvSpPr/>
            <p:nvPr/>
          </p:nvSpPr>
          <p:spPr>
            <a:xfrm>
              <a:off x="6298426" y="1498925"/>
              <a:ext cx="71294" cy="110739"/>
            </a:xfrm>
            <a:custGeom>
              <a:avLst/>
              <a:gdLst/>
              <a:ahLst/>
              <a:cxnLst/>
              <a:rect l="l" t="t" r="r" b="b"/>
              <a:pathLst>
                <a:path w="1896" h="2945" extrusionOk="0">
                  <a:moveTo>
                    <a:pt x="366" y="0"/>
                  </a:moveTo>
                  <a:cubicBezTo>
                    <a:pt x="160" y="0"/>
                    <a:pt x="1" y="160"/>
                    <a:pt x="1" y="365"/>
                  </a:cubicBezTo>
                  <a:lnTo>
                    <a:pt x="1" y="2556"/>
                  </a:lnTo>
                  <a:cubicBezTo>
                    <a:pt x="1" y="2762"/>
                    <a:pt x="160" y="2944"/>
                    <a:pt x="366"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0" name="Google Shape;5240;p33"/>
            <p:cNvSpPr/>
            <p:nvPr/>
          </p:nvSpPr>
          <p:spPr>
            <a:xfrm>
              <a:off x="6307000" y="1510920"/>
              <a:ext cx="54110" cy="85884"/>
            </a:xfrm>
            <a:custGeom>
              <a:avLst/>
              <a:gdLst/>
              <a:ahLst/>
              <a:cxnLst/>
              <a:rect l="l" t="t" r="r" b="b"/>
              <a:pathLst>
                <a:path w="1439" h="2284" extrusionOk="0">
                  <a:moveTo>
                    <a:pt x="275" y="1"/>
                  </a:moveTo>
                  <a:cubicBezTo>
                    <a:pt x="115" y="1"/>
                    <a:pt x="1" y="138"/>
                    <a:pt x="1" y="297"/>
                  </a:cubicBezTo>
                  <a:lnTo>
                    <a:pt x="1" y="1986"/>
                  </a:lnTo>
                  <a:cubicBezTo>
                    <a:pt x="1" y="2146"/>
                    <a:pt x="115" y="2283"/>
                    <a:pt x="275"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1" name="Google Shape;5241;p33"/>
            <p:cNvSpPr/>
            <p:nvPr/>
          </p:nvSpPr>
          <p:spPr>
            <a:xfrm>
              <a:off x="6211750" y="1577855"/>
              <a:ext cx="37791" cy="206889"/>
            </a:xfrm>
            <a:custGeom>
              <a:avLst/>
              <a:gdLst/>
              <a:ahLst/>
              <a:cxnLst/>
              <a:rect l="l" t="t" r="r" b="b"/>
              <a:pathLst>
                <a:path w="1005" h="5502" extrusionOk="0">
                  <a:moveTo>
                    <a:pt x="0" y="1"/>
                  </a:moveTo>
                  <a:lnTo>
                    <a:pt x="0"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2" name="Google Shape;5242;p33"/>
            <p:cNvSpPr/>
            <p:nvPr/>
          </p:nvSpPr>
          <p:spPr>
            <a:xfrm>
              <a:off x="6211750" y="1685175"/>
              <a:ext cx="37791" cy="99571"/>
            </a:xfrm>
            <a:custGeom>
              <a:avLst/>
              <a:gdLst/>
              <a:ahLst/>
              <a:cxnLst/>
              <a:rect l="l" t="t" r="r" b="b"/>
              <a:pathLst>
                <a:path w="1005" h="2648" extrusionOk="0">
                  <a:moveTo>
                    <a:pt x="1005" y="0"/>
                  </a:moveTo>
                  <a:cubicBezTo>
                    <a:pt x="836" y="358"/>
                    <a:pt x="552" y="599"/>
                    <a:pt x="115" y="599"/>
                  </a:cubicBezTo>
                  <a:cubicBezTo>
                    <a:pt x="78" y="599"/>
                    <a:pt x="40" y="597"/>
                    <a:pt x="0" y="594"/>
                  </a:cubicBezTo>
                  <a:lnTo>
                    <a:pt x="0"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3" name="Google Shape;5243;p33"/>
            <p:cNvSpPr/>
            <p:nvPr/>
          </p:nvSpPr>
          <p:spPr>
            <a:xfrm>
              <a:off x="6194565" y="1498925"/>
              <a:ext cx="71294" cy="110739"/>
            </a:xfrm>
            <a:custGeom>
              <a:avLst/>
              <a:gdLst/>
              <a:ahLst/>
              <a:cxnLst/>
              <a:rect l="l" t="t" r="r" b="b"/>
              <a:pathLst>
                <a:path w="1896" h="2945" extrusionOk="0">
                  <a:moveTo>
                    <a:pt x="389" y="0"/>
                  </a:moveTo>
                  <a:cubicBezTo>
                    <a:pt x="183" y="0"/>
                    <a:pt x="1" y="160"/>
                    <a:pt x="1" y="365"/>
                  </a:cubicBezTo>
                  <a:lnTo>
                    <a:pt x="1" y="2556"/>
                  </a:lnTo>
                  <a:cubicBezTo>
                    <a:pt x="1" y="2762"/>
                    <a:pt x="183" y="2944"/>
                    <a:pt x="389" y="2944"/>
                  </a:cubicBezTo>
                  <a:lnTo>
                    <a:pt x="1530" y="2944"/>
                  </a:lnTo>
                  <a:cubicBezTo>
                    <a:pt x="1735" y="2944"/>
                    <a:pt x="1895" y="2762"/>
                    <a:pt x="1895" y="2556"/>
                  </a:cubicBezTo>
                  <a:lnTo>
                    <a:pt x="1895" y="365"/>
                  </a:lnTo>
                  <a:cubicBezTo>
                    <a:pt x="1895" y="160"/>
                    <a:pt x="1735" y="0"/>
                    <a:pt x="15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4" name="Google Shape;5244;p33"/>
            <p:cNvSpPr/>
            <p:nvPr/>
          </p:nvSpPr>
          <p:spPr>
            <a:xfrm>
              <a:off x="6203139" y="1510920"/>
              <a:ext cx="54110" cy="85884"/>
            </a:xfrm>
            <a:custGeom>
              <a:avLst/>
              <a:gdLst/>
              <a:ahLst/>
              <a:cxnLst/>
              <a:rect l="l" t="t" r="r" b="b"/>
              <a:pathLst>
                <a:path w="1439" h="2284" extrusionOk="0">
                  <a:moveTo>
                    <a:pt x="298" y="1"/>
                  </a:moveTo>
                  <a:cubicBezTo>
                    <a:pt x="138" y="1"/>
                    <a:pt x="1" y="138"/>
                    <a:pt x="1" y="297"/>
                  </a:cubicBezTo>
                  <a:lnTo>
                    <a:pt x="1" y="1986"/>
                  </a:lnTo>
                  <a:cubicBezTo>
                    <a:pt x="1" y="2146"/>
                    <a:pt x="138" y="2283"/>
                    <a:pt x="298"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5" name="Google Shape;5245;p33"/>
            <p:cNvSpPr/>
            <p:nvPr/>
          </p:nvSpPr>
          <p:spPr>
            <a:xfrm>
              <a:off x="5908742" y="181389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6" name="Google Shape;5246;p33"/>
            <p:cNvSpPr/>
            <p:nvPr/>
          </p:nvSpPr>
          <p:spPr>
            <a:xfrm>
              <a:off x="6016889" y="1813891"/>
              <a:ext cx="98744" cy="37828"/>
            </a:xfrm>
            <a:custGeom>
              <a:avLst/>
              <a:gdLst/>
              <a:ahLst/>
              <a:cxnLst/>
              <a:rect l="l" t="t" r="r" b="b"/>
              <a:pathLst>
                <a:path w="2626" h="1006" extrusionOk="0">
                  <a:moveTo>
                    <a:pt x="1" y="1"/>
                  </a:moveTo>
                  <a:cubicBezTo>
                    <a:pt x="389" y="184"/>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7" name="Google Shape;5247;p33"/>
            <p:cNvSpPr/>
            <p:nvPr/>
          </p:nvSpPr>
          <p:spPr>
            <a:xfrm>
              <a:off x="5829775" y="1797609"/>
              <a:ext cx="110777" cy="71257"/>
            </a:xfrm>
            <a:custGeom>
              <a:avLst/>
              <a:gdLst/>
              <a:ahLst/>
              <a:cxnLst/>
              <a:rect l="l" t="t" r="r" b="b"/>
              <a:pathLst>
                <a:path w="2946" h="1895" extrusionOk="0">
                  <a:moveTo>
                    <a:pt x="389" y="0"/>
                  </a:moveTo>
                  <a:cubicBezTo>
                    <a:pt x="184" y="0"/>
                    <a:pt x="1" y="160"/>
                    <a:pt x="1" y="365"/>
                  </a:cubicBezTo>
                  <a:lnTo>
                    <a:pt x="1" y="1507"/>
                  </a:lnTo>
                  <a:cubicBezTo>
                    <a:pt x="1" y="1712"/>
                    <a:pt x="184" y="1895"/>
                    <a:pt x="389" y="1895"/>
                  </a:cubicBezTo>
                  <a:lnTo>
                    <a:pt x="2580" y="1895"/>
                  </a:lnTo>
                  <a:cubicBezTo>
                    <a:pt x="2786" y="1895"/>
                    <a:pt x="2945" y="1712"/>
                    <a:pt x="2945" y="1507"/>
                  </a:cubicBezTo>
                  <a:lnTo>
                    <a:pt x="2945" y="365"/>
                  </a:lnTo>
                  <a:cubicBezTo>
                    <a:pt x="2945" y="160"/>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8" name="Google Shape;5248;p33"/>
            <p:cNvSpPr/>
            <p:nvPr/>
          </p:nvSpPr>
          <p:spPr>
            <a:xfrm>
              <a:off x="5842673" y="1806182"/>
              <a:ext cx="85847" cy="54110"/>
            </a:xfrm>
            <a:custGeom>
              <a:avLst/>
              <a:gdLst/>
              <a:ahLst/>
              <a:cxnLst/>
              <a:rect l="l" t="t" r="r" b="b"/>
              <a:pathLst>
                <a:path w="2283" h="1439" extrusionOk="0">
                  <a:moveTo>
                    <a:pt x="274" y="0"/>
                  </a:moveTo>
                  <a:cubicBezTo>
                    <a:pt x="114" y="0"/>
                    <a:pt x="0" y="115"/>
                    <a:pt x="0" y="274"/>
                  </a:cubicBezTo>
                  <a:lnTo>
                    <a:pt x="0" y="1142"/>
                  </a:lnTo>
                  <a:cubicBezTo>
                    <a:pt x="0" y="1302"/>
                    <a:pt x="114" y="1438"/>
                    <a:pt x="274" y="1438"/>
                  </a:cubicBezTo>
                  <a:lnTo>
                    <a:pt x="1986" y="1438"/>
                  </a:lnTo>
                  <a:cubicBezTo>
                    <a:pt x="2146" y="1438"/>
                    <a:pt x="2283" y="1302"/>
                    <a:pt x="2283" y="1142"/>
                  </a:cubicBezTo>
                  <a:lnTo>
                    <a:pt x="2283" y="274"/>
                  </a:lnTo>
                  <a:cubicBezTo>
                    <a:pt x="2283" y="115"/>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9" name="Google Shape;5249;p33"/>
            <p:cNvSpPr/>
            <p:nvPr/>
          </p:nvSpPr>
          <p:spPr>
            <a:xfrm>
              <a:off x="5908742" y="1917752"/>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0" name="Google Shape;5250;p33"/>
            <p:cNvSpPr/>
            <p:nvPr/>
          </p:nvSpPr>
          <p:spPr>
            <a:xfrm>
              <a:off x="6016889" y="1917752"/>
              <a:ext cx="98744" cy="37828"/>
            </a:xfrm>
            <a:custGeom>
              <a:avLst/>
              <a:gdLst/>
              <a:ahLst/>
              <a:cxnLst/>
              <a:rect l="l" t="t" r="r" b="b"/>
              <a:pathLst>
                <a:path w="2626" h="1006"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1" name="Google Shape;5251;p33"/>
            <p:cNvSpPr/>
            <p:nvPr/>
          </p:nvSpPr>
          <p:spPr>
            <a:xfrm>
              <a:off x="5829775" y="1900604"/>
              <a:ext cx="110777" cy="71257"/>
            </a:xfrm>
            <a:custGeom>
              <a:avLst/>
              <a:gdLst/>
              <a:ahLst/>
              <a:cxnLst/>
              <a:rect l="l" t="t" r="r" b="b"/>
              <a:pathLst>
                <a:path w="2946" h="1895" extrusionOk="0">
                  <a:moveTo>
                    <a:pt x="389" y="0"/>
                  </a:moveTo>
                  <a:cubicBezTo>
                    <a:pt x="184" y="0"/>
                    <a:pt x="1" y="183"/>
                    <a:pt x="1" y="388"/>
                  </a:cubicBezTo>
                  <a:lnTo>
                    <a:pt x="1" y="1530"/>
                  </a:lnTo>
                  <a:cubicBezTo>
                    <a:pt x="1" y="1735"/>
                    <a:pt x="184" y="1895"/>
                    <a:pt x="389" y="1895"/>
                  </a:cubicBezTo>
                  <a:lnTo>
                    <a:pt x="2580" y="1895"/>
                  </a:lnTo>
                  <a:cubicBezTo>
                    <a:pt x="2786" y="1895"/>
                    <a:pt x="2945" y="1735"/>
                    <a:pt x="2945" y="1530"/>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2" name="Google Shape;5252;p33"/>
            <p:cNvSpPr/>
            <p:nvPr/>
          </p:nvSpPr>
          <p:spPr>
            <a:xfrm>
              <a:off x="5842673" y="1909178"/>
              <a:ext cx="85847" cy="54110"/>
            </a:xfrm>
            <a:custGeom>
              <a:avLst/>
              <a:gdLst/>
              <a:ahLst/>
              <a:cxnLst/>
              <a:rect l="l" t="t" r="r" b="b"/>
              <a:pathLst>
                <a:path w="2283" h="1439" extrusionOk="0">
                  <a:moveTo>
                    <a:pt x="274" y="1"/>
                  </a:moveTo>
                  <a:cubicBezTo>
                    <a:pt x="114" y="1"/>
                    <a:pt x="0" y="137"/>
                    <a:pt x="0" y="297"/>
                  </a:cubicBezTo>
                  <a:lnTo>
                    <a:pt x="0" y="1165"/>
                  </a:lnTo>
                  <a:cubicBezTo>
                    <a:pt x="0" y="1324"/>
                    <a:pt x="114" y="1438"/>
                    <a:pt x="274" y="1438"/>
                  </a:cubicBezTo>
                  <a:lnTo>
                    <a:pt x="1986" y="1438"/>
                  </a:lnTo>
                  <a:cubicBezTo>
                    <a:pt x="2146" y="1438"/>
                    <a:pt x="2283" y="1324"/>
                    <a:pt x="2283" y="1165"/>
                  </a:cubicBezTo>
                  <a:lnTo>
                    <a:pt x="2283" y="297"/>
                  </a:lnTo>
                  <a:cubicBezTo>
                    <a:pt x="2283" y="137"/>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3" name="Google Shape;5253;p33"/>
            <p:cNvSpPr/>
            <p:nvPr/>
          </p:nvSpPr>
          <p:spPr>
            <a:xfrm>
              <a:off x="5908742" y="2020747"/>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4" name="Google Shape;5254;p33"/>
            <p:cNvSpPr/>
            <p:nvPr/>
          </p:nvSpPr>
          <p:spPr>
            <a:xfrm>
              <a:off x="6016889" y="2020747"/>
              <a:ext cx="98744" cy="37828"/>
            </a:xfrm>
            <a:custGeom>
              <a:avLst/>
              <a:gdLst/>
              <a:ahLst/>
              <a:cxnLst/>
              <a:rect l="l" t="t" r="r" b="b"/>
              <a:pathLst>
                <a:path w="2626" h="1006"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5" name="Google Shape;5255;p33"/>
            <p:cNvSpPr/>
            <p:nvPr/>
          </p:nvSpPr>
          <p:spPr>
            <a:xfrm>
              <a:off x="5829775" y="2004465"/>
              <a:ext cx="110777" cy="71257"/>
            </a:xfrm>
            <a:custGeom>
              <a:avLst/>
              <a:gdLst/>
              <a:ahLst/>
              <a:cxnLst/>
              <a:rect l="l" t="t" r="r" b="b"/>
              <a:pathLst>
                <a:path w="2946" h="1895" extrusionOk="0">
                  <a:moveTo>
                    <a:pt x="389" y="0"/>
                  </a:moveTo>
                  <a:cubicBezTo>
                    <a:pt x="184" y="0"/>
                    <a:pt x="1" y="160"/>
                    <a:pt x="1" y="365"/>
                  </a:cubicBezTo>
                  <a:lnTo>
                    <a:pt x="1" y="1507"/>
                  </a:lnTo>
                  <a:cubicBezTo>
                    <a:pt x="1" y="1712"/>
                    <a:pt x="184" y="1895"/>
                    <a:pt x="389" y="1895"/>
                  </a:cubicBezTo>
                  <a:lnTo>
                    <a:pt x="2580" y="1895"/>
                  </a:lnTo>
                  <a:cubicBezTo>
                    <a:pt x="2786" y="1895"/>
                    <a:pt x="2945" y="1712"/>
                    <a:pt x="2945" y="1507"/>
                  </a:cubicBezTo>
                  <a:lnTo>
                    <a:pt x="2945" y="365"/>
                  </a:lnTo>
                  <a:cubicBezTo>
                    <a:pt x="2945" y="160"/>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6" name="Google Shape;5256;p33"/>
            <p:cNvSpPr/>
            <p:nvPr/>
          </p:nvSpPr>
          <p:spPr>
            <a:xfrm>
              <a:off x="5842673" y="2013039"/>
              <a:ext cx="85847" cy="54110"/>
            </a:xfrm>
            <a:custGeom>
              <a:avLst/>
              <a:gdLst/>
              <a:ahLst/>
              <a:cxnLst/>
              <a:rect l="l" t="t" r="r" b="b"/>
              <a:pathLst>
                <a:path w="2283" h="1439" extrusionOk="0">
                  <a:moveTo>
                    <a:pt x="274" y="0"/>
                  </a:moveTo>
                  <a:cubicBezTo>
                    <a:pt x="114" y="0"/>
                    <a:pt x="0" y="114"/>
                    <a:pt x="0" y="274"/>
                  </a:cubicBezTo>
                  <a:lnTo>
                    <a:pt x="0" y="1142"/>
                  </a:lnTo>
                  <a:cubicBezTo>
                    <a:pt x="0" y="1301"/>
                    <a:pt x="114" y="1438"/>
                    <a:pt x="274"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7" name="Google Shape;5257;p33"/>
            <p:cNvSpPr/>
            <p:nvPr/>
          </p:nvSpPr>
          <p:spPr>
            <a:xfrm>
              <a:off x="5908742" y="2124608"/>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8" name="Google Shape;5258;p33"/>
            <p:cNvSpPr/>
            <p:nvPr/>
          </p:nvSpPr>
          <p:spPr>
            <a:xfrm>
              <a:off x="6016889" y="2124608"/>
              <a:ext cx="98744" cy="37791"/>
            </a:xfrm>
            <a:custGeom>
              <a:avLst/>
              <a:gdLst/>
              <a:ahLst/>
              <a:cxnLst/>
              <a:rect l="l" t="t" r="r" b="b"/>
              <a:pathLst>
                <a:path w="2626" h="1005"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9" name="Google Shape;5259;p33"/>
            <p:cNvSpPr/>
            <p:nvPr/>
          </p:nvSpPr>
          <p:spPr>
            <a:xfrm>
              <a:off x="5829775" y="2107461"/>
              <a:ext cx="110777" cy="71257"/>
            </a:xfrm>
            <a:custGeom>
              <a:avLst/>
              <a:gdLst/>
              <a:ahLst/>
              <a:cxnLst/>
              <a:rect l="l" t="t" r="r" b="b"/>
              <a:pathLst>
                <a:path w="2946" h="1895" extrusionOk="0">
                  <a:moveTo>
                    <a:pt x="389" y="0"/>
                  </a:moveTo>
                  <a:cubicBezTo>
                    <a:pt x="184" y="0"/>
                    <a:pt x="1" y="183"/>
                    <a:pt x="1" y="388"/>
                  </a:cubicBezTo>
                  <a:lnTo>
                    <a:pt x="1" y="1529"/>
                  </a:lnTo>
                  <a:cubicBezTo>
                    <a:pt x="1" y="1735"/>
                    <a:pt x="184" y="1895"/>
                    <a:pt x="389" y="1895"/>
                  </a:cubicBezTo>
                  <a:lnTo>
                    <a:pt x="2580" y="1895"/>
                  </a:lnTo>
                  <a:cubicBezTo>
                    <a:pt x="2786" y="1895"/>
                    <a:pt x="2945" y="1735"/>
                    <a:pt x="2945" y="1529"/>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0" name="Google Shape;5260;p33"/>
            <p:cNvSpPr/>
            <p:nvPr/>
          </p:nvSpPr>
          <p:spPr>
            <a:xfrm>
              <a:off x="5842673" y="2116034"/>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1" name="Google Shape;5261;p33"/>
            <p:cNvSpPr/>
            <p:nvPr/>
          </p:nvSpPr>
          <p:spPr>
            <a:xfrm>
              <a:off x="5908742" y="2227604"/>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2" name="Google Shape;5262;p33"/>
            <p:cNvSpPr/>
            <p:nvPr/>
          </p:nvSpPr>
          <p:spPr>
            <a:xfrm>
              <a:off x="6016889" y="2227604"/>
              <a:ext cx="98744" cy="37791"/>
            </a:xfrm>
            <a:custGeom>
              <a:avLst/>
              <a:gdLst/>
              <a:ahLst/>
              <a:cxnLst/>
              <a:rect l="l" t="t" r="r" b="b"/>
              <a:pathLst>
                <a:path w="2626" h="1005"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3" name="Google Shape;5263;p33"/>
            <p:cNvSpPr/>
            <p:nvPr/>
          </p:nvSpPr>
          <p:spPr>
            <a:xfrm>
              <a:off x="5829775" y="2211284"/>
              <a:ext cx="110777" cy="71294"/>
            </a:xfrm>
            <a:custGeom>
              <a:avLst/>
              <a:gdLst/>
              <a:ahLst/>
              <a:cxnLst/>
              <a:rect l="l" t="t" r="r" b="b"/>
              <a:pathLst>
                <a:path w="2946" h="1896" extrusionOk="0">
                  <a:moveTo>
                    <a:pt x="389" y="1"/>
                  </a:moveTo>
                  <a:cubicBezTo>
                    <a:pt x="184" y="1"/>
                    <a:pt x="1" y="161"/>
                    <a:pt x="1" y="366"/>
                  </a:cubicBezTo>
                  <a:lnTo>
                    <a:pt x="1" y="1507"/>
                  </a:lnTo>
                  <a:cubicBezTo>
                    <a:pt x="1" y="1713"/>
                    <a:pt x="184" y="1895"/>
                    <a:pt x="389" y="1895"/>
                  </a:cubicBezTo>
                  <a:lnTo>
                    <a:pt x="2580" y="1895"/>
                  </a:lnTo>
                  <a:cubicBezTo>
                    <a:pt x="2786" y="1895"/>
                    <a:pt x="2945" y="1713"/>
                    <a:pt x="2945" y="1507"/>
                  </a:cubicBezTo>
                  <a:lnTo>
                    <a:pt x="2945" y="366"/>
                  </a:lnTo>
                  <a:cubicBezTo>
                    <a:pt x="2945" y="161"/>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4" name="Google Shape;5264;p33"/>
            <p:cNvSpPr/>
            <p:nvPr/>
          </p:nvSpPr>
          <p:spPr>
            <a:xfrm>
              <a:off x="5842673" y="2219895"/>
              <a:ext cx="85847" cy="54110"/>
            </a:xfrm>
            <a:custGeom>
              <a:avLst/>
              <a:gdLst/>
              <a:ahLst/>
              <a:cxnLst/>
              <a:rect l="l" t="t" r="r" b="b"/>
              <a:pathLst>
                <a:path w="2283" h="1439" extrusionOk="0">
                  <a:moveTo>
                    <a:pt x="274" y="0"/>
                  </a:moveTo>
                  <a:cubicBezTo>
                    <a:pt x="114" y="0"/>
                    <a:pt x="0" y="114"/>
                    <a:pt x="0" y="274"/>
                  </a:cubicBezTo>
                  <a:lnTo>
                    <a:pt x="0" y="1142"/>
                  </a:lnTo>
                  <a:cubicBezTo>
                    <a:pt x="0" y="1301"/>
                    <a:pt x="114" y="1438"/>
                    <a:pt x="274"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5" name="Google Shape;5265;p33"/>
            <p:cNvSpPr/>
            <p:nvPr/>
          </p:nvSpPr>
          <p:spPr>
            <a:xfrm>
              <a:off x="5908742" y="2331464"/>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6" name="Google Shape;5266;p33"/>
            <p:cNvSpPr/>
            <p:nvPr/>
          </p:nvSpPr>
          <p:spPr>
            <a:xfrm>
              <a:off x="6016889" y="2331464"/>
              <a:ext cx="98744" cy="37791"/>
            </a:xfrm>
            <a:custGeom>
              <a:avLst/>
              <a:gdLst/>
              <a:ahLst/>
              <a:cxnLst/>
              <a:rect l="l" t="t" r="r" b="b"/>
              <a:pathLst>
                <a:path w="2626" h="1005"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7" name="Google Shape;5267;p33"/>
            <p:cNvSpPr/>
            <p:nvPr/>
          </p:nvSpPr>
          <p:spPr>
            <a:xfrm>
              <a:off x="5829775" y="2314317"/>
              <a:ext cx="110777" cy="71257"/>
            </a:xfrm>
            <a:custGeom>
              <a:avLst/>
              <a:gdLst/>
              <a:ahLst/>
              <a:cxnLst/>
              <a:rect l="l" t="t" r="r" b="b"/>
              <a:pathLst>
                <a:path w="2946" h="1895" extrusionOk="0">
                  <a:moveTo>
                    <a:pt x="389" y="0"/>
                  </a:moveTo>
                  <a:cubicBezTo>
                    <a:pt x="184" y="0"/>
                    <a:pt x="1" y="183"/>
                    <a:pt x="1" y="388"/>
                  </a:cubicBezTo>
                  <a:lnTo>
                    <a:pt x="1" y="1529"/>
                  </a:lnTo>
                  <a:cubicBezTo>
                    <a:pt x="1" y="1735"/>
                    <a:pt x="184" y="1895"/>
                    <a:pt x="389" y="1895"/>
                  </a:cubicBezTo>
                  <a:lnTo>
                    <a:pt x="2580" y="1895"/>
                  </a:lnTo>
                  <a:cubicBezTo>
                    <a:pt x="2786" y="1895"/>
                    <a:pt x="2945" y="1735"/>
                    <a:pt x="2945" y="1529"/>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8" name="Google Shape;5268;p33"/>
            <p:cNvSpPr/>
            <p:nvPr/>
          </p:nvSpPr>
          <p:spPr>
            <a:xfrm>
              <a:off x="5842673" y="2322891"/>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9" name="Google Shape;5269;p33"/>
            <p:cNvSpPr/>
            <p:nvPr/>
          </p:nvSpPr>
          <p:spPr>
            <a:xfrm>
              <a:off x="5908742" y="2434460"/>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0" name="Google Shape;5270;p33"/>
            <p:cNvSpPr/>
            <p:nvPr/>
          </p:nvSpPr>
          <p:spPr>
            <a:xfrm>
              <a:off x="6016889" y="2434460"/>
              <a:ext cx="98744" cy="37791"/>
            </a:xfrm>
            <a:custGeom>
              <a:avLst/>
              <a:gdLst/>
              <a:ahLst/>
              <a:cxnLst/>
              <a:rect l="l" t="t" r="r" b="b"/>
              <a:pathLst>
                <a:path w="2626" h="1005"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1" name="Google Shape;5271;p33"/>
            <p:cNvSpPr/>
            <p:nvPr/>
          </p:nvSpPr>
          <p:spPr>
            <a:xfrm>
              <a:off x="5829775" y="2418140"/>
              <a:ext cx="110777" cy="71294"/>
            </a:xfrm>
            <a:custGeom>
              <a:avLst/>
              <a:gdLst/>
              <a:ahLst/>
              <a:cxnLst/>
              <a:rect l="l" t="t" r="r" b="b"/>
              <a:pathLst>
                <a:path w="2946" h="1896" extrusionOk="0">
                  <a:moveTo>
                    <a:pt x="389" y="1"/>
                  </a:moveTo>
                  <a:cubicBezTo>
                    <a:pt x="184" y="1"/>
                    <a:pt x="1" y="161"/>
                    <a:pt x="1" y="366"/>
                  </a:cubicBezTo>
                  <a:lnTo>
                    <a:pt x="1" y="1507"/>
                  </a:lnTo>
                  <a:cubicBezTo>
                    <a:pt x="1" y="1713"/>
                    <a:pt x="184" y="1895"/>
                    <a:pt x="389" y="1895"/>
                  </a:cubicBezTo>
                  <a:lnTo>
                    <a:pt x="2580" y="1895"/>
                  </a:lnTo>
                  <a:cubicBezTo>
                    <a:pt x="2786" y="1895"/>
                    <a:pt x="2945" y="1713"/>
                    <a:pt x="2945" y="1507"/>
                  </a:cubicBezTo>
                  <a:lnTo>
                    <a:pt x="2945" y="366"/>
                  </a:lnTo>
                  <a:cubicBezTo>
                    <a:pt x="2945" y="161"/>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2" name="Google Shape;5272;p33"/>
            <p:cNvSpPr/>
            <p:nvPr/>
          </p:nvSpPr>
          <p:spPr>
            <a:xfrm>
              <a:off x="5842673" y="2426751"/>
              <a:ext cx="85847" cy="54110"/>
            </a:xfrm>
            <a:custGeom>
              <a:avLst/>
              <a:gdLst/>
              <a:ahLst/>
              <a:cxnLst/>
              <a:rect l="l" t="t" r="r" b="b"/>
              <a:pathLst>
                <a:path w="2283" h="1439" extrusionOk="0">
                  <a:moveTo>
                    <a:pt x="274" y="0"/>
                  </a:moveTo>
                  <a:cubicBezTo>
                    <a:pt x="114" y="0"/>
                    <a:pt x="0" y="114"/>
                    <a:pt x="0" y="274"/>
                  </a:cubicBezTo>
                  <a:lnTo>
                    <a:pt x="0" y="1141"/>
                  </a:lnTo>
                  <a:cubicBezTo>
                    <a:pt x="0" y="1301"/>
                    <a:pt x="114" y="1438"/>
                    <a:pt x="274" y="1438"/>
                  </a:cubicBezTo>
                  <a:lnTo>
                    <a:pt x="1986" y="1438"/>
                  </a:lnTo>
                  <a:cubicBezTo>
                    <a:pt x="2146" y="1438"/>
                    <a:pt x="2283" y="1301"/>
                    <a:pt x="2283" y="1141"/>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3" name="Google Shape;5273;p33"/>
            <p:cNvSpPr/>
            <p:nvPr/>
          </p:nvSpPr>
          <p:spPr>
            <a:xfrm>
              <a:off x="5908742" y="2538320"/>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4" name="Google Shape;5274;p33"/>
            <p:cNvSpPr/>
            <p:nvPr/>
          </p:nvSpPr>
          <p:spPr>
            <a:xfrm>
              <a:off x="6016889" y="2538320"/>
              <a:ext cx="98744" cy="37791"/>
            </a:xfrm>
            <a:custGeom>
              <a:avLst/>
              <a:gdLst/>
              <a:ahLst/>
              <a:cxnLst/>
              <a:rect l="l" t="t" r="r" b="b"/>
              <a:pathLst>
                <a:path w="2626" h="1005" extrusionOk="0">
                  <a:moveTo>
                    <a:pt x="1" y="0"/>
                  </a:moveTo>
                  <a:cubicBezTo>
                    <a:pt x="389" y="183"/>
                    <a:pt x="640" y="480"/>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5" name="Google Shape;5275;p33"/>
            <p:cNvSpPr/>
            <p:nvPr/>
          </p:nvSpPr>
          <p:spPr>
            <a:xfrm>
              <a:off x="5829775" y="2521136"/>
              <a:ext cx="110777" cy="71294"/>
            </a:xfrm>
            <a:custGeom>
              <a:avLst/>
              <a:gdLst/>
              <a:ahLst/>
              <a:cxnLst/>
              <a:rect l="l" t="t" r="r" b="b"/>
              <a:pathLst>
                <a:path w="2946" h="1896" extrusionOk="0">
                  <a:moveTo>
                    <a:pt x="389" y="1"/>
                  </a:moveTo>
                  <a:cubicBezTo>
                    <a:pt x="184" y="1"/>
                    <a:pt x="1" y="184"/>
                    <a:pt x="1" y="389"/>
                  </a:cubicBezTo>
                  <a:lnTo>
                    <a:pt x="1" y="1530"/>
                  </a:lnTo>
                  <a:cubicBezTo>
                    <a:pt x="1" y="1736"/>
                    <a:pt x="184" y="1895"/>
                    <a:pt x="389" y="1895"/>
                  </a:cubicBezTo>
                  <a:lnTo>
                    <a:pt x="2580" y="1895"/>
                  </a:lnTo>
                  <a:cubicBezTo>
                    <a:pt x="2786" y="1895"/>
                    <a:pt x="2945" y="1736"/>
                    <a:pt x="2945" y="1530"/>
                  </a:cubicBezTo>
                  <a:lnTo>
                    <a:pt x="2945" y="389"/>
                  </a:lnTo>
                  <a:cubicBezTo>
                    <a:pt x="2945" y="184"/>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6" name="Google Shape;5276;p33"/>
            <p:cNvSpPr/>
            <p:nvPr/>
          </p:nvSpPr>
          <p:spPr>
            <a:xfrm>
              <a:off x="5842673" y="2529747"/>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7" name="Google Shape;5277;p33"/>
            <p:cNvSpPr/>
            <p:nvPr/>
          </p:nvSpPr>
          <p:spPr>
            <a:xfrm>
              <a:off x="5908742" y="2641316"/>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8" name="Google Shape;5278;p33"/>
            <p:cNvSpPr/>
            <p:nvPr/>
          </p:nvSpPr>
          <p:spPr>
            <a:xfrm>
              <a:off x="6016889" y="2641316"/>
              <a:ext cx="98744" cy="37791"/>
            </a:xfrm>
            <a:custGeom>
              <a:avLst/>
              <a:gdLst/>
              <a:ahLst/>
              <a:cxnLst/>
              <a:rect l="l" t="t" r="r" b="b"/>
              <a:pathLst>
                <a:path w="2626" h="1005" extrusionOk="0">
                  <a:moveTo>
                    <a:pt x="1" y="0"/>
                  </a:moveTo>
                  <a:cubicBezTo>
                    <a:pt x="389" y="183"/>
                    <a:pt x="640" y="503"/>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9" name="Google Shape;5279;p33"/>
            <p:cNvSpPr/>
            <p:nvPr/>
          </p:nvSpPr>
          <p:spPr>
            <a:xfrm>
              <a:off x="5829775" y="2624996"/>
              <a:ext cx="110777" cy="71294"/>
            </a:xfrm>
            <a:custGeom>
              <a:avLst/>
              <a:gdLst/>
              <a:ahLst/>
              <a:cxnLst/>
              <a:rect l="l" t="t" r="r" b="b"/>
              <a:pathLst>
                <a:path w="2946" h="1896" extrusionOk="0">
                  <a:moveTo>
                    <a:pt x="389" y="1"/>
                  </a:moveTo>
                  <a:cubicBezTo>
                    <a:pt x="184" y="1"/>
                    <a:pt x="1" y="161"/>
                    <a:pt x="1" y="366"/>
                  </a:cubicBezTo>
                  <a:lnTo>
                    <a:pt x="1" y="1507"/>
                  </a:lnTo>
                  <a:cubicBezTo>
                    <a:pt x="1" y="1713"/>
                    <a:pt x="184" y="1895"/>
                    <a:pt x="389" y="1895"/>
                  </a:cubicBezTo>
                  <a:lnTo>
                    <a:pt x="2580" y="1895"/>
                  </a:lnTo>
                  <a:cubicBezTo>
                    <a:pt x="2786" y="1895"/>
                    <a:pt x="2945" y="1713"/>
                    <a:pt x="2945" y="1507"/>
                  </a:cubicBezTo>
                  <a:lnTo>
                    <a:pt x="2945" y="366"/>
                  </a:lnTo>
                  <a:cubicBezTo>
                    <a:pt x="2945" y="161"/>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0" name="Google Shape;5280;p33"/>
            <p:cNvSpPr/>
            <p:nvPr/>
          </p:nvSpPr>
          <p:spPr>
            <a:xfrm>
              <a:off x="5842673" y="2633607"/>
              <a:ext cx="85847" cy="54110"/>
            </a:xfrm>
            <a:custGeom>
              <a:avLst/>
              <a:gdLst/>
              <a:ahLst/>
              <a:cxnLst/>
              <a:rect l="l" t="t" r="r" b="b"/>
              <a:pathLst>
                <a:path w="2283" h="1439" extrusionOk="0">
                  <a:moveTo>
                    <a:pt x="274" y="0"/>
                  </a:moveTo>
                  <a:cubicBezTo>
                    <a:pt x="114" y="0"/>
                    <a:pt x="0" y="114"/>
                    <a:pt x="0" y="274"/>
                  </a:cubicBezTo>
                  <a:lnTo>
                    <a:pt x="0" y="1141"/>
                  </a:lnTo>
                  <a:cubicBezTo>
                    <a:pt x="0" y="1301"/>
                    <a:pt x="114" y="1438"/>
                    <a:pt x="274" y="1438"/>
                  </a:cubicBezTo>
                  <a:lnTo>
                    <a:pt x="1986" y="1438"/>
                  </a:lnTo>
                  <a:cubicBezTo>
                    <a:pt x="2146" y="1438"/>
                    <a:pt x="2283" y="1301"/>
                    <a:pt x="2283" y="1141"/>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1" name="Google Shape;5281;p33"/>
            <p:cNvSpPr/>
            <p:nvPr/>
          </p:nvSpPr>
          <p:spPr>
            <a:xfrm>
              <a:off x="5908742" y="2745177"/>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2" name="Google Shape;5282;p33"/>
            <p:cNvSpPr/>
            <p:nvPr/>
          </p:nvSpPr>
          <p:spPr>
            <a:xfrm>
              <a:off x="6016889" y="2745177"/>
              <a:ext cx="98744" cy="37791"/>
            </a:xfrm>
            <a:custGeom>
              <a:avLst/>
              <a:gdLst/>
              <a:ahLst/>
              <a:cxnLst/>
              <a:rect l="l" t="t" r="r" b="b"/>
              <a:pathLst>
                <a:path w="2626" h="1005" extrusionOk="0">
                  <a:moveTo>
                    <a:pt x="1" y="0"/>
                  </a:moveTo>
                  <a:cubicBezTo>
                    <a:pt x="389" y="183"/>
                    <a:pt x="640" y="480"/>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3" name="Google Shape;5283;p33"/>
            <p:cNvSpPr/>
            <p:nvPr/>
          </p:nvSpPr>
          <p:spPr>
            <a:xfrm>
              <a:off x="5829775" y="2727992"/>
              <a:ext cx="110777" cy="71294"/>
            </a:xfrm>
            <a:custGeom>
              <a:avLst/>
              <a:gdLst/>
              <a:ahLst/>
              <a:cxnLst/>
              <a:rect l="l" t="t" r="r" b="b"/>
              <a:pathLst>
                <a:path w="2946" h="1896" extrusionOk="0">
                  <a:moveTo>
                    <a:pt x="389" y="1"/>
                  </a:moveTo>
                  <a:cubicBezTo>
                    <a:pt x="184" y="1"/>
                    <a:pt x="1" y="183"/>
                    <a:pt x="1" y="389"/>
                  </a:cubicBezTo>
                  <a:lnTo>
                    <a:pt x="1" y="1530"/>
                  </a:lnTo>
                  <a:cubicBezTo>
                    <a:pt x="1" y="1736"/>
                    <a:pt x="184" y="1895"/>
                    <a:pt x="389" y="1895"/>
                  </a:cubicBezTo>
                  <a:lnTo>
                    <a:pt x="2580" y="1895"/>
                  </a:lnTo>
                  <a:cubicBezTo>
                    <a:pt x="2786" y="1895"/>
                    <a:pt x="2945" y="1736"/>
                    <a:pt x="2945" y="1530"/>
                  </a:cubicBezTo>
                  <a:lnTo>
                    <a:pt x="2945" y="389"/>
                  </a:lnTo>
                  <a:cubicBezTo>
                    <a:pt x="2945" y="183"/>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4" name="Google Shape;5284;p33"/>
            <p:cNvSpPr/>
            <p:nvPr/>
          </p:nvSpPr>
          <p:spPr>
            <a:xfrm>
              <a:off x="5842673" y="2736603"/>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5" name="Google Shape;5285;p33"/>
            <p:cNvSpPr/>
            <p:nvPr/>
          </p:nvSpPr>
          <p:spPr>
            <a:xfrm>
              <a:off x="5908742" y="2849037"/>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6" name="Google Shape;5286;p33"/>
            <p:cNvSpPr/>
            <p:nvPr/>
          </p:nvSpPr>
          <p:spPr>
            <a:xfrm>
              <a:off x="6016889" y="2849037"/>
              <a:ext cx="98744" cy="36926"/>
            </a:xfrm>
            <a:custGeom>
              <a:avLst/>
              <a:gdLst/>
              <a:ahLst/>
              <a:cxnLst/>
              <a:rect l="l" t="t" r="r" b="b"/>
              <a:pathLst>
                <a:path w="2626" h="982" extrusionOk="0">
                  <a:moveTo>
                    <a:pt x="1" y="0"/>
                  </a:moveTo>
                  <a:cubicBezTo>
                    <a:pt x="389" y="160"/>
                    <a:pt x="640" y="479"/>
                    <a:pt x="572" y="982"/>
                  </a:cubicBezTo>
                  <a:lnTo>
                    <a:pt x="2626" y="982"/>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7" name="Google Shape;5287;p33"/>
            <p:cNvSpPr/>
            <p:nvPr/>
          </p:nvSpPr>
          <p:spPr>
            <a:xfrm>
              <a:off x="5829775" y="2831852"/>
              <a:ext cx="110777" cy="71294"/>
            </a:xfrm>
            <a:custGeom>
              <a:avLst/>
              <a:gdLst/>
              <a:ahLst/>
              <a:cxnLst/>
              <a:rect l="l" t="t" r="r" b="b"/>
              <a:pathLst>
                <a:path w="2946" h="1896" extrusionOk="0">
                  <a:moveTo>
                    <a:pt x="389" y="1"/>
                  </a:moveTo>
                  <a:cubicBezTo>
                    <a:pt x="184" y="1"/>
                    <a:pt x="1" y="160"/>
                    <a:pt x="1" y="366"/>
                  </a:cubicBezTo>
                  <a:lnTo>
                    <a:pt x="1" y="1507"/>
                  </a:lnTo>
                  <a:cubicBezTo>
                    <a:pt x="1" y="1713"/>
                    <a:pt x="184" y="1895"/>
                    <a:pt x="389" y="1895"/>
                  </a:cubicBezTo>
                  <a:lnTo>
                    <a:pt x="2580" y="1895"/>
                  </a:lnTo>
                  <a:cubicBezTo>
                    <a:pt x="2786" y="1895"/>
                    <a:pt x="2945" y="1713"/>
                    <a:pt x="2945" y="1507"/>
                  </a:cubicBezTo>
                  <a:lnTo>
                    <a:pt x="2945" y="366"/>
                  </a:lnTo>
                  <a:cubicBezTo>
                    <a:pt x="2945" y="160"/>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8" name="Google Shape;5288;p33"/>
            <p:cNvSpPr/>
            <p:nvPr/>
          </p:nvSpPr>
          <p:spPr>
            <a:xfrm>
              <a:off x="5842673" y="2840426"/>
              <a:ext cx="85847" cy="54110"/>
            </a:xfrm>
            <a:custGeom>
              <a:avLst/>
              <a:gdLst/>
              <a:ahLst/>
              <a:cxnLst/>
              <a:rect l="l" t="t" r="r" b="b"/>
              <a:pathLst>
                <a:path w="2283" h="1439" extrusionOk="0">
                  <a:moveTo>
                    <a:pt x="274" y="1"/>
                  </a:moveTo>
                  <a:cubicBezTo>
                    <a:pt x="114" y="1"/>
                    <a:pt x="0" y="115"/>
                    <a:pt x="0" y="275"/>
                  </a:cubicBezTo>
                  <a:lnTo>
                    <a:pt x="0" y="1142"/>
                  </a:lnTo>
                  <a:cubicBezTo>
                    <a:pt x="0" y="1302"/>
                    <a:pt x="114" y="1439"/>
                    <a:pt x="274"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9" name="Google Shape;5289;p33"/>
            <p:cNvSpPr/>
            <p:nvPr/>
          </p:nvSpPr>
          <p:spPr>
            <a:xfrm>
              <a:off x="5908742" y="2952033"/>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0" name="Google Shape;5290;p33"/>
            <p:cNvSpPr/>
            <p:nvPr/>
          </p:nvSpPr>
          <p:spPr>
            <a:xfrm>
              <a:off x="6016889" y="2952033"/>
              <a:ext cx="98744" cy="37791"/>
            </a:xfrm>
            <a:custGeom>
              <a:avLst/>
              <a:gdLst/>
              <a:ahLst/>
              <a:cxnLst/>
              <a:rect l="l" t="t" r="r" b="b"/>
              <a:pathLst>
                <a:path w="2626" h="1005" extrusionOk="0">
                  <a:moveTo>
                    <a:pt x="1" y="0"/>
                  </a:moveTo>
                  <a:cubicBezTo>
                    <a:pt x="389" y="183"/>
                    <a:pt x="640" y="480"/>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1" name="Google Shape;5291;p33"/>
            <p:cNvSpPr/>
            <p:nvPr/>
          </p:nvSpPr>
          <p:spPr>
            <a:xfrm>
              <a:off x="5829775" y="2934848"/>
              <a:ext cx="110777" cy="71294"/>
            </a:xfrm>
            <a:custGeom>
              <a:avLst/>
              <a:gdLst/>
              <a:ahLst/>
              <a:cxnLst/>
              <a:rect l="l" t="t" r="r" b="b"/>
              <a:pathLst>
                <a:path w="2946" h="1896" extrusionOk="0">
                  <a:moveTo>
                    <a:pt x="389" y="1"/>
                  </a:moveTo>
                  <a:cubicBezTo>
                    <a:pt x="184" y="1"/>
                    <a:pt x="1" y="183"/>
                    <a:pt x="1" y="389"/>
                  </a:cubicBezTo>
                  <a:lnTo>
                    <a:pt x="1" y="1530"/>
                  </a:lnTo>
                  <a:cubicBezTo>
                    <a:pt x="1" y="1735"/>
                    <a:pt x="184" y="1895"/>
                    <a:pt x="389" y="1895"/>
                  </a:cubicBezTo>
                  <a:lnTo>
                    <a:pt x="2580" y="1895"/>
                  </a:lnTo>
                  <a:cubicBezTo>
                    <a:pt x="2786" y="1895"/>
                    <a:pt x="2945" y="1735"/>
                    <a:pt x="2945" y="1530"/>
                  </a:cubicBezTo>
                  <a:lnTo>
                    <a:pt x="2945" y="389"/>
                  </a:lnTo>
                  <a:cubicBezTo>
                    <a:pt x="2945" y="183"/>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2" name="Google Shape;5292;p33"/>
            <p:cNvSpPr/>
            <p:nvPr/>
          </p:nvSpPr>
          <p:spPr>
            <a:xfrm>
              <a:off x="5842673" y="2943422"/>
              <a:ext cx="85847" cy="54110"/>
            </a:xfrm>
            <a:custGeom>
              <a:avLst/>
              <a:gdLst/>
              <a:ahLst/>
              <a:cxnLst/>
              <a:rect l="l" t="t" r="r" b="b"/>
              <a:pathLst>
                <a:path w="2283" h="1439" extrusionOk="0">
                  <a:moveTo>
                    <a:pt x="274" y="1"/>
                  </a:moveTo>
                  <a:cubicBezTo>
                    <a:pt x="114" y="1"/>
                    <a:pt x="0" y="138"/>
                    <a:pt x="0" y="298"/>
                  </a:cubicBezTo>
                  <a:lnTo>
                    <a:pt x="0" y="1165"/>
                  </a:lnTo>
                  <a:cubicBezTo>
                    <a:pt x="0" y="1325"/>
                    <a:pt x="114" y="1439"/>
                    <a:pt x="274" y="1439"/>
                  </a:cubicBezTo>
                  <a:lnTo>
                    <a:pt x="1986" y="1439"/>
                  </a:lnTo>
                  <a:cubicBezTo>
                    <a:pt x="2146" y="1439"/>
                    <a:pt x="2283" y="1325"/>
                    <a:pt x="2283" y="1165"/>
                  </a:cubicBezTo>
                  <a:lnTo>
                    <a:pt x="2283" y="298"/>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3" name="Google Shape;5293;p33"/>
            <p:cNvSpPr/>
            <p:nvPr/>
          </p:nvSpPr>
          <p:spPr>
            <a:xfrm>
              <a:off x="5908742" y="3055893"/>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4" name="Google Shape;5294;p33"/>
            <p:cNvSpPr/>
            <p:nvPr/>
          </p:nvSpPr>
          <p:spPr>
            <a:xfrm>
              <a:off x="6016889" y="3055893"/>
              <a:ext cx="98744" cy="36926"/>
            </a:xfrm>
            <a:custGeom>
              <a:avLst/>
              <a:gdLst/>
              <a:ahLst/>
              <a:cxnLst/>
              <a:rect l="l" t="t" r="r" b="b"/>
              <a:pathLst>
                <a:path w="2626" h="982" extrusionOk="0">
                  <a:moveTo>
                    <a:pt x="1" y="0"/>
                  </a:moveTo>
                  <a:cubicBezTo>
                    <a:pt x="389" y="160"/>
                    <a:pt x="640" y="479"/>
                    <a:pt x="572" y="982"/>
                  </a:cubicBezTo>
                  <a:lnTo>
                    <a:pt x="2626" y="982"/>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5" name="Google Shape;5295;p33"/>
            <p:cNvSpPr/>
            <p:nvPr/>
          </p:nvSpPr>
          <p:spPr>
            <a:xfrm>
              <a:off x="5829775" y="3038709"/>
              <a:ext cx="110777" cy="71294"/>
            </a:xfrm>
            <a:custGeom>
              <a:avLst/>
              <a:gdLst/>
              <a:ahLst/>
              <a:cxnLst/>
              <a:rect l="l" t="t" r="r" b="b"/>
              <a:pathLst>
                <a:path w="2946" h="1896" extrusionOk="0">
                  <a:moveTo>
                    <a:pt x="389" y="1"/>
                  </a:moveTo>
                  <a:cubicBezTo>
                    <a:pt x="184" y="1"/>
                    <a:pt x="1" y="160"/>
                    <a:pt x="1" y="366"/>
                  </a:cubicBezTo>
                  <a:lnTo>
                    <a:pt x="1" y="1507"/>
                  </a:lnTo>
                  <a:cubicBezTo>
                    <a:pt x="1" y="1712"/>
                    <a:pt x="184" y="1895"/>
                    <a:pt x="389" y="1895"/>
                  </a:cubicBezTo>
                  <a:lnTo>
                    <a:pt x="2580" y="1895"/>
                  </a:lnTo>
                  <a:cubicBezTo>
                    <a:pt x="2786" y="1895"/>
                    <a:pt x="2945" y="1712"/>
                    <a:pt x="2945" y="1507"/>
                  </a:cubicBezTo>
                  <a:lnTo>
                    <a:pt x="2945" y="366"/>
                  </a:lnTo>
                  <a:cubicBezTo>
                    <a:pt x="2945" y="160"/>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6" name="Google Shape;5296;p33"/>
            <p:cNvSpPr/>
            <p:nvPr/>
          </p:nvSpPr>
          <p:spPr>
            <a:xfrm>
              <a:off x="5842673" y="3047282"/>
              <a:ext cx="85847" cy="54110"/>
            </a:xfrm>
            <a:custGeom>
              <a:avLst/>
              <a:gdLst/>
              <a:ahLst/>
              <a:cxnLst/>
              <a:rect l="l" t="t" r="r" b="b"/>
              <a:pathLst>
                <a:path w="2283" h="1439" extrusionOk="0">
                  <a:moveTo>
                    <a:pt x="274" y="1"/>
                  </a:moveTo>
                  <a:cubicBezTo>
                    <a:pt x="114" y="1"/>
                    <a:pt x="0" y="115"/>
                    <a:pt x="0" y="275"/>
                  </a:cubicBezTo>
                  <a:lnTo>
                    <a:pt x="0" y="1142"/>
                  </a:lnTo>
                  <a:cubicBezTo>
                    <a:pt x="0" y="1302"/>
                    <a:pt x="114" y="1439"/>
                    <a:pt x="274"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7" name="Google Shape;5297;p33"/>
            <p:cNvSpPr/>
            <p:nvPr/>
          </p:nvSpPr>
          <p:spPr>
            <a:xfrm>
              <a:off x="5908742" y="316058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8" name="Google Shape;5298;p33"/>
            <p:cNvSpPr/>
            <p:nvPr/>
          </p:nvSpPr>
          <p:spPr>
            <a:xfrm>
              <a:off x="6016889" y="3160581"/>
              <a:ext cx="98744" cy="37828"/>
            </a:xfrm>
            <a:custGeom>
              <a:avLst/>
              <a:gdLst/>
              <a:ahLst/>
              <a:cxnLst/>
              <a:rect l="l" t="t" r="r" b="b"/>
              <a:pathLst>
                <a:path w="2626" h="1006"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9" name="Google Shape;5299;p33"/>
            <p:cNvSpPr/>
            <p:nvPr/>
          </p:nvSpPr>
          <p:spPr>
            <a:xfrm>
              <a:off x="5829775" y="3143434"/>
              <a:ext cx="110777" cy="71257"/>
            </a:xfrm>
            <a:custGeom>
              <a:avLst/>
              <a:gdLst/>
              <a:ahLst/>
              <a:cxnLst/>
              <a:rect l="l" t="t" r="r" b="b"/>
              <a:pathLst>
                <a:path w="2946" h="1895" extrusionOk="0">
                  <a:moveTo>
                    <a:pt x="389" y="0"/>
                  </a:moveTo>
                  <a:cubicBezTo>
                    <a:pt x="184" y="0"/>
                    <a:pt x="1" y="183"/>
                    <a:pt x="1" y="388"/>
                  </a:cubicBezTo>
                  <a:lnTo>
                    <a:pt x="1" y="1530"/>
                  </a:lnTo>
                  <a:cubicBezTo>
                    <a:pt x="1" y="1735"/>
                    <a:pt x="184" y="1895"/>
                    <a:pt x="389" y="1895"/>
                  </a:cubicBezTo>
                  <a:lnTo>
                    <a:pt x="2580" y="1895"/>
                  </a:lnTo>
                  <a:cubicBezTo>
                    <a:pt x="2786" y="1895"/>
                    <a:pt x="2945" y="1735"/>
                    <a:pt x="2945" y="1530"/>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0" name="Google Shape;5300;p33"/>
            <p:cNvSpPr/>
            <p:nvPr/>
          </p:nvSpPr>
          <p:spPr>
            <a:xfrm>
              <a:off x="5842673" y="3152008"/>
              <a:ext cx="85847" cy="54110"/>
            </a:xfrm>
            <a:custGeom>
              <a:avLst/>
              <a:gdLst/>
              <a:ahLst/>
              <a:cxnLst/>
              <a:rect l="l" t="t" r="r" b="b"/>
              <a:pathLst>
                <a:path w="2283" h="1439" extrusionOk="0">
                  <a:moveTo>
                    <a:pt x="274" y="0"/>
                  </a:moveTo>
                  <a:cubicBezTo>
                    <a:pt x="114" y="0"/>
                    <a:pt x="0" y="137"/>
                    <a:pt x="0" y="297"/>
                  </a:cubicBezTo>
                  <a:lnTo>
                    <a:pt x="0" y="1165"/>
                  </a:lnTo>
                  <a:cubicBezTo>
                    <a:pt x="0" y="1324"/>
                    <a:pt x="114" y="1438"/>
                    <a:pt x="274" y="1438"/>
                  </a:cubicBezTo>
                  <a:lnTo>
                    <a:pt x="1986" y="1438"/>
                  </a:lnTo>
                  <a:cubicBezTo>
                    <a:pt x="2146" y="1438"/>
                    <a:pt x="2283" y="1324"/>
                    <a:pt x="2283" y="1165"/>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1" name="Google Shape;5301;p33"/>
            <p:cNvSpPr/>
            <p:nvPr/>
          </p:nvSpPr>
          <p:spPr>
            <a:xfrm>
              <a:off x="5908742" y="3263577"/>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2" name="Google Shape;5302;p33"/>
            <p:cNvSpPr/>
            <p:nvPr/>
          </p:nvSpPr>
          <p:spPr>
            <a:xfrm>
              <a:off x="6016889" y="3263577"/>
              <a:ext cx="98744" cy="37828"/>
            </a:xfrm>
            <a:custGeom>
              <a:avLst/>
              <a:gdLst/>
              <a:ahLst/>
              <a:cxnLst/>
              <a:rect l="l" t="t" r="r" b="b"/>
              <a:pathLst>
                <a:path w="2626" h="1006"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3" name="Google Shape;5303;p33"/>
            <p:cNvSpPr/>
            <p:nvPr/>
          </p:nvSpPr>
          <p:spPr>
            <a:xfrm>
              <a:off x="5829775" y="3247295"/>
              <a:ext cx="110777" cy="71257"/>
            </a:xfrm>
            <a:custGeom>
              <a:avLst/>
              <a:gdLst/>
              <a:ahLst/>
              <a:cxnLst/>
              <a:rect l="l" t="t" r="r" b="b"/>
              <a:pathLst>
                <a:path w="2946" h="1895" extrusionOk="0">
                  <a:moveTo>
                    <a:pt x="389" y="0"/>
                  </a:moveTo>
                  <a:cubicBezTo>
                    <a:pt x="184" y="0"/>
                    <a:pt x="1" y="160"/>
                    <a:pt x="1" y="365"/>
                  </a:cubicBezTo>
                  <a:lnTo>
                    <a:pt x="1" y="1507"/>
                  </a:lnTo>
                  <a:cubicBezTo>
                    <a:pt x="1" y="1712"/>
                    <a:pt x="184" y="1895"/>
                    <a:pt x="389" y="1895"/>
                  </a:cubicBezTo>
                  <a:lnTo>
                    <a:pt x="2580" y="1895"/>
                  </a:lnTo>
                  <a:cubicBezTo>
                    <a:pt x="2786" y="1895"/>
                    <a:pt x="2945" y="1712"/>
                    <a:pt x="2945" y="1507"/>
                  </a:cubicBezTo>
                  <a:lnTo>
                    <a:pt x="2945" y="365"/>
                  </a:lnTo>
                  <a:cubicBezTo>
                    <a:pt x="2945" y="160"/>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4" name="Google Shape;5304;p33"/>
            <p:cNvSpPr/>
            <p:nvPr/>
          </p:nvSpPr>
          <p:spPr>
            <a:xfrm>
              <a:off x="5842673" y="3255868"/>
              <a:ext cx="85847" cy="54110"/>
            </a:xfrm>
            <a:custGeom>
              <a:avLst/>
              <a:gdLst/>
              <a:ahLst/>
              <a:cxnLst/>
              <a:rect l="l" t="t" r="r" b="b"/>
              <a:pathLst>
                <a:path w="2283" h="1439" extrusionOk="0">
                  <a:moveTo>
                    <a:pt x="274" y="0"/>
                  </a:moveTo>
                  <a:cubicBezTo>
                    <a:pt x="114" y="0"/>
                    <a:pt x="0" y="114"/>
                    <a:pt x="0" y="274"/>
                  </a:cubicBezTo>
                  <a:lnTo>
                    <a:pt x="0" y="1142"/>
                  </a:lnTo>
                  <a:cubicBezTo>
                    <a:pt x="0" y="1301"/>
                    <a:pt x="114" y="1438"/>
                    <a:pt x="274"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5" name="Google Shape;5305;p33"/>
            <p:cNvSpPr/>
            <p:nvPr/>
          </p:nvSpPr>
          <p:spPr>
            <a:xfrm>
              <a:off x="7594464" y="3263577"/>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6" name="Google Shape;5306;p33"/>
            <p:cNvSpPr/>
            <p:nvPr/>
          </p:nvSpPr>
          <p:spPr>
            <a:xfrm>
              <a:off x="7594464" y="3263577"/>
              <a:ext cx="99609" cy="37828"/>
            </a:xfrm>
            <a:custGeom>
              <a:avLst/>
              <a:gdLst/>
              <a:ahLst/>
              <a:cxnLst/>
              <a:rect l="l" t="t" r="r" b="b"/>
              <a:pathLst>
                <a:path w="2649" h="1006" extrusionOk="0">
                  <a:moveTo>
                    <a:pt x="1" y="1"/>
                  </a:moveTo>
                  <a:lnTo>
                    <a:pt x="1" y="1005"/>
                  </a:lnTo>
                  <a:lnTo>
                    <a:pt x="2649" y="1005"/>
                  </a:lnTo>
                  <a:cubicBezTo>
                    <a:pt x="2260" y="822"/>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7" name="Google Shape;5307;p33"/>
            <p:cNvSpPr/>
            <p:nvPr/>
          </p:nvSpPr>
          <p:spPr>
            <a:xfrm>
              <a:off x="7769583" y="3247295"/>
              <a:ext cx="110739" cy="71257"/>
            </a:xfrm>
            <a:custGeom>
              <a:avLst/>
              <a:gdLst/>
              <a:ahLst/>
              <a:cxnLst/>
              <a:rect l="l" t="t" r="r" b="b"/>
              <a:pathLst>
                <a:path w="2945" h="1895" extrusionOk="0">
                  <a:moveTo>
                    <a:pt x="388" y="0"/>
                  </a:moveTo>
                  <a:cubicBezTo>
                    <a:pt x="183" y="0"/>
                    <a:pt x="0" y="160"/>
                    <a:pt x="0" y="365"/>
                  </a:cubicBezTo>
                  <a:lnTo>
                    <a:pt x="0" y="1507"/>
                  </a:lnTo>
                  <a:cubicBezTo>
                    <a:pt x="0" y="1712"/>
                    <a:pt x="183" y="1895"/>
                    <a:pt x="388" y="1895"/>
                  </a:cubicBezTo>
                  <a:lnTo>
                    <a:pt x="2579" y="1895"/>
                  </a:lnTo>
                  <a:cubicBezTo>
                    <a:pt x="2785" y="1895"/>
                    <a:pt x="2945" y="1712"/>
                    <a:pt x="2945" y="1507"/>
                  </a:cubicBezTo>
                  <a:lnTo>
                    <a:pt x="2945" y="365"/>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8" name="Google Shape;5308;p33"/>
            <p:cNvSpPr/>
            <p:nvPr/>
          </p:nvSpPr>
          <p:spPr>
            <a:xfrm>
              <a:off x="7782443" y="3255868"/>
              <a:ext cx="85884" cy="54110"/>
            </a:xfrm>
            <a:custGeom>
              <a:avLst/>
              <a:gdLst/>
              <a:ahLst/>
              <a:cxnLst/>
              <a:rect l="l" t="t" r="r" b="b"/>
              <a:pathLst>
                <a:path w="2284" h="1439" extrusionOk="0">
                  <a:moveTo>
                    <a:pt x="297" y="0"/>
                  </a:moveTo>
                  <a:cubicBezTo>
                    <a:pt x="137" y="0"/>
                    <a:pt x="1" y="114"/>
                    <a:pt x="1" y="274"/>
                  </a:cubicBezTo>
                  <a:lnTo>
                    <a:pt x="1" y="1142"/>
                  </a:lnTo>
                  <a:cubicBezTo>
                    <a:pt x="1" y="1301"/>
                    <a:pt x="137" y="1438"/>
                    <a:pt x="297"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9" name="Google Shape;5309;p33"/>
            <p:cNvSpPr/>
            <p:nvPr/>
          </p:nvSpPr>
          <p:spPr>
            <a:xfrm>
              <a:off x="7594464" y="316058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0" name="Google Shape;5310;p33"/>
            <p:cNvSpPr/>
            <p:nvPr/>
          </p:nvSpPr>
          <p:spPr>
            <a:xfrm>
              <a:off x="7594464" y="3160581"/>
              <a:ext cx="99609" cy="37828"/>
            </a:xfrm>
            <a:custGeom>
              <a:avLst/>
              <a:gdLst/>
              <a:ahLst/>
              <a:cxnLst/>
              <a:rect l="l" t="t" r="r" b="b"/>
              <a:pathLst>
                <a:path w="2649" h="1006" extrusionOk="0">
                  <a:moveTo>
                    <a:pt x="1" y="1"/>
                  </a:moveTo>
                  <a:lnTo>
                    <a:pt x="1" y="1005"/>
                  </a:lnTo>
                  <a:lnTo>
                    <a:pt x="2649" y="1005"/>
                  </a:lnTo>
                  <a:cubicBezTo>
                    <a:pt x="2260" y="822"/>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1" name="Google Shape;5311;p33"/>
            <p:cNvSpPr/>
            <p:nvPr/>
          </p:nvSpPr>
          <p:spPr>
            <a:xfrm>
              <a:off x="7769583" y="3143434"/>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2" name="Google Shape;5312;p33"/>
            <p:cNvSpPr/>
            <p:nvPr/>
          </p:nvSpPr>
          <p:spPr>
            <a:xfrm>
              <a:off x="7782443" y="3152008"/>
              <a:ext cx="85884" cy="54110"/>
            </a:xfrm>
            <a:custGeom>
              <a:avLst/>
              <a:gdLst/>
              <a:ahLst/>
              <a:cxnLst/>
              <a:rect l="l" t="t" r="r" b="b"/>
              <a:pathLst>
                <a:path w="2284" h="1439" extrusionOk="0">
                  <a:moveTo>
                    <a:pt x="297" y="0"/>
                  </a:moveTo>
                  <a:cubicBezTo>
                    <a:pt x="137" y="0"/>
                    <a:pt x="1" y="137"/>
                    <a:pt x="1" y="297"/>
                  </a:cubicBezTo>
                  <a:lnTo>
                    <a:pt x="1" y="1165"/>
                  </a:lnTo>
                  <a:cubicBezTo>
                    <a:pt x="1" y="1324"/>
                    <a:pt x="137" y="1438"/>
                    <a:pt x="297" y="1438"/>
                  </a:cubicBezTo>
                  <a:lnTo>
                    <a:pt x="1986" y="1438"/>
                  </a:lnTo>
                  <a:cubicBezTo>
                    <a:pt x="2146" y="1438"/>
                    <a:pt x="2283" y="1324"/>
                    <a:pt x="2283" y="1165"/>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3" name="Google Shape;5313;p33"/>
            <p:cNvSpPr/>
            <p:nvPr/>
          </p:nvSpPr>
          <p:spPr>
            <a:xfrm>
              <a:off x="7594464" y="305672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4" name="Google Shape;5314;p33"/>
            <p:cNvSpPr/>
            <p:nvPr/>
          </p:nvSpPr>
          <p:spPr>
            <a:xfrm>
              <a:off x="7594464" y="3056721"/>
              <a:ext cx="99609" cy="37828"/>
            </a:xfrm>
            <a:custGeom>
              <a:avLst/>
              <a:gdLst/>
              <a:ahLst/>
              <a:cxnLst/>
              <a:rect l="l" t="t" r="r" b="b"/>
              <a:pathLst>
                <a:path w="2649" h="1006" extrusionOk="0">
                  <a:moveTo>
                    <a:pt x="1" y="1"/>
                  </a:moveTo>
                  <a:lnTo>
                    <a:pt x="1" y="1005"/>
                  </a:lnTo>
                  <a:lnTo>
                    <a:pt x="2649" y="1005"/>
                  </a:lnTo>
                  <a:cubicBezTo>
                    <a:pt x="2260" y="823"/>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5" name="Google Shape;5315;p33"/>
            <p:cNvSpPr/>
            <p:nvPr/>
          </p:nvSpPr>
          <p:spPr>
            <a:xfrm>
              <a:off x="7769583" y="3040438"/>
              <a:ext cx="110739" cy="71257"/>
            </a:xfrm>
            <a:custGeom>
              <a:avLst/>
              <a:gdLst/>
              <a:ahLst/>
              <a:cxnLst/>
              <a:rect l="l" t="t" r="r" b="b"/>
              <a:pathLst>
                <a:path w="2945" h="1895" extrusionOk="0">
                  <a:moveTo>
                    <a:pt x="388" y="0"/>
                  </a:moveTo>
                  <a:cubicBezTo>
                    <a:pt x="183" y="0"/>
                    <a:pt x="0" y="160"/>
                    <a:pt x="0" y="365"/>
                  </a:cubicBezTo>
                  <a:lnTo>
                    <a:pt x="0" y="1507"/>
                  </a:lnTo>
                  <a:cubicBezTo>
                    <a:pt x="0" y="1712"/>
                    <a:pt x="183" y="1895"/>
                    <a:pt x="388" y="1895"/>
                  </a:cubicBezTo>
                  <a:lnTo>
                    <a:pt x="2579" y="1895"/>
                  </a:lnTo>
                  <a:cubicBezTo>
                    <a:pt x="2785" y="1895"/>
                    <a:pt x="2945" y="1712"/>
                    <a:pt x="2945" y="1507"/>
                  </a:cubicBezTo>
                  <a:lnTo>
                    <a:pt x="2945" y="365"/>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6" name="Google Shape;5316;p33"/>
            <p:cNvSpPr/>
            <p:nvPr/>
          </p:nvSpPr>
          <p:spPr>
            <a:xfrm>
              <a:off x="7782443" y="3049012"/>
              <a:ext cx="85884" cy="54110"/>
            </a:xfrm>
            <a:custGeom>
              <a:avLst/>
              <a:gdLst/>
              <a:ahLst/>
              <a:cxnLst/>
              <a:rect l="l" t="t" r="r" b="b"/>
              <a:pathLst>
                <a:path w="2284" h="1439" extrusionOk="0">
                  <a:moveTo>
                    <a:pt x="297" y="0"/>
                  </a:moveTo>
                  <a:cubicBezTo>
                    <a:pt x="137" y="0"/>
                    <a:pt x="1" y="115"/>
                    <a:pt x="1" y="274"/>
                  </a:cubicBezTo>
                  <a:lnTo>
                    <a:pt x="1" y="1142"/>
                  </a:lnTo>
                  <a:cubicBezTo>
                    <a:pt x="1" y="1301"/>
                    <a:pt x="137" y="1438"/>
                    <a:pt x="297" y="1438"/>
                  </a:cubicBezTo>
                  <a:lnTo>
                    <a:pt x="1986" y="1438"/>
                  </a:lnTo>
                  <a:cubicBezTo>
                    <a:pt x="2146" y="1438"/>
                    <a:pt x="2283" y="1301"/>
                    <a:pt x="2283" y="1142"/>
                  </a:cubicBezTo>
                  <a:lnTo>
                    <a:pt x="2283" y="274"/>
                  </a:lnTo>
                  <a:cubicBezTo>
                    <a:pt x="2283" y="115"/>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7" name="Google Shape;5317;p33"/>
            <p:cNvSpPr/>
            <p:nvPr/>
          </p:nvSpPr>
          <p:spPr>
            <a:xfrm>
              <a:off x="7594464" y="2953725"/>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8" name="Google Shape;5318;p33"/>
            <p:cNvSpPr/>
            <p:nvPr/>
          </p:nvSpPr>
          <p:spPr>
            <a:xfrm>
              <a:off x="7594464" y="2953725"/>
              <a:ext cx="99609" cy="37828"/>
            </a:xfrm>
            <a:custGeom>
              <a:avLst/>
              <a:gdLst/>
              <a:ahLst/>
              <a:cxnLst/>
              <a:rect l="l" t="t" r="r" b="b"/>
              <a:pathLst>
                <a:path w="2649" h="1006" extrusionOk="0">
                  <a:moveTo>
                    <a:pt x="1" y="1"/>
                  </a:moveTo>
                  <a:lnTo>
                    <a:pt x="1" y="1005"/>
                  </a:lnTo>
                  <a:lnTo>
                    <a:pt x="2649" y="1005"/>
                  </a:lnTo>
                  <a:cubicBezTo>
                    <a:pt x="2260" y="823"/>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9" name="Google Shape;5319;p33"/>
            <p:cNvSpPr/>
            <p:nvPr/>
          </p:nvSpPr>
          <p:spPr>
            <a:xfrm>
              <a:off x="7769583" y="2936578"/>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0" name="Google Shape;5320;p33"/>
            <p:cNvSpPr/>
            <p:nvPr/>
          </p:nvSpPr>
          <p:spPr>
            <a:xfrm>
              <a:off x="7782443" y="2945151"/>
              <a:ext cx="85884" cy="54110"/>
            </a:xfrm>
            <a:custGeom>
              <a:avLst/>
              <a:gdLst/>
              <a:ahLst/>
              <a:cxnLst/>
              <a:rect l="l" t="t" r="r" b="b"/>
              <a:pathLst>
                <a:path w="2284" h="1439" extrusionOk="0">
                  <a:moveTo>
                    <a:pt x="297" y="1"/>
                  </a:moveTo>
                  <a:cubicBezTo>
                    <a:pt x="137" y="1"/>
                    <a:pt x="1" y="138"/>
                    <a:pt x="1" y="297"/>
                  </a:cubicBezTo>
                  <a:lnTo>
                    <a:pt x="1" y="1165"/>
                  </a:lnTo>
                  <a:cubicBezTo>
                    <a:pt x="1" y="1324"/>
                    <a:pt x="137" y="1439"/>
                    <a:pt x="297" y="1439"/>
                  </a:cubicBezTo>
                  <a:lnTo>
                    <a:pt x="1986" y="1439"/>
                  </a:lnTo>
                  <a:cubicBezTo>
                    <a:pt x="2146" y="1439"/>
                    <a:pt x="2283" y="1324"/>
                    <a:pt x="2283" y="1165"/>
                  </a:cubicBezTo>
                  <a:lnTo>
                    <a:pt x="2283" y="297"/>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1" name="Google Shape;5321;p33"/>
            <p:cNvSpPr/>
            <p:nvPr/>
          </p:nvSpPr>
          <p:spPr>
            <a:xfrm>
              <a:off x="7594464" y="2849864"/>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2" name="Google Shape;5322;p33"/>
            <p:cNvSpPr/>
            <p:nvPr/>
          </p:nvSpPr>
          <p:spPr>
            <a:xfrm>
              <a:off x="7594464" y="2849864"/>
              <a:ext cx="99609" cy="37828"/>
            </a:xfrm>
            <a:custGeom>
              <a:avLst/>
              <a:gdLst/>
              <a:ahLst/>
              <a:cxnLst/>
              <a:rect l="l" t="t" r="r" b="b"/>
              <a:pathLst>
                <a:path w="2649" h="1006" extrusionOk="0">
                  <a:moveTo>
                    <a:pt x="1" y="1"/>
                  </a:moveTo>
                  <a:lnTo>
                    <a:pt x="1" y="1005"/>
                  </a:lnTo>
                  <a:lnTo>
                    <a:pt x="2649" y="1005"/>
                  </a:lnTo>
                  <a:cubicBezTo>
                    <a:pt x="2260" y="823"/>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3" name="Google Shape;5323;p33"/>
            <p:cNvSpPr/>
            <p:nvPr/>
          </p:nvSpPr>
          <p:spPr>
            <a:xfrm>
              <a:off x="7769583" y="2833582"/>
              <a:ext cx="110739" cy="71257"/>
            </a:xfrm>
            <a:custGeom>
              <a:avLst/>
              <a:gdLst/>
              <a:ahLst/>
              <a:cxnLst/>
              <a:rect l="l" t="t" r="r" b="b"/>
              <a:pathLst>
                <a:path w="2945" h="1895" extrusionOk="0">
                  <a:moveTo>
                    <a:pt x="388" y="0"/>
                  </a:moveTo>
                  <a:cubicBezTo>
                    <a:pt x="183" y="0"/>
                    <a:pt x="0" y="160"/>
                    <a:pt x="0" y="366"/>
                  </a:cubicBezTo>
                  <a:lnTo>
                    <a:pt x="0" y="1507"/>
                  </a:lnTo>
                  <a:cubicBezTo>
                    <a:pt x="0" y="1712"/>
                    <a:pt x="183" y="1895"/>
                    <a:pt x="388" y="1895"/>
                  </a:cubicBezTo>
                  <a:lnTo>
                    <a:pt x="2579" y="1895"/>
                  </a:lnTo>
                  <a:cubicBezTo>
                    <a:pt x="2785" y="1895"/>
                    <a:pt x="2945" y="1712"/>
                    <a:pt x="2945" y="1507"/>
                  </a:cubicBezTo>
                  <a:lnTo>
                    <a:pt x="2945" y="366"/>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4" name="Google Shape;5324;p33"/>
            <p:cNvSpPr/>
            <p:nvPr/>
          </p:nvSpPr>
          <p:spPr>
            <a:xfrm>
              <a:off x="7782443" y="2842156"/>
              <a:ext cx="85884" cy="54110"/>
            </a:xfrm>
            <a:custGeom>
              <a:avLst/>
              <a:gdLst/>
              <a:ahLst/>
              <a:cxnLst/>
              <a:rect l="l" t="t" r="r" b="b"/>
              <a:pathLst>
                <a:path w="2284" h="1439" extrusionOk="0">
                  <a:moveTo>
                    <a:pt x="297" y="1"/>
                  </a:moveTo>
                  <a:cubicBezTo>
                    <a:pt x="137" y="1"/>
                    <a:pt x="1" y="115"/>
                    <a:pt x="1" y="274"/>
                  </a:cubicBezTo>
                  <a:lnTo>
                    <a:pt x="1" y="1142"/>
                  </a:lnTo>
                  <a:cubicBezTo>
                    <a:pt x="1" y="1302"/>
                    <a:pt x="137" y="1439"/>
                    <a:pt x="297" y="1439"/>
                  </a:cubicBezTo>
                  <a:lnTo>
                    <a:pt x="1986" y="1439"/>
                  </a:lnTo>
                  <a:cubicBezTo>
                    <a:pt x="2146" y="1439"/>
                    <a:pt x="2283" y="1302"/>
                    <a:pt x="2283" y="1142"/>
                  </a:cubicBezTo>
                  <a:lnTo>
                    <a:pt x="2283" y="274"/>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5" name="Google Shape;5325;p33"/>
            <p:cNvSpPr/>
            <p:nvPr/>
          </p:nvSpPr>
          <p:spPr>
            <a:xfrm>
              <a:off x="7594464" y="2746869"/>
              <a:ext cx="206889" cy="36963"/>
            </a:xfrm>
            <a:custGeom>
              <a:avLst/>
              <a:gdLst/>
              <a:ahLst/>
              <a:cxnLst/>
              <a:rect l="l" t="t" r="r" b="b"/>
              <a:pathLst>
                <a:path w="5502" h="983" extrusionOk="0">
                  <a:moveTo>
                    <a:pt x="1" y="1"/>
                  </a:moveTo>
                  <a:lnTo>
                    <a:pt x="1" y="982"/>
                  </a:lnTo>
                  <a:lnTo>
                    <a:pt x="5502" y="982"/>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6" name="Google Shape;5326;p33"/>
            <p:cNvSpPr/>
            <p:nvPr/>
          </p:nvSpPr>
          <p:spPr>
            <a:xfrm>
              <a:off x="7594464" y="2746869"/>
              <a:ext cx="99609" cy="36963"/>
            </a:xfrm>
            <a:custGeom>
              <a:avLst/>
              <a:gdLst/>
              <a:ahLst/>
              <a:cxnLst/>
              <a:rect l="l" t="t" r="r" b="b"/>
              <a:pathLst>
                <a:path w="2649" h="983" extrusionOk="0">
                  <a:moveTo>
                    <a:pt x="1" y="1"/>
                  </a:moveTo>
                  <a:lnTo>
                    <a:pt x="1" y="982"/>
                  </a:lnTo>
                  <a:lnTo>
                    <a:pt x="2649" y="982"/>
                  </a:lnTo>
                  <a:cubicBezTo>
                    <a:pt x="2260" y="823"/>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7" name="Google Shape;5327;p33"/>
            <p:cNvSpPr/>
            <p:nvPr/>
          </p:nvSpPr>
          <p:spPr>
            <a:xfrm>
              <a:off x="7769583" y="2729722"/>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8" name="Google Shape;5328;p33"/>
            <p:cNvSpPr/>
            <p:nvPr/>
          </p:nvSpPr>
          <p:spPr>
            <a:xfrm>
              <a:off x="7782443" y="2738295"/>
              <a:ext cx="85884" cy="54110"/>
            </a:xfrm>
            <a:custGeom>
              <a:avLst/>
              <a:gdLst/>
              <a:ahLst/>
              <a:cxnLst/>
              <a:rect l="l" t="t" r="r" b="b"/>
              <a:pathLst>
                <a:path w="2284" h="1439" extrusionOk="0">
                  <a:moveTo>
                    <a:pt x="297" y="1"/>
                  </a:moveTo>
                  <a:cubicBezTo>
                    <a:pt x="137" y="1"/>
                    <a:pt x="1" y="138"/>
                    <a:pt x="1" y="297"/>
                  </a:cubicBezTo>
                  <a:lnTo>
                    <a:pt x="1" y="1165"/>
                  </a:lnTo>
                  <a:cubicBezTo>
                    <a:pt x="1" y="1325"/>
                    <a:pt x="137" y="1439"/>
                    <a:pt x="297" y="1439"/>
                  </a:cubicBezTo>
                  <a:lnTo>
                    <a:pt x="1986" y="1439"/>
                  </a:lnTo>
                  <a:cubicBezTo>
                    <a:pt x="2146" y="1439"/>
                    <a:pt x="2283" y="1325"/>
                    <a:pt x="2283" y="1165"/>
                  </a:cubicBezTo>
                  <a:lnTo>
                    <a:pt x="2283" y="297"/>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9" name="Google Shape;5329;p33"/>
            <p:cNvSpPr/>
            <p:nvPr/>
          </p:nvSpPr>
          <p:spPr>
            <a:xfrm>
              <a:off x="7594464" y="2643046"/>
              <a:ext cx="206889" cy="37791"/>
            </a:xfrm>
            <a:custGeom>
              <a:avLst/>
              <a:gdLst/>
              <a:ahLst/>
              <a:cxnLst/>
              <a:rect l="l" t="t" r="r" b="b"/>
              <a:pathLst>
                <a:path w="5502" h="1005" extrusionOk="0">
                  <a:moveTo>
                    <a:pt x="1" y="0"/>
                  </a:moveTo>
                  <a:lnTo>
                    <a:pt x="1" y="1004"/>
                  </a:lnTo>
                  <a:lnTo>
                    <a:pt x="5502" y="1004"/>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0" name="Google Shape;5330;p33"/>
            <p:cNvSpPr/>
            <p:nvPr/>
          </p:nvSpPr>
          <p:spPr>
            <a:xfrm>
              <a:off x="7594464" y="2643046"/>
              <a:ext cx="99609" cy="37791"/>
            </a:xfrm>
            <a:custGeom>
              <a:avLst/>
              <a:gdLst/>
              <a:ahLst/>
              <a:cxnLst/>
              <a:rect l="l" t="t" r="r" b="b"/>
              <a:pathLst>
                <a:path w="2649" h="1005" extrusionOk="0">
                  <a:moveTo>
                    <a:pt x="1" y="0"/>
                  </a:moveTo>
                  <a:lnTo>
                    <a:pt x="1" y="1004"/>
                  </a:lnTo>
                  <a:lnTo>
                    <a:pt x="2649" y="1004"/>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1" name="Google Shape;5331;p33"/>
            <p:cNvSpPr/>
            <p:nvPr/>
          </p:nvSpPr>
          <p:spPr>
            <a:xfrm>
              <a:off x="7769583" y="2626726"/>
              <a:ext cx="110739" cy="71257"/>
            </a:xfrm>
            <a:custGeom>
              <a:avLst/>
              <a:gdLst/>
              <a:ahLst/>
              <a:cxnLst/>
              <a:rect l="l" t="t" r="r" b="b"/>
              <a:pathLst>
                <a:path w="2945" h="1895" extrusionOk="0">
                  <a:moveTo>
                    <a:pt x="388" y="0"/>
                  </a:moveTo>
                  <a:cubicBezTo>
                    <a:pt x="183" y="0"/>
                    <a:pt x="0" y="160"/>
                    <a:pt x="0" y="366"/>
                  </a:cubicBezTo>
                  <a:lnTo>
                    <a:pt x="0" y="1507"/>
                  </a:lnTo>
                  <a:cubicBezTo>
                    <a:pt x="0" y="1712"/>
                    <a:pt x="183" y="1895"/>
                    <a:pt x="388" y="1895"/>
                  </a:cubicBezTo>
                  <a:lnTo>
                    <a:pt x="2579" y="1895"/>
                  </a:lnTo>
                  <a:cubicBezTo>
                    <a:pt x="2785" y="1895"/>
                    <a:pt x="2945" y="1712"/>
                    <a:pt x="2945" y="1507"/>
                  </a:cubicBezTo>
                  <a:lnTo>
                    <a:pt x="2945" y="366"/>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2" name="Google Shape;5332;p33"/>
            <p:cNvSpPr/>
            <p:nvPr/>
          </p:nvSpPr>
          <p:spPr>
            <a:xfrm>
              <a:off x="7782443" y="2635300"/>
              <a:ext cx="85884" cy="54110"/>
            </a:xfrm>
            <a:custGeom>
              <a:avLst/>
              <a:gdLst/>
              <a:ahLst/>
              <a:cxnLst/>
              <a:rect l="l" t="t" r="r" b="b"/>
              <a:pathLst>
                <a:path w="2284" h="1439" extrusionOk="0">
                  <a:moveTo>
                    <a:pt x="297" y="1"/>
                  </a:moveTo>
                  <a:cubicBezTo>
                    <a:pt x="137" y="1"/>
                    <a:pt x="1" y="115"/>
                    <a:pt x="1" y="275"/>
                  </a:cubicBezTo>
                  <a:lnTo>
                    <a:pt x="1" y="1142"/>
                  </a:lnTo>
                  <a:cubicBezTo>
                    <a:pt x="1" y="1302"/>
                    <a:pt x="137" y="1439"/>
                    <a:pt x="297"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3" name="Google Shape;5333;p33"/>
            <p:cNvSpPr/>
            <p:nvPr/>
          </p:nvSpPr>
          <p:spPr>
            <a:xfrm>
              <a:off x="7594464" y="2540050"/>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4" name="Google Shape;5334;p33"/>
            <p:cNvSpPr/>
            <p:nvPr/>
          </p:nvSpPr>
          <p:spPr>
            <a:xfrm>
              <a:off x="7594464" y="2540050"/>
              <a:ext cx="99609" cy="36926"/>
            </a:xfrm>
            <a:custGeom>
              <a:avLst/>
              <a:gdLst/>
              <a:ahLst/>
              <a:cxnLst/>
              <a:rect l="l" t="t" r="r" b="b"/>
              <a:pathLst>
                <a:path w="2649" h="982" extrusionOk="0">
                  <a:moveTo>
                    <a:pt x="1" y="0"/>
                  </a:moveTo>
                  <a:lnTo>
                    <a:pt x="1" y="982"/>
                  </a:lnTo>
                  <a:lnTo>
                    <a:pt x="2649" y="982"/>
                  </a:lnTo>
                  <a:cubicBezTo>
                    <a:pt x="2260" y="822"/>
                    <a:pt x="2009" y="502"/>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5" name="Google Shape;5335;p33"/>
            <p:cNvSpPr/>
            <p:nvPr/>
          </p:nvSpPr>
          <p:spPr>
            <a:xfrm>
              <a:off x="7769583" y="2522865"/>
              <a:ext cx="110739" cy="71294"/>
            </a:xfrm>
            <a:custGeom>
              <a:avLst/>
              <a:gdLst/>
              <a:ahLst/>
              <a:cxnLst/>
              <a:rect l="l" t="t" r="r" b="b"/>
              <a:pathLst>
                <a:path w="2945" h="1896" extrusionOk="0">
                  <a:moveTo>
                    <a:pt x="388" y="1"/>
                  </a:moveTo>
                  <a:cubicBezTo>
                    <a:pt x="183" y="1"/>
                    <a:pt x="0" y="183"/>
                    <a:pt x="0" y="389"/>
                  </a:cubicBezTo>
                  <a:lnTo>
                    <a:pt x="0" y="1530"/>
                  </a:lnTo>
                  <a:cubicBezTo>
                    <a:pt x="0" y="1735"/>
                    <a:pt x="183" y="1895"/>
                    <a:pt x="388" y="1895"/>
                  </a:cubicBezTo>
                  <a:lnTo>
                    <a:pt x="2579" y="1895"/>
                  </a:lnTo>
                  <a:cubicBezTo>
                    <a:pt x="2785" y="1895"/>
                    <a:pt x="2945" y="1735"/>
                    <a:pt x="2945" y="1530"/>
                  </a:cubicBezTo>
                  <a:lnTo>
                    <a:pt x="2945" y="389"/>
                  </a:lnTo>
                  <a:cubicBezTo>
                    <a:pt x="2945" y="183"/>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6" name="Google Shape;5336;p33"/>
            <p:cNvSpPr/>
            <p:nvPr/>
          </p:nvSpPr>
          <p:spPr>
            <a:xfrm>
              <a:off x="7782443" y="2531439"/>
              <a:ext cx="85884" cy="54110"/>
            </a:xfrm>
            <a:custGeom>
              <a:avLst/>
              <a:gdLst/>
              <a:ahLst/>
              <a:cxnLst/>
              <a:rect l="l" t="t" r="r" b="b"/>
              <a:pathLst>
                <a:path w="2284" h="1439" extrusionOk="0">
                  <a:moveTo>
                    <a:pt x="297" y="1"/>
                  </a:moveTo>
                  <a:cubicBezTo>
                    <a:pt x="137" y="1"/>
                    <a:pt x="1" y="138"/>
                    <a:pt x="1" y="298"/>
                  </a:cubicBezTo>
                  <a:lnTo>
                    <a:pt x="1" y="1165"/>
                  </a:lnTo>
                  <a:cubicBezTo>
                    <a:pt x="1" y="1325"/>
                    <a:pt x="137" y="1439"/>
                    <a:pt x="297" y="1439"/>
                  </a:cubicBezTo>
                  <a:lnTo>
                    <a:pt x="1986" y="1439"/>
                  </a:lnTo>
                  <a:cubicBezTo>
                    <a:pt x="2146" y="1439"/>
                    <a:pt x="2283" y="1325"/>
                    <a:pt x="2283" y="1165"/>
                  </a:cubicBezTo>
                  <a:lnTo>
                    <a:pt x="2283" y="298"/>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7" name="Google Shape;5337;p33"/>
            <p:cNvSpPr/>
            <p:nvPr/>
          </p:nvSpPr>
          <p:spPr>
            <a:xfrm>
              <a:off x="7594464" y="2436190"/>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8" name="Google Shape;5338;p33"/>
            <p:cNvSpPr/>
            <p:nvPr/>
          </p:nvSpPr>
          <p:spPr>
            <a:xfrm>
              <a:off x="7594464" y="2436190"/>
              <a:ext cx="99609" cy="37791"/>
            </a:xfrm>
            <a:custGeom>
              <a:avLst/>
              <a:gdLst/>
              <a:ahLst/>
              <a:cxnLst/>
              <a:rect l="l" t="t" r="r" b="b"/>
              <a:pathLst>
                <a:path w="2649" h="1005" extrusionOk="0">
                  <a:moveTo>
                    <a:pt x="1" y="0"/>
                  </a:moveTo>
                  <a:lnTo>
                    <a:pt x="1" y="1005"/>
                  </a:lnTo>
                  <a:lnTo>
                    <a:pt x="2649" y="1005"/>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9" name="Google Shape;5339;p33"/>
            <p:cNvSpPr/>
            <p:nvPr/>
          </p:nvSpPr>
          <p:spPr>
            <a:xfrm>
              <a:off x="7769583" y="2419870"/>
              <a:ext cx="110739" cy="70429"/>
            </a:xfrm>
            <a:custGeom>
              <a:avLst/>
              <a:gdLst/>
              <a:ahLst/>
              <a:cxnLst/>
              <a:rect l="l" t="t" r="r" b="b"/>
              <a:pathLst>
                <a:path w="2945" h="1873" extrusionOk="0">
                  <a:moveTo>
                    <a:pt x="388" y="1"/>
                  </a:moveTo>
                  <a:cubicBezTo>
                    <a:pt x="183" y="1"/>
                    <a:pt x="0" y="160"/>
                    <a:pt x="0" y="366"/>
                  </a:cubicBezTo>
                  <a:lnTo>
                    <a:pt x="0" y="1507"/>
                  </a:lnTo>
                  <a:cubicBezTo>
                    <a:pt x="0" y="1712"/>
                    <a:pt x="183" y="1872"/>
                    <a:pt x="388" y="1872"/>
                  </a:cubicBezTo>
                  <a:lnTo>
                    <a:pt x="2579" y="1872"/>
                  </a:lnTo>
                  <a:cubicBezTo>
                    <a:pt x="2785" y="1872"/>
                    <a:pt x="2945" y="1712"/>
                    <a:pt x="2945" y="1507"/>
                  </a:cubicBezTo>
                  <a:lnTo>
                    <a:pt x="2945" y="366"/>
                  </a:lnTo>
                  <a:cubicBezTo>
                    <a:pt x="2945" y="160"/>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0" name="Google Shape;5340;p33"/>
            <p:cNvSpPr/>
            <p:nvPr/>
          </p:nvSpPr>
          <p:spPr>
            <a:xfrm>
              <a:off x="7782443" y="2428443"/>
              <a:ext cx="85884" cy="54110"/>
            </a:xfrm>
            <a:custGeom>
              <a:avLst/>
              <a:gdLst/>
              <a:ahLst/>
              <a:cxnLst/>
              <a:rect l="l" t="t" r="r" b="b"/>
              <a:pathLst>
                <a:path w="2284" h="1439" extrusionOk="0">
                  <a:moveTo>
                    <a:pt x="297" y="1"/>
                  </a:moveTo>
                  <a:cubicBezTo>
                    <a:pt x="137" y="1"/>
                    <a:pt x="1" y="115"/>
                    <a:pt x="1" y="275"/>
                  </a:cubicBezTo>
                  <a:lnTo>
                    <a:pt x="1" y="1142"/>
                  </a:lnTo>
                  <a:cubicBezTo>
                    <a:pt x="1" y="1302"/>
                    <a:pt x="137" y="1439"/>
                    <a:pt x="297"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1" name="Google Shape;5341;p33"/>
            <p:cNvSpPr/>
            <p:nvPr/>
          </p:nvSpPr>
          <p:spPr>
            <a:xfrm>
              <a:off x="7594464" y="2333194"/>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2" name="Google Shape;5342;p33"/>
            <p:cNvSpPr/>
            <p:nvPr/>
          </p:nvSpPr>
          <p:spPr>
            <a:xfrm>
              <a:off x="7594464" y="2333194"/>
              <a:ext cx="99609" cy="36926"/>
            </a:xfrm>
            <a:custGeom>
              <a:avLst/>
              <a:gdLst/>
              <a:ahLst/>
              <a:cxnLst/>
              <a:rect l="l" t="t" r="r" b="b"/>
              <a:pathLst>
                <a:path w="2649" h="982" extrusionOk="0">
                  <a:moveTo>
                    <a:pt x="1" y="0"/>
                  </a:moveTo>
                  <a:lnTo>
                    <a:pt x="1" y="982"/>
                  </a:lnTo>
                  <a:lnTo>
                    <a:pt x="2649" y="982"/>
                  </a:lnTo>
                  <a:cubicBezTo>
                    <a:pt x="2260" y="799"/>
                    <a:pt x="2009" y="502"/>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3" name="Google Shape;5343;p33"/>
            <p:cNvSpPr/>
            <p:nvPr/>
          </p:nvSpPr>
          <p:spPr>
            <a:xfrm>
              <a:off x="7769583" y="2316009"/>
              <a:ext cx="110739" cy="71294"/>
            </a:xfrm>
            <a:custGeom>
              <a:avLst/>
              <a:gdLst/>
              <a:ahLst/>
              <a:cxnLst/>
              <a:rect l="l" t="t" r="r" b="b"/>
              <a:pathLst>
                <a:path w="2945" h="1896" extrusionOk="0">
                  <a:moveTo>
                    <a:pt x="388" y="1"/>
                  </a:moveTo>
                  <a:cubicBezTo>
                    <a:pt x="183" y="1"/>
                    <a:pt x="0" y="183"/>
                    <a:pt x="0" y="389"/>
                  </a:cubicBezTo>
                  <a:lnTo>
                    <a:pt x="0" y="1507"/>
                  </a:lnTo>
                  <a:cubicBezTo>
                    <a:pt x="0" y="1735"/>
                    <a:pt x="183" y="1895"/>
                    <a:pt x="388" y="1895"/>
                  </a:cubicBezTo>
                  <a:lnTo>
                    <a:pt x="2579" y="1895"/>
                  </a:lnTo>
                  <a:cubicBezTo>
                    <a:pt x="2785" y="1895"/>
                    <a:pt x="2945" y="1735"/>
                    <a:pt x="2945" y="1507"/>
                  </a:cubicBezTo>
                  <a:lnTo>
                    <a:pt x="2945" y="389"/>
                  </a:lnTo>
                  <a:cubicBezTo>
                    <a:pt x="2945" y="183"/>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4" name="Google Shape;5344;p33"/>
            <p:cNvSpPr/>
            <p:nvPr/>
          </p:nvSpPr>
          <p:spPr>
            <a:xfrm>
              <a:off x="7782443" y="2324583"/>
              <a:ext cx="85884" cy="54110"/>
            </a:xfrm>
            <a:custGeom>
              <a:avLst/>
              <a:gdLst/>
              <a:ahLst/>
              <a:cxnLst/>
              <a:rect l="l" t="t" r="r" b="b"/>
              <a:pathLst>
                <a:path w="2284" h="1439" extrusionOk="0">
                  <a:moveTo>
                    <a:pt x="297" y="1"/>
                  </a:moveTo>
                  <a:cubicBezTo>
                    <a:pt x="137" y="1"/>
                    <a:pt x="1" y="138"/>
                    <a:pt x="1" y="298"/>
                  </a:cubicBezTo>
                  <a:lnTo>
                    <a:pt x="1" y="1165"/>
                  </a:lnTo>
                  <a:cubicBezTo>
                    <a:pt x="1" y="1325"/>
                    <a:pt x="137" y="1439"/>
                    <a:pt x="297" y="1439"/>
                  </a:cubicBezTo>
                  <a:lnTo>
                    <a:pt x="1986" y="1439"/>
                  </a:lnTo>
                  <a:cubicBezTo>
                    <a:pt x="2146" y="1439"/>
                    <a:pt x="2283" y="1325"/>
                    <a:pt x="2283" y="1165"/>
                  </a:cubicBezTo>
                  <a:lnTo>
                    <a:pt x="2283" y="298"/>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5" name="Google Shape;5345;p33"/>
            <p:cNvSpPr/>
            <p:nvPr/>
          </p:nvSpPr>
          <p:spPr>
            <a:xfrm>
              <a:off x="7594464" y="2229333"/>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6" name="Google Shape;5346;p33"/>
            <p:cNvSpPr/>
            <p:nvPr/>
          </p:nvSpPr>
          <p:spPr>
            <a:xfrm>
              <a:off x="7594464" y="2229333"/>
              <a:ext cx="99609" cy="37791"/>
            </a:xfrm>
            <a:custGeom>
              <a:avLst/>
              <a:gdLst/>
              <a:ahLst/>
              <a:cxnLst/>
              <a:rect l="l" t="t" r="r" b="b"/>
              <a:pathLst>
                <a:path w="2649" h="1005" extrusionOk="0">
                  <a:moveTo>
                    <a:pt x="1" y="0"/>
                  </a:moveTo>
                  <a:lnTo>
                    <a:pt x="1" y="1005"/>
                  </a:lnTo>
                  <a:lnTo>
                    <a:pt x="2649" y="1005"/>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7" name="Google Shape;5347;p33"/>
            <p:cNvSpPr/>
            <p:nvPr/>
          </p:nvSpPr>
          <p:spPr>
            <a:xfrm>
              <a:off x="7769583" y="2213013"/>
              <a:ext cx="110739" cy="70429"/>
            </a:xfrm>
            <a:custGeom>
              <a:avLst/>
              <a:gdLst/>
              <a:ahLst/>
              <a:cxnLst/>
              <a:rect l="l" t="t" r="r" b="b"/>
              <a:pathLst>
                <a:path w="2945" h="1873" extrusionOk="0">
                  <a:moveTo>
                    <a:pt x="388" y="1"/>
                  </a:moveTo>
                  <a:cubicBezTo>
                    <a:pt x="183" y="1"/>
                    <a:pt x="0" y="160"/>
                    <a:pt x="0" y="366"/>
                  </a:cubicBezTo>
                  <a:lnTo>
                    <a:pt x="0" y="1507"/>
                  </a:lnTo>
                  <a:cubicBezTo>
                    <a:pt x="0" y="1713"/>
                    <a:pt x="183" y="1872"/>
                    <a:pt x="388" y="1872"/>
                  </a:cubicBezTo>
                  <a:lnTo>
                    <a:pt x="2579" y="1872"/>
                  </a:lnTo>
                  <a:cubicBezTo>
                    <a:pt x="2785" y="1872"/>
                    <a:pt x="2945" y="1713"/>
                    <a:pt x="2945" y="1507"/>
                  </a:cubicBezTo>
                  <a:lnTo>
                    <a:pt x="2945" y="366"/>
                  </a:lnTo>
                  <a:cubicBezTo>
                    <a:pt x="2945" y="160"/>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8" name="Google Shape;5348;p33"/>
            <p:cNvSpPr/>
            <p:nvPr/>
          </p:nvSpPr>
          <p:spPr>
            <a:xfrm>
              <a:off x="7782443" y="2221587"/>
              <a:ext cx="85884" cy="54110"/>
            </a:xfrm>
            <a:custGeom>
              <a:avLst/>
              <a:gdLst/>
              <a:ahLst/>
              <a:cxnLst/>
              <a:rect l="l" t="t" r="r" b="b"/>
              <a:pathLst>
                <a:path w="2284" h="1439" extrusionOk="0">
                  <a:moveTo>
                    <a:pt x="297" y="1"/>
                  </a:moveTo>
                  <a:cubicBezTo>
                    <a:pt x="137" y="1"/>
                    <a:pt x="1" y="115"/>
                    <a:pt x="1" y="275"/>
                  </a:cubicBezTo>
                  <a:lnTo>
                    <a:pt x="1" y="1142"/>
                  </a:lnTo>
                  <a:cubicBezTo>
                    <a:pt x="1" y="1302"/>
                    <a:pt x="137" y="1439"/>
                    <a:pt x="297"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9" name="Google Shape;5349;p33"/>
            <p:cNvSpPr/>
            <p:nvPr/>
          </p:nvSpPr>
          <p:spPr>
            <a:xfrm>
              <a:off x="7594464" y="2126338"/>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0" name="Google Shape;5350;p33"/>
            <p:cNvSpPr/>
            <p:nvPr/>
          </p:nvSpPr>
          <p:spPr>
            <a:xfrm>
              <a:off x="7594464" y="2126338"/>
              <a:ext cx="99609" cy="36926"/>
            </a:xfrm>
            <a:custGeom>
              <a:avLst/>
              <a:gdLst/>
              <a:ahLst/>
              <a:cxnLst/>
              <a:rect l="l" t="t" r="r" b="b"/>
              <a:pathLst>
                <a:path w="2649" h="982" extrusionOk="0">
                  <a:moveTo>
                    <a:pt x="1" y="0"/>
                  </a:moveTo>
                  <a:lnTo>
                    <a:pt x="1" y="982"/>
                  </a:lnTo>
                  <a:lnTo>
                    <a:pt x="2649" y="982"/>
                  </a:lnTo>
                  <a:cubicBezTo>
                    <a:pt x="2260" y="799"/>
                    <a:pt x="2009" y="502"/>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1" name="Google Shape;5351;p33"/>
            <p:cNvSpPr/>
            <p:nvPr/>
          </p:nvSpPr>
          <p:spPr>
            <a:xfrm>
              <a:off x="7769583" y="2109153"/>
              <a:ext cx="110739" cy="71294"/>
            </a:xfrm>
            <a:custGeom>
              <a:avLst/>
              <a:gdLst/>
              <a:ahLst/>
              <a:cxnLst/>
              <a:rect l="l" t="t" r="r" b="b"/>
              <a:pathLst>
                <a:path w="2945" h="1896" extrusionOk="0">
                  <a:moveTo>
                    <a:pt x="388" y="1"/>
                  </a:moveTo>
                  <a:cubicBezTo>
                    <a:pt x="183" y="1"/>
                    <a:pt x="0" y="183"/>
                    <a:pt x="0" y="389"/>
                  </a:cubicBezTo>
                  <a:lnTo>
                    <a:pt x="0" y="1507"/>
                  </a:lnTo>
                  <a:cubicBezTo>
                    <a:pt x="0" y="1736"/>
                    <a:pt x="183" y="1895"/>
                    <a:pt x="388" y="1895"/>
                  </a:cubicBezTo>
                  <a:lnTo>
                    <a:pt x="2579" y="1895"/>
                  </a:lnTo>
                  <a:cubicBezTo>
                    <a:pt x="2785" y="1895"/>
                    <a:pt x="2945" y="1736"/>
                    <a:pt x="2945" y="1507"/>
                  </a:cubicBezTo>
                  <a:lnTo>
                    <a:pt x="2945" y="389"/>
                  </a:lnTo>
                  <a:cubicBezTo>
                    <a:pt x="2945" y="183"/>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2" name="Google Shape;5352;p33"/>
            <p:cNvSpPr/>
            <p:nvPr/>
          </p:nvSpPr>
          <p:spPr>
            <a:xfrm>
              <a:off x="7782443" y="2117764"/>
              <a:ext cx="85884" cy="54110"/>
            </a:xfrm>
            <a:custGeom>
              <a:avLst/>
              <a:gdLst/>
              <a:ahLst/>
              <a:cxnLst/>
              <a:rect l="l" t="t" r="r" b="b"/>
              <a:pathLst>
                <a:path w="2284" h="1439" extrusionOk="0">
                  <a:moveTo>
                    <a:pt x="297" y="0"/>
                  </a:moveTo>
                  <a:cubicBezTo>
                    <a:pt x="137" y="0"/>
                    <a:pt x="1" y="137"/>
                    <a:pt x="1" y="297"/>
                  </a:cubicBezTo>
                  <a:lnTo>
                    <a:pt x="1" y="1164"/>
                  </a:lnTo>
                  <a:cubicBezTo>
                    <a:pt x="1" y="1301"/>
                    <a:pt x="137" y="1438"/>
                    <a:pt x="297" y="1438"/>
                  </a:cubicBezTo>
                  <a:lnTo>
                    <a:pt x="1986" y="1438"/>
                  </a:lnTo>
                  <a:cubicBezTo>
                    <a:pt x="2146" y="1438"/>
                    <a:pt x="2283" y="1301"/>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3" name="Google Shape;5353;p33"/>
            <p:cNvSpPr/>
            <p:nvPr/>
          </p:nvSpPr>
          <p:spPr>
            <a:xfrm>
              <a:off x="7594464" y="2022477"/>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4" name="Google Shape;5354;p33"/>
            <p:cNvSpPr/>
            <p:nvPr/>
          </p:nvSpPr>
          <p:spPr>
            <a:xfrm>
              <a:off x="7594464" y="2022477"/>
              <a:ext cx="99609" cy="37791"/>
            </a:xfrm>
            <a:custGeom>
              <a:avLst/>
              <a:gdLst/>
              <a:ahLst/>
              <a:cxnLst/>
              <a:rect l="l" t="t" r="r" b="b"/>
              <a:pathLst>
                <a:path w="2649" h="1005" extrusionOk="0">
                  <a:moveTo>
                    <a:pt x="1" y="0"/>
                  </a:moveTo>
                  <a:lnTo>
                    <a:pt x="1" y="1005"/>
                  </a:lnTo>
                  <a:lnTo>
                    <a:pt x="2649" y="1005"/>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5" name="Google Shape;5355;p33"/>
            <p:cNvSpPr/>
            <p:nvPr/>
          </p:nvSpPr>
          <p:spPr>
            <a:xfrm>
              <a:off x="7769583" y="2006157"/>
              <a:ext cx="110739" cy="70429"/>
            </a:xfrm>
            <a:custGeom>
              <a:avLst/>
              <a:gdLst/>
              <a:ahLst/>
              <a:cxnLst/>
              <a:rect l="l" t="t" r="r" b="b"/>
              <a:pathLst>
                <a:path w="2945" h="1873" extrusionOk="0">
                  <a:moveTo>
                    <a:pt x="388" y="1"/>
                  </a:moveTo>
                  <a:cubicBezTo>
                    <a:pt x="183" y="1"/>
                    <a:pt x="0" y="161"/>
                    <a:pt x="0" y="366"/>
                  </a:cubicBezTo>
                  <a:lnTo>
                    <a:pt x="0" y="1507"/>
                  </a:lnTo>
                  <a:cubicBezTo>
                    <a:pt x="0" y="1713"/>
                    <a:pt x="183" y="1872"/>
                    <a:pt x="388" y="1872"/>
                  </a:cubicBezTo>
                  <a:lnTo>
                    <a:pt x="2579" y="1872"/>
                  </a:lnTo>
                  <a:cubicBezTo>
                    <a:pt x="2785" y="1872"/>
                    <a:pt x="2945" y="1713"/>
                    <a:pt x="2945" y="1507"/>
                  </a:cubicBezTo>
                  <a:lnTo>
                    <a:pt x="2945" y="366"/>
                  </a:lnTo>
                  <a:cubicBezTo>
                    <a:pt x="2945" y="161"/>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6" name="Google Shape;5356;p33"/>
            <p:cNvSpPr/>
            <p:nvPr/>
          </p:nvSpPr>
          <p:spPr>
            <a:xfrm>
              <a:off x="7782443" y="2014768"/>
              <a:ext cx="85884" cy="54072"/>
            </a:xfrm>
            <a:custGeom>
              <a:avLst/>
              <a:gdLst/>
              <a:ahLst/>
              <a:cxnLst/>
              <a:rect l="l" t="t" r="r" b="b"/>
              <a:pathLst>
                <a:path w="2284" h="1438" extrusionOk="0">
                  <a:moveTo>
                    <a:pt x="297" y="0"/>
                  </a:moveTo>
                  <a:cubicBezTo>
                    <a:pt x="137" y="0"/>
                    <a:pt x="1" y="114"/>
                    <a:pt x="1" y="274"/>
                  </a:cubicBezTo>
                  <a:lnTo>
                    <a:pt x="1" y="1141"/>
                  </a:lnTo>
                  <a:cubicBezTo>
                    <a:pt x="1" y="1301"/>
                    <a:pt x="137" y="1438"/>
                    <a:pt x="297" y="1438"/>
                  </a:cubicBezTo>
                  <a:lnTo>
                    <a:pt x="1986" y="1438"/>
                  </a:lnTo>
                  <a:cubicBezTo>
                    <a:pt x="2146" y="1438"/>
                    <a:pt x="2283" y="1301"/>
                    <a:pt x="2283" y="1141"/>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7" name="Google Shape;5357;p33"/>
            <p:cNvSpPr/>
            <p:nvPr/>
          </p:nvSpPr>
          <p:spPr>
            <a:xfrm>
              <a:off x="7594464" y="1917752"/>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8" name="Google Shape;5358;p33"/>
            <p:cNvSpPr/>
            <p:nvPr/>
          </p:nvSpPr>
          <p:spPr>
            <a:xfrm>
              <a:off x="7594464" y="1917752"/>
              <a:ext cx="99609" cy="37828"/>
            </a:xfrm>
            <a:custGeom>
              <a:avLst/>
              <a:gdLst/>
              <a:ahLst/>
              <a:cxnLst/>
              <a:rect l="l" t="t" r="r" b="b"/>
              <a:pathLst>
                <a:path w="2649" h="1006" extrusionOk="0">
                  <a:moveTo>
                    <a:pt x="1" y="1"/>
                  </a:moveTo>
                  <a:lnTo>
                    <a:pt x="1" y="1005"/>
                  </a:lnTo>
                  <a:lnTo>
                    <a:pt x="2649" y="1005"/>
                  </a:lnTo>
                  <a:cubicBezTo>
                    <a:pt x="2260" y="822"/>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9" name="Google Shape;5359;p33"/>
            <p:cNvSpPr/>
            <p:nvPr/>
          </p:nvSpPr>
          <p:spPr>
            <a:xfrm>
              <a:off x="7769583" y="1900604"/>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0" name="Google Shape;5360;p33"/>
            <p:cNvSpPr/>
            <p:nvPr/>
          </p:nvSpPr>
          <p:spPr>
            <a:xfrm>
              <a:off x="7782443" y="1909178"/>
              <a:ext cx="85884" cy="54110"/>
            </a:xfrm>
            <a:custGeom>
              <a:avLst/>
              <a:gdLst/>
              <a:ahLst/>
              <a:cxnLst/>
              <a:rect l="l" t="t" r="r" b="b"/>
              <a:pathLst>
                <a:path w="2284" h="1439" extrusionOk="0">
                  <a:moveTo>
                    <a:pt x="297" y="1"/>
                  </a:moveTo>
                  <a:cubicBezTo>
                    <a:pt x="137" y="1"/>
                    <a:pt x="1" y="137"/>
                    <a:pt x="1" y="297"/>
                  </a:cubicBezTo>
                  <a:lnTo>
                    <a:pt x="1" y="1165"/>
                  </a:lnTo>
                  <a:cubicBezTo>
                    <a:pt x="1" y="1324"/>
                    <a:pt x="137" y="1438"/>
                    <a:pt x="297" y="1438"/>
                  </a:cubicBezTo>
                  <a:lnTo>
                    <a:pt x="1986" y="1438"/>
                  </a:lnTo>
                  <a:cubicBezTo>
                    <a:pt x="2146" y="1438"/>
                    <a:pt x="2283" y="1324"/>
                    <a:pt x="2283" y="1165"/>
                  </a:cubicBezTo>
                  <a:lnTo>
                    <a:pt x="2283" y="297"/>
                  </a:lnTo>
                  <a:cubicBezTo>
                    <a:pt x="2283" y="137"/>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1" name="Google Shape;5361;p33"/>
            <p:cNvSpPr/>
            <p:nvPr/>
          </p:nvSpPr>
          <p:spPr>
            <a:xfrm>
              <a:off x="7594464" y="181389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2" name="Google Shape;5362;p33"/>
            <p:cNvSpPr/>
            <p:nvPr/>
          </p:nvSpPr>
          <p:spPr>
            <a:xfrm>
              <a:off x="7594464" y="1813891"/>
              <a:ext cx="99609" cy="37828"/>
            </a:xfrm>
            <a:custGeom>
              <a:avLst/>
              <a:gdLst/>
              <a:ahLst/>
              <a:cxnLst/>
              <a:rect l="l" t="t" r="r" b="b"/>
              <a:pathLst>
                <a:path w="2649" h="1006" extrusionOk="0">
                  <a:moveTo>
                    <a:pt x="1" y="1"/>
                  </a:moveTo>
                  <a:lnTo>
                    <a:pt x="1" y="1005"/>
                  </a:lnTo>
                  <a:lnTo>
                    <a:pt x="2649" y="1005"/>
                  </a:lnTo>
                  <a:cubicBezTo>
                    <a:pt x="2260" y="823"/>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3" name="Google Shape;5363;p33"/>
            <p:cNvSpPr/>
            <p:nvPr/>
          </p:nvSpPr>
          <p:spPr>
            <a:xfrm>
              <a:off x="7769583" y="1797609"/>
              <a:ext cx="110739" cy="71257"/>
            </a:xfrm>
            <a:custGeom>
              <a:avLst/>
              <a:gdLst/>
              <a:ahLst/>
              <a:cxnLst/>
              <a:rect l="l" t="t" r="r" b="b"/>
              <a:pathLst>
                <a:path w="2945" h="1895" extrusionOk="0">
                  <a:moveTo>
                    <a:pt x="388" y="0"/>
                  </a:moveTo>
                  <a:cubicBezTo>
                    <a:pt x="183" y="0"/>
                    <a:pt x="0" y="160"/>
                    <a:pt x="0" y="365"/>
                  </a:cubicBezTo>
                  <a:lnTo>
                    <a:pt x="0" y="1507"/>
                  </a:lnTo>
                  <a:cubicBezTo>
                    <a:pt x="0" y="1712"/>
                    <a:pt x="183" y="1895"/>
                    <a:pt x="388" y="1895"/>
                  </a:cubicBezTo>
                  <a:lnTo>
                    <a:pt x="2579" y="1895"/>
                  </a:lnTo>
                  <a:cubicBezTo>
                    <a:pt x="2785" y="1895"/>
                    <a:pt x="2945" y="1712"/>
                    <a:pt x="2945" y="1507"/>
                  </a:cubicBezTo>
                  <a:lnTo>
                    <a:pt x="2945" y="365"/>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4" name="Google Shape;5364;p33"/>
            <p:cNvSpPr/>
            <p:nvPr/>
          </p:nvSpPr>
          <p:spPr>
            <a:xfrm>
              <a:off x="7782443" y="1806182"/>
              <a:ext cx="85884" cy="54110"/>
            </a:xfrm>
            <a:custGeom>
              <a:avLst/>
              <a:gdLst/>
              <a:ahLst/>
              <a:cxnLst/>
              <a:rect l="l" t="t" r="r" b="b"/>
              <a:pathLst>
                <a:path w="2284" h="1439" extrusionOk="0">
                  <a:moveTo>
                    <a:pt x="297" y="0"/>
                  </a:moveTo>
                  <a:cubicBezTo>
                    <a:pt x="137" y="0"/>
                    <a:pt x="1" y="115"/>
                    <a:pt x="1" y="274"/>
                  </a:cubicBezTo>
                  <a:lnTo>
                    <a:pt x="1" y="1142"/>
                  </a:lnTo>
                  <a:cubicBezTo>
                    <a:pt x="1" y="1302"/>
                    <a:pt x="137" y="1438"/>
                    <a:pt x="297" y="1438"/>
                  </a:cubicBezTo>
                  <a:lnTo>
                    <a:pt x="1986" y="1438"/>
                  </a:lnTo>
                  <a:cubicBezTo>
                    <a:pt x="2146" y="1438"/>
                    <a:pt x="2283" y="1302"/>
                    <a:pt x="2283" y="1142"/>
                  </a:cubicBezTo>
                  <a:lnTo>
                    <a:pt x="2283" y="274"/>
                  </a:lnTo>
                  <a:cubicBezTo>
                    <a:pt x="2283" y="115"/>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5" name="Google Shape;5365;p33"/>
            <p:cNvSpPr/>
            <p:nvPr/>
          </p:nvSpPr>
          <p:spPr>
            <a:xfrm>
              <a:off x="6211750" y="3358864"/>
              <a:ext cx="37791" cy="206889"/>
            </a:xfrm>
            <a:custGeom>
              <a:avLst/>
              <a:gdLst/>
              <a:ahLst/>
              <a:cxnLst/>
              <a:rect l="l" t="t" r="r" b="b"/>
              <a:pathLst>
                <a:path w="1005" h="5502" extrusionOk="0">
                  <a:moveTo>
                    <a:pt x="0" y="0"/>
                  </a:moveTo>
                  <a:lnTo>
                    <a:pt x="0"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6" name="Google Shape;5366;p33"/>
            <p:cNvSpPr/>
            <p:nvPr/>
          </p:nvSpPr>
          <p:spPr>
            <a:xfrm>
              <a:off x="6211750" y="3358864"/>
              <a:ext cx="37791" cy="98744"/>
            </a:xfrm>
            <a:custGeom>
              <a:avLst/>
              <a:gdLst/>
              <a:ahLst/>
              <a:cxnLst/>
              <a:rect l="l" t="t" r="r" b="b"/>
              <a:pathLst>
                <a:path w="1005" h="2626" extrusionOk="0">
                  <a:moveTo>
                    <a:pt x="0" y="0"/>
                  </a:moveTo>
                  <a:lnTo>
                    <a:pt x="0" y="2625"/>
                  </a:lnTo>
                  <a:cubicBezTo>
                    <a:pt x="163" y="2280"/>
                    <a:pt x="415" y="2043"/>
                    <a:pt x="839" y="2043"/>
                  </a:cubicBezTo>
                  <a:cubicBezTo>
                    <a:pt x="891" y="2043"/>
                    <a:pt x="946"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7" name="Google Shape;5367;p33"/>
            <p:cNvSpPr/>
            <p:nvPr/>
          </p:nvSpPr>
          <p:spPr>
            <a:xfrm>
              <a:off x="6194565" y="3533945"/>
              <a:ext cx="71294" cy="110777"/>
            </a:xfrm>
            <a:custGeom>
              <a:avLst/>
              <a:gdLst/>
              <a:ahLst/>
              <a:cxnLst/>
              <a:rect l="l" t="t" r="r" b="b"/>
              <a:pathLst>
                <a:path w="1896" h="2946" extrusionOk="0">
                  <a:moveTo>
                    <a:pt x="389" y="1"/>
                  </a:moveTo>
                  <a:cubicBezTo>
                    <a:pt x="183" y="1"/>
                    <a:pt x="1" y="161"/>
                    <a:pt x="1" y="366"/>
                  </a:cubicBezTo>
                  <a:lnTo>
                    <a:pt x="1" y="2557"/>
                  </a:lnTo>
                  <a:cubicBezTo>
                    <a:pt x="1" y="2763"/>
                    <a:pt x="183" y="2945"/>
                    <a:pt x="389" y="2945"/>
                  </a:cubicBezTo>
                  <a:lnTo>
                    <a:pt x="1530" y="2945"/>
                  </a:lnTo>
                  <a:cubicBezTo>
                    <a:pt x="1735" y="2945"/>
                    <a:pt x="1895" y="2763"/>
                    <a:pt x="1895" y="2557"/>
                  </a:cubicBezTo>
                  <a:lnTo>
                    <a:pt x="1895" y="366"/>
                  </a:lnTo>
                  <a:cubicBezTo>
                    <a:pt x="1895" y="161"/>
                    <a:pt x="1735" y="1"/>
                    <a:pt x="15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8" name="Google Shape;5368;p33"/>
            <p:cNvSpPr/>
            <p:nvPr/>
          </p:nvSpPr>
          <p:spPr>
            <a:xfrm>
              <a:off x="6203139" y="3545978"/>
              <a:ext cx="54110" cy="85847"/>
            </a:xfrm>
            <a:custGeom>
              <a:avLst/>
              <a:gdLst/>
              <a:ahLst/>
              <a:cxnLst/>
              <a:rect l="l" t="t" r="r" b="b"/>
              <a:pathLst>
                <a:path w="1439" h="2283" extrusionOk="0">
                  <a:moveTo>
                    <a:pt x="298" y="0"/>
                  </a:moveTo>
                  <a:cubicBezTo>
                    <a:pt x="138" y="0"/>
                    <a:pt x="1" y="137"/>
                    <a:pt x="1" y="297"/>
                  </a:cubicBezTo>
                  <a:lnTo>
                    <a:pt x="1" y="2009"/>
                  </a:lnTo>
                  <a:cubicBezTo>
                    <a:pt x="1" y="2169"/>
                    <a:pt x="138" y="2283"/>
                    <a:pt x="298"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9" name="Google Shape;5369;p33"/>
            <p:cNvSpPr/>
            <p:nvPr/>
          </p:nvSpPr>
          <p:spPr>
            <a:xfrm>
              <a:off x="6314746" y="3358864"/>
              <a:ext cx="37791" cy="206889"/>
            </a:xfrm>
            <a:custGeom>
              <a:avLst/>
              <a:gdLst/>
              <a:ahLst/>
              <a:cxnLst/>
              <a:rect l="l" t="t" r="r" b="b"/>
              <a:pathLst>
                <a:path w="1005" h="5502" extrusionOk="0">
                  <a:moveTo>
                    <a:pt x="0" y="0"/>
                  </a:moveTo>
                  <a:lnTo>
                    <a:pt x="0"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0" name="Google Shape;5370;p33"/>
            <p:cNvSpPr/>
            <p:nvPr/>
          </p:nvSpPr>
          <p:spPr>
            <a:xfrm>
              <a:off x="6314746" y="3358864"/>
              <a:ext cx="37791" cy="98744"/>
            </a:xfrm>
            <a:custGeom>
              <a:avLst/>
              <a:gdLst/>
              <a:ahLst/>
              <a:cxnLst/>
              <a:rect l="l" t="t" r="r" b="b"/>
              <a:pathLst>
                <a:path w="1005" h="2626" extrusionOk="0">
                  <a:moveTo>
                    <a:pt x="0" y="0"/>
                  </a:moveTo>
                  <a:lnTo>
                    <a:pt x="0" y="2625"/>
                  </a:lnTo>
                  <a:cubicBezTo>
                    <a:pt x="163" y="2280"/>
                    <a:pt x="433" y="2043"/>
                    <a:pt x="845" y="2043"/>
                  </a:cubicBezTo>
                  <a:cubicBezTo>
                    <a:pt x="896" y="2043"/>
                    <a:pt x="949"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1" name="Google Shape;5371;p33"/>
            <p:cNvSpPr/>
            <p:nvPr/>
          </p:nvSpPr>
          <p:spPr>
            <a:xfrm>
              <a:off x="6298426" y="3533945"/>
              <a:ext cx="71294" cy="110777"/>
            </a:xfrm>
            <a:custGeom>
              <a:avLst/>
              <a:gdLst/>
              <a:ahLst/>
              <a:cxnLst/>
              <a:rect l="l" t="t" r="r" b="b"/>
              <a:pathLst>
                <a:path w="1896" h="2946" extrusionOk="0">
                  <a:moveTo>
                    <a:pt x="366" y="1"/>
                  </a:moveTo>
                  <a:cubicBezTo>
                    <a:pt x="160" y="1"/>
                    <a:pt x="1" y="161"/>
                    <a:pt x="1" y="366"/>
                  </a:cubicBezTo>
                  <a:lnTo>
                    <a:pt x="1" y="2557"/>
                  </a:lnTo>
                  <a:cubicBezTo>
                    <a:pt x="1" y="2763"/>
                    <a:pt x="160" y="2945"/>
                    <a:pt x="366"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2" name="Google Shape;5372;p33"/>
            <p:cNvSpPr/>
            <p:nvPr/>
          </p:nvSpPr>
          <p:spPr>
            <a:xfrm>
              <a:off x="6307000" y="3545978"/>
              <a:ext cx="54110" cy="85847"/>
            </a:xfrm>
            <a:custGeom>
              <a:avLst/>
              <a:gdLst/>
              <a:ahLst/>
              <a:cxnLst/>
              <a:rect l="l" t="t" r="r" b="b"/>
              <a:pathLst>
                <a:path w="1439" h="2283" extrusionOk="0">
                  <a:moveTo>
                    <a:pt x="275" y="0"/>
                  </a:moveTo>
                  <a:cubicBezTo>
                    <a:pt x="115" y="0"/>
                    <a:pt x="1" y="137"/>
                    <a:pt x="1" y="297"/>
                  </a:cubicBezTo>
                  <a:lnTo>
                    <a:pt x="1" y="2009"/>
                  </a:lnTo>
                  <a:cubicBezTo>
                    <a:pt x="1" y="2169"/>
                    <a:pt x="115" y="2283"/>
                    <a:pt x="275"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3" name="Google Shape;5373;p33"/>
            <p:cNvSpPr/>
            <p:nvPr/>
          </p:nvSpPr>
          <p:spPr>
            <a:xfrm>
              <a:off x="6418606" y="3358864"/>
              <a:ext cx="37791" cy="206889"/>
            </a:xfrm>
            <a:custGeom>
              <a:avLst/>
              <a:gdLst/>
              <a:ahLst/>
              <a:cxnLst/>
              <a:rect l="l" t="t" r="r" b="b"/>
              <a:pathLst>
                <a:path w="1005" h="5502" extrusionOk="0">
                  <a:moveTo>
                    <a:pt x="0" y="0"/>
                  </a:moveTo>
                  <a:lnTo>
                    <a:pt x="0" y="5501"/>
                  </a:lnTo>
                  <a:lnTo>
                    <a:pt x="1004" y="5501"/>
                  </a:lnTo>
                  <a:lnTo>
                    <a:pt x="10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4" name="Google Shape;5374;p33"/>
            <p:cNvSpPr/>
            <p:nvPr/>
          </p:nvSpPr>
          <p:spPr>
            <a:xfrm>
              <a:off x="6418606" y="3358864"/>
              <a:ext cx="37791" cy="98744"/>
            </a:xfrm>
            <a:custGeom>
              <a:avLst/>
              <a:gdLst/>
              <a:ahLst/>
              <a:cxnLst/>
              <a:rect l="l" t="t" r="r" b="b"/>
              <a:pathLst>
                <a:path w="1005" h="2626" extrusionOk="0">
                  <a:moveTo>
                    <a:pt x="0" y="0"/>
                  </a:moveTo>
                  <a:lnTo>
                    <a:pt x="0" y="2625"/>
                  </a:lnTo>
                  <a:cubicBezTo>
                    <a:pt x="163" y="2280"/>
                    <a:pt x="415" y="2043"/>
                    <a:pt x="838" y="2043"/>
                  </a:cubicBezTo>
                  <a:cubicBezTo>
                    <a:pt x="891" y="2043"/>
                    <a:pt x="946" y="2047"/>
                    <a:pt x="1004" y="2055"/>
                  </a:cubicBez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5" name="Google Shape;5375;p33"/>
            <p:cNvSpPr/>
            <p:nvPr/>
          </p:nvSpPr>
          <p:spPr>
            <a:xfrm>
              <a:off x="6401422" y="3533945"/>
              <a:ext cx="71294" cy="110777"/>
            </a:xfrm>
            <a:custGeom>
              <a:avLst/>
              <a:gdLst/>
              <a:ahLst/>
              <a:cxnLst/>
              <a:rect l="l" t="t" r="r" b="b"/>
              <a:pathLst>
                <a:path w="1896" h="2946" extrusionOk="0">
                  <a:moveTo>
                    <a:pt x="389" y="1"/>
                  </a:moveTo>
                  <a:cubicBezTo>
                    <a:pt x="183" y="1"/>
                    <a:pt x="1" y="161"/>
                    <a:pt x="1" y="366"/>
                  </a:cubicBezTo>
                  <a:lnTo>
                    <a:pt x="1" y="2557"/>
                  </a:lnTo>
                  <a:cubicBezTo>
                    <a:pt x="1" y="2763"/>
                    <a:pt x="183" y="2945"/>
                    <a:pt x="389" y="2945"/>
                  </a:cubicBezTo>
                  <a:lnTo>
                    <a:pt x="1530" y="2945"/>
                  </a:lnTo>
                  <a:cubicBezTo>
                    <a:pt x="1735" y="2945"/>
                    <a:pt x="1895" y="2763"/>
                    <a:pt x="1895" y="2557"/>
                  </a:cubicBezTo>
                  <a:lnTo>
                    <a:pt x="1895" y="366"/>
                  </a:lnTo>
                  <a:cubicBezTo>
                    <a:pt x="1895" y="161"/>
                    <a:pt x="1735" y="1"/>
                    <a:pt x="15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6" name="Google Shape;5376;p33"/>
            <p:cNvSpPr/>
            <p:nvPr/>
          </p:nvSpPr>
          <p:spPr>
            <a:xfrm>
              <a:off x="6409995" y="3545978"/>
              <a:ext cx="54110" cy="85847"/>
            </a:xfrm>
            <a:custGeom>
              <a:avLst/>
              <a:gdLst/>
              <a:ahLst/>
              <a:cxnLst/>
              <a:rect l="l" t="t" r="r" b="b"/>
              <a:pathLst>
                <a:path w="1439" h="2283" extrusionOk="0">
                  <a:moveTo>
                    <a:pt x="298" y="0"/>
                  </a:moveTo>
                  <a:cubicBezTo>
                    <a:pt x="138" y="0"/>
                    <a:pt x="1" y="137"/>
                    <a:pt x="1" y="297"/>
                  </a:cubicBezTo>
                  <a:lnTo>
                    <a:pt x="1" y="2009"/>
                  </a:lnTo>
                  <a:cubicBezTo>
                    <a:pt x="1" y="2169"/>
                    <a:pt x="138" y="2283"/>
                    <a:pt x="298"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7" name="Google Shape;5377;p33"/>
            <p:cNvSpPr/>
            <p:nvPr/>
          </p:nvSpPr>
          <p:spPr>
            <a:xfrm>
              <a:off x="6521602" y="3358864"/>
              <a:ext cx="37791" cy="206889"/>
            </a:xfrm>
            <a:custGeom>
              <a:avLst/>
              <a:gdLst/>
              <a:ahLst/>
              <a:cxnLst/>
              <a:rect l="l" t="t" r="r" b="b"/>
              <a:pathLst>
                <a:path w="1005" h="5502" extrusionOk="0">
                  <a:moveTo>
                    <a:pt x="0" y="0"/>
                  </a:moveTo>
                  <a:lnTo>
                    <a:pt x="0" y="5501"/>
                  </a:lnTo>
                  <a:lnTo>
                    <a:pt x="1004" y="5501"/>
                  </a:lnTo>
                  <a:lnTo>
                    <a:pt x="10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8" name="Google Shape;5378;p33"/>
            <p:cNvSpPr/>
            <p:nvPr/>
          </p:nvSpPr>
          <p:spPr>
            <a:xfrm>
              <a:off x="6522429" y="3358864"/>
              <a:ext cx="36963" cy="98744"/>
            </a:xfrm>
            <a:custGeom>
              <a:avLst/>
              <a:gdLst/>
              <a:ahLst/>
              <a:cxnLst/>
              <a:rect l="l" t="t" r="r" b="b"/>
              <a:pathLst>
                <a:path w="983" h="2626" extrusionOk="0">
                  <a:moveTo>
                    <a:pt x="1" y="0"/>
                  </a:moveTo>
                  <a:lnTo>
                    <a:pt x="1" y="2625"/>
                  </a:lnTo>
                  <a:cubicBezTo>
                    <a:pt x="143" y="2280"/>
                    <a:pt x="412" y="2043"/>
                    <a:pt x="822" y="2043"/>
                  </a:cubicBezTo>
                  <a:cubicBezTo>
                    <a:pt x="874"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9" name="Google Shape;5379;p33"/>
            <p:cNvSpPr/>
            <p:nvPr/>
          </p:nvSpPr>
          <p:spPr>
            <a:xfrm>
              <a:off x="6505282" y="3533945"/>
              <a:ext cx="71257" cy="110777"/>
            </a:xfrm>
            <a:custGeom>
              <a:avLst/>
              <a:gdLst/>
              <a:ahLst/>
              <a:cxnLst/>
              <a:rect l="l" t="t" r="r" b="b"/>
              <a:pathLst>
                <a:path w="1895" h="2946" extrusionOk="0">
                  <a:moveTo>
                    <a:pt x="366" y="1"/>
                  </a:moveTo>
                  <a:cubicBezTo>
                    <a:pt x="160" y="1"/>
                    <a:pt x="0" y="161"/>
                    <a:pt x="0" y="366"/>
                  </a:cubicBezTo>
                  <a:lnTo>
                    <a:pt x="0" y="2557"/>
                  </a:lnTo>
                  <a:cubicBezTo>
                    <a:pt x="0" y="2763"/>
                    <a:pt x="160" y="2945"/>
                    <a:pt x="366"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0" name="Google Shape;5380;p33"/>
            <p:cNvSpPr/>
            <p:nvPr/>
          </p:nvSpPr>
          <p:spPr>
            <a:xfrm>
              <a:off x="6513856" y="3545978"/>
              <a:ext cx="54110" cy="85847"/>
            </a:xfrm>
            <a:custGeom>
              <a:avLst/>
              <a:gdLst/>
              <a:ahLst/>
              <a:cxnLst/>
              <a:rect l="l" t="t" r="r" b="b"/>
              <a:pathLst>
                <a:path w="1439" h="2283" extrusionOk="0">
                  <a:moveTo>
                    <a:pt x="275" y="0"/>
                  </a:moveTo>
                  <a:cubicBezTo>
                    <a:pt x="115" y="0"/>
                    <a:pt x="1" y="137"/>
                    <a:pt x="1" y="297"/>
                  </a:cubicBezTo>
                  <a:lnTo>
                    <a:pt x="1" y="2009"/>
                  </a:lnTo>
                  <a:cubicBezTo>
                    <a:pt x="1" y="2169"/>
                    <a:pt x="115" y="2283"/>
                    <a:pt x="275"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1" name="Google Shape;5381;p33"/>
            <p:cNvSpPr/>
            <p:nvPr/>
          </p:nvSpPr>
          <p:spPr>
            <a:xfrm>
              <a:off x="6625463" y="3358864"/>
              <a:ext cx="37791" cy="206889"/>
            </a:xfrm>
            <a:custGeom>
              <a:avLst/>
              <a:gdLst/>
              <a:ahLst/>
              <a:cxnLst/>
              <a:rect l="l" t="t" r="r" b="b"/>
              <a:pathLst>
                <a:path w="1005" h="5502" extrusionOk="0">
                  <a:moveTo>
                    <a:pt x="0" y="0"/>
                  </a:moveTo>
                  <a:lnTo>
                    <a:pt x="0" y="5501"/>
                  </a:lnTo>
                  <a:lnTo>
                    <a:pt x="1004" y="5501"/>
                  </a:lnTo>
                  <a:lnTo>
                    <a:pt x="10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2" name="Google Shape;5382;p33"/>
            <p:cNvSpPr/>
            <p:nvPr/>
          </p:nvSpPr>
          <p:spPr>
            <a:xfrm>
              <a:off x="6625463" y="3358864"/>
              <a:ext cx="37791" cy="98744"/>
            </a:xfrm>
            <a:custGeom>
              <a:avLst/>
              <a:gdLst/>
              <a:ahLst/>
              <a:cxnLst/>
              <a:rect l="l" t="t" r="r" b="b"/>
              <a:pathLst>
                <a:path w="1005" h="2626" extrusionOk="0">
                  <a:moveTo>
                    <a:pt x="0" y="0"/>
                  </a:moveTo>
                  <a:lnTo>
                    <a:pt x="0" y="2625"/>
                  </a:lnTo>
                  <a:cubicBezTo>
                    <a:pt x="162" y="2280"/>
                    <a:pt x="415" y="2043"/>
                    <a:pt x="838" y="2043"/>
                  </a:cubicBezTo>
                  <a:cubicBezTo>
                    <a:pt x="891" y="2043"/>
                    <a:pt x="946" y="2047"/>
                    <a:pt x="1004" y="2055"/>
                  </a:cubicBez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3" name="Google Shape;5383;p33"/>
            <p:cNvSpPr/>
            <p:nvPr/>
          </p:nvSpPr>
          <p:spPr>
            <a:xfrm>
              <a:off x="6608278" y="3533945"/>
              <a:ext cx="71257" cy="110777"/>
            </a:xfrm>
            <a:custGeom>
              <a:avLst/>
              <a:gdLst/>
              <a:ahLst/>
              <a:cxnLst/>
              <a:rect l="l" t="t" r="r" b="b"/>
              <a:pathLst>
                <a:path w="1895" h="2946" extrusionOk="0">
                  <a:moveTo>
                    <a:pt x="389" y="1"/>
                  </a:moveTo>
                  <a:cubicBezTo>
                    <a:pt x="183" y="1"/>
                    <a:pt x="1" y="161"/>
                    <a:pt x="1" y="366"/>
                  </a:cubicBezTo>
                  <a:lnTo>
                    <a:pt x="1" y="2557"/>
                  </a:lnTo>
                  <a:cubicBezTo>
                    <a:pt x="1" y="2763"/>
                    <a:pt x="183" y="2945"/>
                    <a:pt x="389" y="2945"/>
                  </a:cubicBezTo>
                  <a:lnTo>
                    <a:pt x="1530" y="2945"/>
                  </a:lnTo>
                  <a:cubicBezTo>
                    <a:pt x="1735" y="2945"/>
                    <a:pt x="1895" y="2763"/>
                    <a:pt x="1895" y="2557"/>
                  </a:cubicBezTo>
                  <a:lnTo>
                    <a:pt x="1895" y="366"/>
                  </a:lnTo>
                  <a:cubicBezTo>
                    <a:pt x="1895" y="161"/>
                    <a:pt x="1735" y="1"/>
                    <a:pt x="15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4" name="Google Shape;5384;p33"/>
            <p:cNvSpPr/>
            <p:nvPr/>
          </p:nvSpPr>
          <p:spPr>
            <a:xfrm>
              <a:off x="6616851" y="3545978"/>
              <a:ext cx="54110" cy="85847"/>
            </a:xfrm>
            <a:custGeom>
              <a:avLst/>
              <a:gdLst/>
              <a:ahLst/>
              <a:cxnLst/>
              <a:rect l="l" t="t" r="r" b="b"/>
              <a:pathLst>
                <a:path w="1439" h="2283" extrusionOk="0">
                  <a:moveTo>
                    <a:pt x="297" y="0"/>
                  </a:moveTo>
                  <a:cubicBezTo>
                    <a:pt x="138" y="0"/>
                    <a:pt x="1" y="137"/>
                    <a:pt x="1" y="297"/>
                  </a:cubicBezTo>
                  <a:lnTo>
                    <a:pt x="1" y="2009"/>
                  </a:lnTo>
                  <a:cubicBezTo>
                    <a:pt x="1" y="2169"/>
                    <a:pt x="138" y="2283"/>
                    <a:pt x="297"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5" name="Google Shape;5385;p33"/>
            <p:cNvSpPr/>
            <p:nvPr/>
          </p:nvSpPr>
          <p:spPr>
            <a:xfrm>
              <a:off x="6729285"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6" name="Google Shape;5386;p33"/>
            <p:cNvSpPr/>
            <p:nvPr/>
          </p:nvSpPr>
          <p:spPr>
            <a:xfrm>
              <a:off x="6729285" y="3358864"/>
              <a:ext cx="36963" cy="98744"/>
            </a:xfrm>
            <a:custGeom>
              <a:avLst/>
              <a:gdLst/>
              <a:ahLst/>
              <a:cxnLst/>
              <a:rect l="l" t="t" r="r" b="b"/>
              <a:pathLst>
                <a:path w="983" h="2626" extrusionOk="0">
                  <a:moveTo>
                    <a:pt x="1" y="0"/>
                  </a:moveTo>
                  <a:lnTo>
                    <a:pt x="1" y="2625"/>
                  </a:lnTo>
                  <a:cubicBezTo>
                    <a:pt x="143" y="2280"/>
                    <a:pt x="411" y="2043"/>
                    <a:pt x="822" y="2043"/>
                  </a:cubicBezTo>
                  <a:cubicBezTo>
                    <a:pt x="873"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7" name="Google Shape;5387;p33"/>
            <p:cNvSpPr/>
            <p:nvPr/>
          </p:nvSpPr>
          <p:spPr>
            <a:xfrm>
              <a:off x="6712138" y="3533945"/>
              <a:ext cx="71257" cy="110777"/>
            </a:xfrm>
            <a:custGeom>
              <a:avLst/>
              <a:gdLst/>
              <a:ahLst/>
              <a:cxnLst/>
              <a:rect l="l" t="t" r="r" b="b"/>
              <a:pathLst>
                <a:path w="1895" h="2946" extrusionOk="0">
                  <a:moveTo>
                    <a:pt x="366" y="1"/>
                  </a:moveTo>
                  <a:cubicBezTo>
                    <a:pt x="160" y="1"/>
                    <a:pt x="0" y="161"/>
                    <a:pt x="0" y="366"/>
                  </a:cubicBezTo>
                  <a:lnTo>
                    <a:pt x="0" y="2557"/>
                  </a:lnTo>
                  <a:cubicBezTo>
                    <a:pt x="0" y="2763"/>
                    <a:pt x="160" y="2945"/>
                    <a:pt x="366"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8" name="Google Shape;5388;p33"/>
            <p:cNvSpPr/>
            <p:nvPr/>
          </p:nvSpPr>
          <p:spPr>
            <a:xfrm>
              <a:off x="6720712" y="3545978"/>
              <a:ext cx="54110" cy="85847"/>
            </a:xfrm>
            <a:custGeom>
              <a:avLst/>
              <a:gdLst/>
              <a:ahLst/>
              <a:cxnLst/>
              <a:rect l="l" t="t" r="r" b="b"/>
              <a:pathLst>
                <a:path w="1439" h="2283" extrusionOk="0">
                  <a:moveTo>
                    <a:pt x="275" y="0"/>
                  </a:moveTo>
                  <a:cubicBezTo>
                    <a:pt x="115" y="0"/>
                    <a:pt x="1" y="137"/>
                    <a:pt x="1" y="297"/>
                  </a:cubicBezTo>
                  <a:lnTo>
                    <a:pt x="1" y="2009"/>
                  </a:lnTo>
                  <a:cubicBezTo>
                    <a:pt x="1" y="2169"/>
                    <a:pt x="115" y="2283"/>
                    <a:pt x="275"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9" name="Google Shape;5389;p33"/>
            <p:cNvSpPr/>
            <p:nvPr/>
          </p:nvSpPr>
          <p:spPr>
            <a:xfrm>
              <a:off x="6832281" y="3358864"/>
              <a:ext cx="37828" cy="206889"/>
            </a:xfrm>
            <a:custGeom>
              <a:avLst/>
              <a:gdLst/>
              <a:ahLst/>
              <a:cxnLst/>
              <a:rect l="l" t="t" r="r" b="b"/>
              <a:pathLst>
                <a:path w="1006"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0" name="Google Shape;5390;p33"/>
            <p:cNvSpPr/>
            <p:nvPr/>
          </p:nvSpPr>
          <p:spPr>
            <a:xfrm>
              <a:off x="6832281" y="3358864"/>
              <a:ext cx="37828" cy="98744"/>
            </a:xfrm>
            <a:custGeom>
              <a:avLst/>
              <a:gdLst/>
              <a:ahLst/>
              <a:cxnLst/>
              <a:rect l="l" t="t" r="r" b="b"/>
              <a:pathLst>
                <a:path w="1006"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1" name="Google Shape;5391;p33"/>
            <p:cNvSpPr/>
            <p:nvPr/>
          </p:nvSpPr>
          <p:spPr>
            <a:xfrm>
              <a:off x="6815999" y="3533945"/>
              <a:ext cx="70392" cy="110777"/>
            </a:xfrm>
            <a:custGeom>
              <a:avLst/>
              <a:gdLst/>
              <a:ahLst/>
              <a:cxnLst/>
              <a:rect l="l" t="t" r="r" b="b"/>
              <a:pathLst>
                <a:path w="1872" h="2946" extrusionOk="0">
                  <a:moveTo>
                    <a:pt x="365" y="1"/>
                  </a:moveTo>
                  <a:cubicBezTo>
                    <a:pt x="160" y="1"/>
                    <a:pt x="0" y="161"/>
                    <a:pt x="0" y="366"/>
                  </a:cubicBezTo>
                  <a:lnTo>
                    <a:pt x="0" y="2557"/>
                  </a:lnTo>
                  <a:cubicBezTo>
                    <a:pt x="0" y="2763"/>
                    <a:pt x="160" y="2945"/>
                    <a:pt x="365" y="2945"/>
                  </a:cubicBezTo>
                  <a:lnTo>
                    <a:pt x="1507" y="2945"/>
                  </a:lnTo>
                  <a:cubicBezTo>
                    <a:pt x="1712" y="2945"/>
                    <a:pt x="1872" y="2763"/>
                    <a:pt x="1872" y="2557"/>
                  </a:cubicBezTo>
                  <a:lnTo>
                    <a:pt x="1872" y="366"/>
                  </a:lnTo>
                  <a:cubicBezTo>
                    <a:pt x="1872"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2" name="Google Shape;5392;p33"/>
            <p:cNvSpPr/>
            <p:nvPr/>
          </p:nvSpPr>
          <p:spPr>
            <a:xfrm>
              <a:off x="6823708" y="3545978"/>
              <a:ext cx="54110" cy="85847"/>
            </a:xfrm>
            <a:custGeom>
              <a:avLst/>
              <a:gdLst/>
              <a:ahLst/>
              <a:cxnLst/>
              <a:rect l="l" t="t" r="r" b="b"/>
              <a:pathLst>
                <a:path w="1439" h="2283" extrusionOk="0">
                  <a:moveTo>
                    <a:pt x="297" y="0"/>
                  </a:moveTo>
                  <a:cubicBezTo>
                    <a:pt x="138" y="0"/>
                    <a:pt x="1" y="137"/>
                    <a:pt x="1" y="297"/>
                  </a:cubicBezTo>
                  <a:lnTo>
                    <a:pt x="1" y="2009"/>
                  </a:lnTo>
                  <a:cubicBezTo>
                    <a:pt x="1" y="2169"/>
                    <a:pt x="138" y="2283"/>
                    <a:pt x="297"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33"/>
            <p:cNvSpPr/>
            <p:nvPr/>
          </p:nvSpPr>
          <p:spPr>
            <a:xfrm>
              <a:off x="6936142"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33"/>
            <p:cNvSpPr/>
            <p:nvPr/>
          </p:nvSpPr>
          <p:spPr>
            <a:xfrm>
              <a:off x="6936142" y="3358864"/>
              <a:ext cx="36963" cy="98744"/>
            </a:xfrm>
            <a:custGeom>
              <a:avLst/>
              <a:gdLst/>
              <a:ahLst/>
              <a:cxnLst/>
              <a:rect l="l" t="t" r="r" b="b"/>
              <a:pathLst>
                <a:path w="983" h="2626" extrusionOk="0">
                  <a:moveTo>
                    <a:pt x="1" y="0"/>
                  </a:moveTo>
                  <a:lnTo>
                    <a:pt x="1" y="2625"/>
                  </a:lnTo>
                  <a:cubicBezTo>
                    <a:pt x="143" y="2280"/>
                    <a:pt x="411" y="2043"/>
                    <a:pt x="822" y="2043"/>
                  </a:cubicBezTo>
                  <a:cubicBezTo>
                    <a:pt x="873"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33"/>
            <p:cNvSpPr/>
            <p:nvPr/>
          </p:nvSpPr>
          <p:spPr>
            <a:xfrm>
              <a:off x="6918995" y="3533945"/>
              <a:ext cx="71257" cy="110777"/>
            </a:xfrm>
            <a:custGeom>
              <a:avLst/>
              <a:gdLst/>
              <a:ahLst/>
              <a:cxnLst/>
              <a:rect l="l" t="t" r="r" b="b"/>
              <a:pathLst>
                <a:path w="1895" h="2946" extrusionOk="0">
                  <a:moveTo>
                    <a:pt x="388" y="1"/>
                  </a:moveTo>
                  <a:cubicBezTo>
                    <a:pt x="160" y="1"/>
                    <a:pt x="0" y="161"/>
                    <a:pt x="0" y="366"/>
                  </a:cubicBezTo>
                  <a:lnTo>
                    <a:pt x="0" y="2557"/>
                  </a:lnTo>
                  <a:cubicBezTo>
                    <a:pt x="0" y="2763"/>
                    <a:pt x="160" y="2945"/>
                    <a:pt x="388"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33"/>
            <p:cNvSpPr/>
            <p:nvPr/>
          </p:nvSpPr>
          <p:spPr>
            <a:xfrm>
              <a:off x="6927568" y="3545978"/>
              <a:ext cx="54110" cy="85847"/>
            </a:xfrm>
            <a:custGeom>
              <a:avLst/>
              <a:gdLst/>
              <a:ahLst/>
              <a:cxnLst/>
              <a:rect l="l" t="t" r="r" b="b"/>
              <a:pathLst>
                <a:path w="1439" h="2283" extrusionOk="0">
                  <a:moveTo>
                    <a:pt x="274" y="0"/>
                  </a:moveTo>
                  <a:cubicBezTo>
                    <a:pt x="115" y="0"/>
                    <a:pt x="1" y="137"/>
                    <a:pt x="1" y="297"/>
                  </a:cubicBezTo>
                  <a:lnTo>
                    <a:pt x="1" y="2009"/>
                  </a:lnTo>
                  <a:cubicBezTo>
                    <a:pt x="1" y="2169"/>
                    <a:pt x="115" y="2283"/>
                    <a:pt x="274"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33"/>
            <p:cNvSpPr/>
            <p:nvPr/>
          </p:nvSpPr>
          <p:spPr>
            <a:xfrm>
              <a:off x="7039137" y="3358864"/>
              <a:ext cx="37828" cy="206889"/>
            </a:xfrm>
            <a:custGeom>
              <a:avLst/>
              <a:gdLst/>
              <a:ahLst/>
              <a:cxnLst/>
              <a:rect l="l" t="t" r="r" b="b"/>
              <a:pathLst>
                <a:path w="1006"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33"/>
            <p:cNvSpPr/>
            <p:nvPr/>
          </p:nvSpPr>
          <p:spPr>
            <a:xfrm>
              <a:off x="7039137" y="3358864"/>
              <a:ext cx="37828" cy="98744"/>
            </a:xfrm>
            <a:custGeom>
              <a:avLst/>
              <a:gdLst/>
              <a:ahLst/>
              <a:cxnLst/>
              <a:rect l="l" t="t" r="r" b="b"/>
              <a:pathLst>
                <a:path w="1006"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33"/>
            <p:cNvSpPr/>
            <p:nvPr/>
          </p:nvSpPr>
          <p:spPr>
            <a:xfrm>
              <a:off x="7022855" y="3533945"/>
              <a:ext cx="70392" cy="110777"/>
            </a:xfrm>
            <a:custGeom>
              <a:avLst/>
              <a:gdLst/>
              <a:ahLst/>
              <a:cxnLst/>
              <a:rect l="l" t="t" r="r" b="b"/>
              <a:pathLst>
                <a:path w="1872" h="2946" extrusionOk="0">
                  <a:moveTo>
                    <a:pt x="365" y="1"/>
                  </a:moveTo>
                  <a:cubicBezTo>
                    <a:pt x="160" y="1"/>
                    <a:pt x="0" y="161"/>
                    <a:pt x="0" y="366"/>
                  </a:cubicBezTo>
                  <a:lnTo>
                    <a:pt x="0" y="2557"/>
                  </a:lnTo>
                  <a:cubicBezTo>
                    <a:pt x="0" y="2763"/>
                    <a:pt x="160" y="2945"/>
                    <a:pt x="365" y="2945"/>
                  </a:cubicBezTo>
                  <a:lnTo>
                    <a:pt x="1507" y="2945"/>
                  </a:lnTo>
                  <a:cubicBezTo>
                    <a:pt x="1712" y="2945"/>
                    <a:pt x="1872" y="2763"/>
                    <a:pt x="1872" y="2557"/>
                  </a:cubicBezTo>
                  <a:lnTo>
                    <a:pt x="1872" y="366"/>
                  </a:lnTo>
                  <a:cubicBezTo>
                    <a:pt x="1872"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33"/>
            <p:cNvSpPr/>
            <p:nvPr/>
          </p:nvSpPr>
          <p:spPr>
            <a:xfrm>
              <a:off x="7030564" y="3545978"/>
              <a:ext cx="54110" cy="85847"/>
            </a:xfrm>
            <a:custGeom>
              <a:avLst/>
              <a:gdLst/>
              <a:ahLst/>
              <a:cxnLst/>
              <a:rect l="l" t="t" r="r" b="b"/>
              <a:pathLst>
                <a:path w="1439" h="2283" extrusionOk="0">
                  <a:moveTo>
                    <a:pt x="297" y="0"/>
                  </a:moveTo>
                  <a:cubicBezTo>
                    <a:pt x="138" y="0"/>
                    <a:pt x="1" y="137"/>
                    <a:pt x="1" y="297"/>
                  </a:cubicBezTo>
                  <a:lnTo>
                    <a:pt x="1" y="2009"/>
                  </a:lnTo>
                  <a:cubicBezTo>
                    <a:pt x="1" y="2169"/>
                    <a:pt x="138" y="2283"/>
                    <a:pt x="297" y="2283"/>
                  </a:cubicBezTo>
                  <a:lnTo>
                    <a:pt x="1165" y="2283"/>
                  </a:lnTo>
                  <a:cubicBezTo>
                    <a:pt x="1324" y="2283"/>
                    <a:pt x="1439" y="2169"/>
                    <a:pt x="1439" y="2009"/>
                  </a:cubicBezTo>
                  <a:lnTo>
                    <a:pt x="1439" y="297"/>
                  </a:lnTo>
                  <a:cubicBezTo>
                    <a:pt x="1439" y="137"/>
                    <a:pt x="1324"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33"/>
            <p:cNvSpPr/>
            <p:nvPr/>
          </p:nvSpPr>
          <p:spPr>
            <a:xfrm>
              <a:off x="7142998"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33"/>
            <p:cNvSpPr/>
            <p:nvPr/>
          </p:nvSpPr>
          <p:spPr>
            <a:xfrm>
              <a:off x="7142998" y="3358864"/>
              <a:ext cx="36963" cy="98744"/>
            </a:xfrm>
            <a:custGeom>
              <a:avLst/>
              <a:gdLst/>
              <a:ahLst/>
              <a:cxnLst/>
              <a:rect l="l" t="t" r="r" b="b"/>
              <a:pathLst>
                <a:path w="983" h="2626" extrusionOk="0">
                  <a:moveTo>
                    <a:pt x="1" y="0"/>
                  </a:moveTo>
                  <a:lnTo>
                    <a:pt x="1" y="2625"/>
                  </a:lnTo>
                  <a:cubicBezTo>
                    <a:pt x="163" y="2280"/>
                    <a:pt x="416" y="2043"/>
                    <a:pt x="823" y="2043"/>
                  </a:cubicBezTo>
                  <a:cubicBezTo>
                    <a:pt x="874"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33"/>
            <p:cNvSpPr/>
            <p:nvPr/>
          </p:nvSpPr>
          <p:spPr>
            <a:xfrm>
              <a:off x="7125851" y="3533945"/>
              <a:ext cx="71257" cy="110777"/>
            </a:xfrm>
            <a:custGeom>
              <a:avLst/>
              <a:gdLst/>
              <a:ahLst/>
              <a:cxnLst/>
              <a:rect l="l" t="t" r="r" b="b"/>
              <a:pathLst>
                <a:path w="1895" h="2946" extrusionOk="0">
                  <a:moveTo>
                    <a:pt x="388" y="1"/>
                  </a:moveTo>
                  <a:cubicBezTo>
                    <a:pt x="160" y="1"/>
                    <a:pt x="0" y="161"/>
                    <a:pt x="0" y="366"/>
                  </a:cubicBezTo>
                  <a:lnTo>
                    <a:pt x="0" y="2557"/>
                  </a:lnTo>
                  <a:cubicBezTo>
                    <a:pt x="0" y="2763"/>
                    <a:pt x="160" y="2945"/>
                    <a:pt x="388"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33"/>
            <p:cNvSpPr/>
            <p:nvPr/>
          </p:nvSpPr>
          <p:spPr>
            <a:xfrm>
              <a:off x="7134424" y="3545978"/>
              <a:ext cx="54110" cy="85847"/>
            </a:xfrm>
            <a:custGeom>
              <a:avLst/>
              <a:gdLst/>
              <a:ahLst/>
              <a:cxnLst/>
              <a:rect l="l" t="t" r="r" b="b"/>
              <a:pathLst>
                <a:path w="1439" h="2283" extrusionOk="0">
                  <a:moveTo>
                    <a:pt x="274" y="0"/>
                  </a:moveTo>
                  <a:cubicBezTo>
                    <a:pt x="137" y="0"/>
                    <a:pt x="0" y="137"/>
                    <a:pt x="0" y="297"/>
                  </a:cubicBezTo>
                  <a:lnTo>
                    <a:pt x="0" y="2009"/>
                  </a:lnTo>
                  <a:cubicBezTo>
                    <a:pt x="0" y="2169"/>
                    <a:pt x="137" y="2283"/>
                    <a:pt x="274" y="2283"/>
                  </a:cubicBezTo>
                  <a:lnTo>
                    <a:pt x="1142" y="2283"/>
                  </a:lnTo>
                  <a:cubicBezTo>
                    <a:pt x="1301" y="2283"/>
                    <a:pt x="1438" y="2169"/>
                    <a:pt x="1438" y="2009"/>
                  </a:cubicBezTo>
                  <a:lnTo>
                    <a:pt x="1438" y="297"/>
                  </a:lnTo>
                  <a:cubicBezTo>
                    <a:pt x="1438" y="137"/>
                    <a:pt x="1301"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33"/>
            <p:cNvSpPr/>
            <p:nvPr/>
          </p:nvSpPr>
          <p:spPr>
            <a:xfrm>
              <a:off x="7245994" y="3358864"/>
              <a:ext cx="37828" cy="206889"/>
            </a:xfrm>
            <a:custGeom>
              <a:avLst/>
              <a:gdLst/>
              <a:ahLst/>
              <a:cxnLst/>
              <a:rect l="l" t="t" r="r" b="b"/>
              <a:pathLst>
                <a:path w="1006"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33"/>
            <p:cNvSpPr/>
            <p:nvPr/>
          </p:nvSpPr>
          <p:spPr>
            <a:xfrm>
              <a:off x="7245994" y="3358864"/>
              <a:ext cx="37828" cy="98744"/>
            </a:xfrm>
            <a:custGeom>
              <a:avLst/>
              <a:gdLst/>
              <a:ahLst/>
              <a:cxnLst/>
              <a:rect l="l" t="t" r="r" b="b"/>
              <a:pathLst>
                <a:path w="1006"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33"/>
            <p:cNvSpPr/>
            <p:nvPr/>
          </p:nvSpPr>
          <p:spPr>
            <a:xfrm>
              <a:off x="7229711" y="3533945"/>
              <a:ext cx="70392" cy="110777"/>
            </a:xfrm>
            <a:custGeom>
              <a:avLst/>
              <a:gdLst/>
              <a:ahLst/>
              <a:cxnLst/>
              <a:rect l="l" t="t" r="r" b="b"/>
              <a:pathLst>
                <a:path w="1872" h="2946" extrusionOk="0">
                  <a:moveTo>
                    <a:pt x="365" y="1"/>
                  </a:moveTo>
                  <a:cubicBezTo>
                    <a:pt x="160" y="1"/>
                    <a:pt x="0" y="161"/>
                    <a:pt x="0" y="366"/>
                  </a:cubicBezTo>
                  <a:lnTo>
                    <a:pt x="0" y="2557"/>
                  </a:lnTo>
                  <a:cubicBezTo>
                    <a:pt x="0" y="2763"/>
                    <a:pt x="160" y="2945"/>
                    <a:pt x="365" y="2945"/>
                  </a:cubicBezTo>
                  <a:lnTo>
                    <a:pt x="1506" y="2945"/>
                  </a:lnTo>
                  <a:cubicBezTo>
                    <a:pt x="1712" y="2945"/>
                    <a:pt x="1872" y="2763"/>
                    <a:pt x="1872" y="2557"/>
                  </a:cubicBezTo>
                  <a:lnTo>
                    <a:pt x="1872" y="366"/>
                  </a:lnTo>
                  <a:cubicBezTo>
                    <a:pt x="1872" y="161"/>
                    <a:pt x="1712" y="1"/>
                    <a:pt x="15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33"/>
            <p:cNvSpPr/>
            <p:nvPr/>
          </p:nvSpPr>
          <p:spPr>
            <a:xfrm>
              <a:off x="7237420" y="3545978"/>
              <a:ext cx="54110" cy="85847"/>
            </a:xfrm>
            <a:custGeom>
              <a:avLst/>
              <a:gdLst/>
              <a:ahLst/>
              <a:cxnLst/>
              <a:rect l="l" t="t" r="r" b="b"/>
              <a:pathLst>
                <a:path w="1439" h="2283" extrusionOk="0">
                  <a:moveTo>
                    <a:pt x="297" y="0"/>
                  </a:moveTo>
                  <a:cubicBezTo>
                    <a:pt x="137" y="0"/>
                    <a:pt x="0" y="137"/>
                    <a:pt x="0" y="297"/>
                  </a:cubicBezTo>
                  <a:lnTo>
                    <a:pt x="0" y="2009"/>
                  </a:lnTo>
                  <a:cubicBezTo>
                    <a:pt x="0" y="2169"/>
                    <a:pt x="137" y="2283"/>
                    <a:pt x="297" y="2283"/>
                  </a:cubicBezTo>
                  <a:lnTo>
                    <a:pt x="1165" y="2283"/>
                  </a:lnTo>
                  <a:cubicBezTo>
                    <a:pt x="1324" y="2283"/>
                    <a:pt x="1438" y="2169"/>
                    <a:pt x="1438" y="2009"/>
                  </a:cubicBezTo>
                  <a:lnTo>
                    <a:pt x="1438" y="297"/>
                  </a:lnTo>
                  <a:cubicBezTo>
                    <a:pt x="1438" y="137"/>
                    <a:pt x="1324"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33"/>
            <p:cNvSpPr/>
            <p:nvPr/>
          </p:nvSpPr>
          <p:spPr>
            <a:xfrm>
              <a:off x="7349854"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33"/>
            <p:cNvSpPr/>
            <p:nvPr/>
          </p:nvSpPr>
          <p:spPr>
            <a:xfrm>
              <a:off x="7349854" y="3358864"/>
              <a:ext cx="36963" cy="98744"/>
            </a:xfrm>
            <a:custGeom>
              <a:avLst/>
              <a:gdLst/>
              <a:ahLst/>
              <a:cxnLst/>
              <a:rect l="l" t="t" r="r" b="b"/>
              <a:pathLst>
                <a:path w="983" h="2626" extrusionOk="0">
                  <a:moveTo>
                    <a:pt x="1" y="0"/>
                  </a:moveTo>
                  <a:lnTo>
                    <a:pt x="1" y="2625"/>
                  </a:lnTo>
                  <a:cubicBezTo>
                    <a:pt x="163" y="2280"/>
                    <a:pt x="416" y="2043"/>
                    <a:pt x="823" y="2043"/>
                  </a:cubicBezTo>
                  <a:cubicBezTo>
                    <a:pt x="873"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33"/>
            <p:cNvSpPr/>
            <p:nvPr/>
          </p:nvSpPr>
          <p:spPr>
            <a:xfrm>
              <a:off x="7332707" y="3533945"/>
              <a:ext cx="71257" cy="110777"/>
            </a:xfrm>
            <a:custGeom>
              <a:avLst/>
              <a:gdLst/>
              <a:ahLst/>
              <a:cxnLst/>
              <a:rect l="l" t="t" r="r" b="b"/>
              <a:pathLst>
                <a:path w="1895" h="2946" extrusionOk="0">
                  <a:moveTo>
                    <a:pt x="388" y="1"/>
                  </a:moveTo>
                  <a:cubicBezTo>
                    <a:pt x="160" y="1"/>
                    <a:pt x="0" y="161"/>
                    <a:pt x="0" y="366"/>
                  </a:cubicBezTo>
                  <a:lnTo>
                    <a:pt x="0" y="2557"/>
                  </a:lnTo>
                  <a:cubicBezTo>
                    <a:pt x="0" y="2763"/>
                    <a:pt x="160" y="2945"/>
                    <a:pt x="388"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33"/>
            <p:cNvSpPr/>
            <p:nvPr/>
          </p:nvSpPr>
          <p:spPr>
            <a:xfrm>
              <a:off x="7341281" y="3545978"/>
              <a:ext cx="54110" cy="85847"/>
            </a:xfrm>
            <a:custGeom>
              <a:avLst/>
              <a:gdLst/>
              <a:ahLst/>
              <a:cxnLst/>
              <a:rect l="l" t="t" r="r" b="b"/>
              <a:pathLst>
                <a:path w="1439" h="2283" extrusionOk="0">
                  <a:moveTo>
                    <a:pt x="297" y="0"/>
                  </a:moveTo>
                  <a:cubicBezTo>
                    <a:pt x="137" y="0"/>
                    <a:pt x="0" y="137"/>
                    <a:pt x="0" y="297"/>
                  </a:cubicBezTo>
                  <a:lnTo>
                    <a:pt x="0" y="2009"/>
                  </a:lnTo>
                  <a:cubicBezTo>
                    <a:pt x="0" y="2169"/>
                    <a:pt x="137" y="2283"/>
                    <a:pt x="297" y="2283"/>
                  </a:cubicBezTo>
                  <a:lnTo>
                    <a:pt x="1142" y="2283"/>
                  </a:lnTo>
                  <a:cubicBezTo>
                    <a:pt x="1301" y="2283"/>
                    <a:pt x="1438" y="2169"/>
                    <a:pt x="1438" y="2009"/>
                  </a:cubicBezTo>
                  <a:lnTo>
                    <a:pt x="1438" y="297"/>
                  </a:lnTo>
                  <a:cubicBezTo>
                    <a:pt x="1438" y="137"/>
                    <a:pt x="1301"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33"/>
            <p:cNvSpPr/>
            <p:nvPr/>
          </p:nvSpPr>
          <p:spPr>
            <a:xfrm>
              <a:off x="7452850" y="3358864"/>
              <a:ext cx="37791" cy="206889"/>
            </a:xfrm>
            <a:custGeom>
              <a:avLst/>
              <a:gdLst/>
              <a:ahLst/>
              <a:cxnLst/>
              <a:rect l="l" t="t" r="r" b="b"/>
              <a:pathLst>
                <a:path w="1005"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33"/>
            <p:cNvSpPr/>
            <p:nvPr/>
          </p:nvSpPr>
          <p:spPr>
            <a:xfrm>
              <a:off x="7452850" y="3358864"/>
              <a:ext cx="37791" cy="98744"/>
            </a:xfrm>
            <a:custGeom>
              <a:avLst/>
              <a:gdLst/>
              <a:ahLst/>
              <a:cxnLst/>
              <a:rect l="l" t="t" r="r" b="b"/>
              <a:pathLst>
                <a:path w="1005"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33"/>
            <p:cNvSpPr/>
            <p:nvPr/>
          </p:nvSpPr>
          <p:spPr>
            <a:xfrm>
              <a:off x="7436530" y="3533945"/>
              <a:ext cx="70429" cy="110777"/>
            </a:xfrm>
            <a:custGeom>
              <a:avLst/>
              <a:gdLst/>
              <a:ahLst/>
              <a:cxnLst/>
              <a:rect l="l" t="t" r="r" b="b"/>
              <a:pathLst>
                <a:path w="1873" h="2946" extrusionOk="0">
                  <a:moveTo>
                    <a:pt x="366" y="1"/>
                  </a:moveTo>
                  <a:cubicBezTo>
                    <a:pt x="161" y="1"/>
                    <a:pt x="1" y="161"/>
                    <a:pt x="1" y="366"/>
                  </a:cubicBezTo>
                  <a:lnTo>
                    <a:pt x="1" y="2557"/>
                  </a:lnTo>
                  <a:cubicBezTo>
                    <a:pt x="1" y="2763"/>
                    <a:pt x="161" y="2945"/>
                    <a:pt x="366" y="2945"/>
                  </a:cubicBezTo>
                  <a:lnTo>
                    <a:pt x="1507" y="2945"/>
                  </a:lnTo>
                  <a:cubicBezTo>
                    <a:pt x="1713" y="2945"/>
                    <a:pt x="1873" y="2763"/>
                    <a:pt x="1873" y="2557"/>
                  </a:cubicBezTo>
                  <a:lnTo>
                    <a:pt x="1873" y="366"/>
                  </a:lnTo>
                  <a:cubicBezTo>
                    <a:pt x="1873" y="161"/>
                    <a:pt x="1713"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33"/>
            <p:cNvSpPr/>
            <p:nvPr/>
          </p:nvSpPr>
          <p:spPr>
            <a:xfrm>
              <a:off x="7444276" y="3545978"/>
              <a:ext cx="54110" cy="85847"/>
            </a:xfrm>
            <a:custGeom>
              <a:avLst/>
              <a:gdLst/>
              <a:ahLst/>
              <a:cxnLst/>
              <a:rect l="l" t="t" r="r" b="b"/>
              <a:pathLst>
                <a:path w="1439" h="2283" extrusionOk="0">
                  <a:moveTo>
                    <a:pt x="297" y="0"/>
                  </a:moveTo>
                  <a:cubicBezTo>
                    <a:pt x="137" y="0"/>
                    <a:pt x="0" y="137"/>
                    <a:pt x="0" y="297"/>
                  </a:cubicBezTo>
                  <a:lnTo>
                    <a:pt x="0" y="2009"/>
                  </a:lnTo>
                  <a:cubicBezTo>
                    <a:pt x="0" y="2169"/>
                    <a:pt x="137" y="2283"/>
                    <a:pt x="297" y="2283"/>
                  </a:cubicBezTo>
                  <a:lnTo>
                    <a:pt x="1164" y="2283"/>
                  </a:lnTo>
                  <a:cubicBezTo>
                    <a:pt x="1324" y="2283"/>
                    <a:pt x="1438" y="2169"/>
                    <a:pt x="1438" y="2009"/>
                  </a:cubicBezTo>
                  <a:lnTo>
                    <a:pt x="1438" y="297"/>
                  </a:lnTo>
                  <a:cubicBezTo>
                    <a:pt x="1438" y="137"/>
                    <a:pt x="1324" y="0"/>
                    <a:pt x="11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164"/>
                                        </p:tgtEl>
                                        <p:attrNameLst>
                                          <p:attrName>style.visibility</p:attrName>
                                        </p:attrNameLst>
                                      </p:cBhvr>
                                      <p:to>
                                        <p:strVal val="visible"/>
                                      </p:to>
                                    </p:set>
                                    <p:animEffect transition="in" filter="wipe(down)">
                                      <p:cBhvr>
                                        <p:cTn id="7" dur="500"/>
                                        <p:tgtEl>
                                          <p:spTgt spid="516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163"/>
                                        </p:tgtEl>
                                        <p:attrNameLst>
                                          <p:attrName>style.visibility</p:attrName>
                                        </p:attrNameLst>
                                      </p:cBhvr>
                                      <p:to>
                                        <p:strVal val="visible"/>
                                      </p:to>
                                    </p:set>
                                    <p:anim calcmode="lin" valueType="num">
                                      <p:cBhvr additive="base">
                                        <p:cTn id="12" dur="500" fill="hold"/>
                                        <p:tgtEl>
                                          <p:spTgt spid="5163"/>
                                        </p:tgtEl>
                                        <p:attrNameLst>
                                          <p:attrName>ppt_x</p:attrName>
                                        </p:attrNameLst>
                                      </p:cBhvr>
                                      <p:tavLst>
                                        <p:tav tm="0">
                                          <p:val>
                                            <p:strVal val="#ppt_x"/>
                                          </p:val>
                                        </p:tav>
                                        <p:tav tm="100000">
                                          <p:val>
                                            <p:strVal val="#ppt_x"/>
                                          </p:val>
                                        </p:tav>
                                      </p:tavLst>
                                    </p:anim>
                                    <p:anim calcmode="lin" valueType="num">
                                      <p:cBhvr additive="base">
                                        <p:cTn id="13" dur="500" fill="hold"/>
                                        <p:tgtEl>
                                          <p:spTgt spid="516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177"/>
                                        </p:tgtEl>
                                        <p:attrNameLst>
                                          <p:attrName>style.visibility</p:attrName>
                                        </p:attrNameLst>
                                      </p:cBhvr>
                                      <p:to>
                                        <p:strVal val="visible"/>
                                      </p:to>
                                    </p:set>
                                    <p:animEffect transition="in" filter="fade">
                                      <p:cBhvr>
                                        <p:cTn id="18" dur="500"/>
                                        <p:tgtEl>
                                          <p:spTgt spid="5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3" grpId="0"/>
      <p:bldP spid="516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20"/>
        <p:cNvGrpSpPr/>
        <p:nvPr/>
      </p:nvGrpSpPr>
      <p:grpSpPr>
        <a:xfrm>
          <a:off x="0" y="0"/>
          <a:ext cx="0" cy="0"/>
          <a:chOff x="0" y="0"/>
          <a:chExt cx="0" cy="0"/>
        </a:xfrm>
      </p:grpSpPr>
      <p:sp>
        <p:nvSpPr>
          <p:cNvPr id="5421" name="Google Shape;5421;p34"/>
          <p:cNvSpPr txBox="1">
            <a:spLocks noGrp="1"/>
          </p:cNvSpPr>
          <p:nvPr>
            <p:ph type="title"/>
          </p:nvPr>
        </p:nvSpPr>
        <p:spPr>
          <a:xfrm>
            <a:off x="2088300" y="1555350"/>
            <a:ext cx="49674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Giới thiệu về QR code</a:t>
            </a:r>
            <a:endParaRPr/>
          </a:p>
        </p:txBody>
      </p:sp>
      <p:sp>
        <p:nvSpPr>
          <p:cNvPr id="5422" name="Google Shape;5422;p34"/>
          <p:cNvSpPr txBox="1">
            <a:spLocks noGrp="1"/>
          </p:cNvSpPr>
          <p:nvPr>
            <p:ph type="subTitle" idx="1"/>
          </p:nvPr>
        </p:nvSpPr>
        <p:spPr>
          <a:xfrm>
            <a:off x="941177" y="2413565"/>
            <a:ext cx="7261646" cy="119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a:t>QR code viết tắt của Quick response code (“Mã phản hồi nhanh”) hay còn gọi là mã vạch ma trận (matrix-barcode) là dạng mã vạch hai chiều (2D) có thể được đọc bởi một máy đọc mã vạch hay smartphone có chức năng chụp ảnh với ứng dụng chuyên biệt để quét mã vạch</a:t>
            </a:r>
            <a:endParaRPr/>
          </a:p>
        </p:txBody>
      </p:sp>
      <p:pic>
        <p:nvPicPr>
          <p:cNvPr id="3" name="Graphic 2" descr="Qr Code with solid fill">
            <a:extLst>
              <a:ext uri="{FF2B5EF4-FFF2-40B4-BE49-F238E27FC236}">
                <a16:creationId xmlns:a16="http://schemas.microsoft.com/office/drawing/2014/main" id="{2C9C8E9D-13D8-4212-45AC-D00562EBD1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22825" y="90616"/>
            <a:ext cx="1698349" cy="1698349"/>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55" presetClass="entr" presetSubtype="0" fill="hold" grpId="0" nodeType="clickEffect">
                                  <p:stCondLst>
                                    <p:cond delay="0"/>
                                  </p:stCondLst>
                                  <p:childTnLst>
                                    <p:set>
                                      <p:cBhvr>
                                        <p:cTn id="14" dur="1" fill="hold">
                                          <p:stCondLst>
                                            <p:cond delay="0"/>
                                          </p:stCondLst>
                                        </p:cTn>
                                        <p:tgtEl>
                                          <p:spTgt spid="5421"/>
                                        </p:tgtEl>
                                        <p:attrNameLst>
                                          <p:attrName>style.visibility</p:attrName>
                                        </p:attrNameLst>
                                      </p:cBhvr>
                                      <p:to>
                                        <p:strVal val="visible"/>
                                      </p:to>
                                    </p:set>
                                    <p:anim calcmode="lin" valueType="num">
                                      <p:cBhvr>
                                        <p:cTn id="15" dur="1000" fill="hold"/>
                                        <p:tgtEl>
                                          <p:spTgt spid="5421"/>
                                        </p:tgtEl>
                                        <p:attrNameLst>
                                          <p:attrName>ppt_w</p:attrName>
                                        </p:attrNameLst>
                                      </p:cBhvr>
                                      <p:tavLst>
                                        <p:tav tm="0">
                                          <p:val>
                                            <p:strVal val="#ppt_w*0.70"/>
                                          </p:val>
                                        </p:tav>
                                        <p:tav tm="100000">
                                          <p:val>
                                            <p:strVal val="#ppt_w"/>
                                          </p:val>
                                        </p:tav>
                                      </p:tavLst>
                                    </p:anim>
                                    <p:anim calcmode="lin" valueType="num">
                                      <p:cBhvr>
                                        <p:cTn id="16" dur="1000" fill="hold"/>
                                        <p:tgtEl>
                                          <p:spTgt spid="5421"/>
                                        </p:tgtEl>
                                        <p:attrNameLst>
                                          <p:attrName>ppt_h</p:attrName>
                                        </p:attrNameLst>
                                      </p:cBhvr>
                                      <p:tavLst>
                                        <p:tav tm="0">
                                          <p:val>
                                            <p:strVal val="#ppt_h"/>
                                          </p:val>
                                        </p:tav>
                                        <p:tav tm="100000">
                                          <p:val>
                                            <p:strVal val="#ppt_h"/>
                                          </p:val>
                                        </p:tav>
                                      </p:tavLst>
                                    </p:anim>
                                    <p:animEffect transition="in" filter="fade">
                                      <p:cBhvr>
                                        <p:cTn id="17" dur="1000"/>
                                        <p:tgtEl>
                                          <p:spTgt spid="5421"/>
                                        </p:tgtEl>
                                      </p:cBhvr>
                                    </p:animEffect>
                                  </p:childTnLst>
                                </p:cTn>
                              </p:par>
                            </p:childTnLst>
                          </p:cTn>
                        </p:par>
                      </p:childTnLst>
                    </p:cTn>
                  </p:par>
                  <p:par>
                    <p:cTn id="18" fill="hold">
                      <p:stCondLst>
                        <p:cond delay="indefinite"/>
                      </p:stCondLst>
                      <p:childTnLst>
                        <p:par>
                          <p:cTn id="19" fill="hold">
                            <p:stCondLst>
                              <p:cond delay="0"/>
                            </p:stCondLst>
                            <p:childTnLst>
                              <p:par>
                                <p:cTn id="20" presetID="37" presetClass="entr" presetSubtype="0" fill="hold" grpId="0" nodeType="clickEffect">
                                  <p:stCondLst>
                                    <p:cond delay="0"/>
                                  </p:stCondLst>
                                  <p:childTnLst>
                                    <p:set>
                                      <p:cBhvr>
                                        <p:cTn id="21" dur="1" fill="hold">
                                          <p:stCondLst>
                                            <p:cond delay="0"/>
                                          </p:stCondLst>
                                        </p:cTn>
                                        <p:tgtEl>
                                          <p:spTgt spid="5422"/>
                                        </p:tgtEl>
                                        <p:attrNameLst>
                                          <p:attrName>style.visibility</p:attrName>
                                        </p:attrNameLst>
                                      </p:cBhvr>
                                      <p:to>
                                        <p:strVal val="visible"/>
                                      </p:to>
                                    </p:set>
                                    <p:animEffect transition="in" filter="fade">
                                      <p:cBhvr>
                                        <p:cTn id="22" dur="1000"/>
                                        <p:tgtEl>
                                          <p:spTgt spid="5422"/>
                                        </p:tgtEl>
                                      </p:cBhvr>
                                    </p:animEffect>
                                    <p:anim calcmode="lin" valueType="num">
                                      <p:cBhvr>
                                        <p:cTn id="23" dur="1000" fill="hold"/>
                                        <p:tgtEl>
                                          <p:spTgt spid="5422"/>
                                        </p:tgtEl>
                                        <p:attrNameLst>
                                          <p:attrName>ppt_x</p:attrName>
                                        </p:attrNameLst>
                                      </p:cBhvr>
                                      <p:tavLst>
                                        <p:tav tm="0">
                                          <p:val>
                                            <p:strVal val="#ppt_x"/>
                                          </p:val>
                                        </p:tav>
                                        <p:tav tm="100000">
                                          <p:val>
                                            <p:strVal val="#ppt_x"/>
                                          </p:val>
                                        </p:tav>
                                      </p:tavLst>
                                    </p:anim>
                                    <p:anim calcmode="lin" valueType="num">
                                      <p:cBhvr>
                                        <p:cTn id="24" dur="900" decel="100000" fill="hold"/>
                                        <p:tgtEl>
                                          <p:spTgt spid="5422"/>
                                        </p:tgtEl>
                                        <p:attrNameLst>
                                          <p:attrName>ppt_y</p:attrName>
                                        </p:attrNameLst>
                                      </p:cBhvr>
                                      <p:tavLst>
                                        <p:tav tm="0">
                                          <p:val>
                                            <p:strVal val="#ppt_y+1"/>
                                          </p:val>
                                        </p:tav>
                                        <p:tav tm="100000">
                                          <p:val>
                                            <p:strVal val="#ppt_y-.03"/>
                                          </p:val>
                                        </p:tav>
                                      </p:tavLst>
                                    </p:anim>
                                    <p:anim calcmode="lin" valueType="num">
                                      <p:cBhvr>
                                        <p:cTn id="25" dur="100" accel="100000" fill="hold">
                                          <p:stCondLst>
                                            <p:cond delay="900"/>
                                          </p:stCondLst>
                                        </p:cTn>
                                        <p:tgtEl>
                                          <p:spTgt spid="542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1" grpId="0"/>
      <p:bldP spid="54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665"/>
        <p:cNvGrpSpPr/>
        <p:nvPr/>
      </p:nvGrpSpPr>
      <p:grpSpPr>
        <a:xfrm>
          <a:off x="0" y="0"/>
          <a:ext cx="0" cy="0"/>
          <a:chOff x="0" y="0"/>
          <a:chExt cx="0" cy="0"/>
        </a:xfrm>
      </p:grpSpPr>
      <p:sp>
        <p:nvSpPr>
          <p:cNvPr id="5666" name="Google Shape;5666;p48"/>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Cách thức hoạt động</a:t>
            </a:r>
            <a:endParaRPr/>
          </a:p>
        </p:txBody>
      </p:sp>
      <p:sp>
        <p:nvSpPr>
          <p:cNvPr id="5667" name="Google Shape;5667;p48"/>
          <p:cNvSpPr txBox="1"/>
          <p:nvPr/>
        </p:nvSpPr>
        <p:spPr>
          <a:xfrm>
            <a:off x="720000" y="1722125"/>
            <a:ext cx="4144500" cy="2639400"/>
          </a:xfrm>
          <a:prstGeom prst="rect">
            <a:avLst/>
          </a:prstGeom>
          <a:noFill/>
          <a:ln>
            <a:noFill/>
          </a:ln>
        </p:spPr>
        <p:txBody>
          <a:bodyPr spcFirstLastPara="1" wrap="square" lIns="91425" tIns="91425" rIns="91425" bIns="91425" anchor="ctr" anchorCtr="0">
            <a:noAutofit/>
          </a:bodyPr>
          <a:lstStyle/>
          <a:p>
            <a:pPr algn="just" rtl="0">
              <a:spcBef>
                <a:spcPts val="0"/>
              </a:spcBef>
              <a:spcAft>
                <a:spcPts val="0"/>
              </a:spcAft>
            </a:pPr>
            <a:r>
              <a:rPr lang="vi-VN">
                <a:solidFill>
                  <a:schemeClr val="tx1"/>
                </a:solidFill>
                <a:cs typeface="Cambay" panose="020B0604020202020204" charset="0"/>
              </a:rPr>
              <a:t> </a:t>
            </a:r>
            <a:r>
              <a:rPr lang="en-US">
                <a:solidFill>
                  <a:schemeClr val="tx1"/>
                </a:solidFill>
                <a:cs typeface="Cambay" panose="020B0604020202020204" charset="0"/>
              </a:rPr>
              <a:t>T</a:t>
            </a:r>
            <a:r>
              <a:rPr lang="vi-VN">
                <a:solidFill>
                  <a:schemeClr val="tx1"/>
                </a:solidFill>
                <a:cs typeface="Cambay" panose="020B0604020202020204" charset="0"/>
              </a:rPr>
              <a:t>ương tự như mã vạch, vì chúng có thể mã hóa dữ liệu được biểu thị bằng các ô vuông đen và trắng. Nhưng thay vì sử dụng tia laser, chúng ta có thể sử dụng một máy ảnh để phân biệt giữa các không gian và từ đó chúng ta sẽ trích xuất các thông tin cần thiết. Cụ thể mã QR bao gồm một số hình vuông lớn giúp căn chỉnh và định vị các cạnh của mã QR này, các cột định dạng, số phiên bản và cuối cùng là chính dữ liệu.</a:t>
            </a:r>
          </a:p>
        </p:txBody>
      </p:sp>
      <p:sp>
        <p:nvSpPr>
          <p:cNvPr id="5668" name="Google Shape;5668;p48"/>
          <p:cNvSpPr txBox="1"/>
          <p:nvPr/>
        </p:nvSpPr>
        <p:spPr>
          <a:xfrm>
            <a:off x="720000" y="1402175"/>
            <a:ext cx="4144500" cy="34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a:buNone/>
            </a:pPr>
            <a:r>
              <a:rPr lang="en-US" sz="2000" b="1">
                <a:solidFill>
                  <a:schemeClr val="lt2"/>
                </a:solidFill>
                <a:latin typeface="Big Shoulders Text"/>
              </a:rPr>
              <a:t>Mã phản hồi nhanh (QR code) </a:t>
            </a:r>
            <a:endParaRPr sz="2000" b="1">
              <a:solidFill>
                <a:schemeClr val="lt2"/>
              </a:solidFill>
              <a:latin typeface="Big Shoulders Text"/>
              <a:sym typeface="Big Shoulders Text"/>
            </a:endParaRPr>
          </a:p>
        </p:txBody>
      </p:sp>
      <p:pic>
        <p:nvPicPr>
          <p:cNvPr id="1026" name="Picture 2" descr="Qr code&#10;&#10;Description automatically generated">
            <a:extLst>
              <a:ext uri="{FF2B5EF4-FFF2-40B4-BE49-F238E27FC236}">
                <a16:creationId xmlns:a16="http://schemas.microsoft.com/office/drawing/2014/main" id="{3B2CC5B6-D3A2-1C49-9DCC-2E8C640623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8683" y="1553504"/>
            <a:ext cx="4107652" cy="2736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61860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666"/>
                                        </p:tgtEl>
                                        <p:attrNameLst>
                                          <p:attrName>style.visibility</p:attrName>
                                        </p:attrNameLst>
                                      </p:cBhvr>
                                      <p:to>
                                        <p:strVal val="visible"/>
                                      </p:to>
                                    </p:set>
                                    <p:anim calcmode="lin" valueType="num">
                                      <p:cBhvr>
                                        <p:cTn id="7" dur="500" fill="hold"/>
                                        <p:tgtEl>
                                          <p:spTgt spid="5666"/>
                                        </p:tgtEl>
                                        <p:attrNameLst>
                                          <p:attrName>ppt_w</p:attrName>
                                        </p:attrNameLst>
                                      </p:cBhvr>
                                      <p:tavLst>
                                        <p:tav tm="0">
                                          <p:val>
                                            <p:fltVal val="0"/>
                                          </p:val>
                                        </p:tav>
                                        <p:tav tm="100000">
                                          <p:val>
                                            <p:strVal val="#ppt_w"/>
                                          </p:val>
                                        </p:tav>
                                      </p:tavLst>
                                    </p:anim>
                                    <p:anim calcmode="lin" valueType="num">
                                      <p:cBhvr>
                                        <p:cTn id="8" dur="500" fill="hold"/>
                                        <p:tgtEl>
                                          <p:spTgt spid="5666"/>
                                        </p:tgtEl>
                                        <p:attrNameLst>
                                          <p:attrName>ppt_h</p:attrName>
                                        </p:attrNameLst>
                                      </p:cBhvr>
                                      <p:tavLst>
                                        <p:tav tm="0">
                                          <p:val>
                                            <p:fltVal val="0"/>
                                          </p:val>
                                        </p:tav>
                                        <p:tav tm="100000">
                                          <p:val>
                                            <p:strVal val="#ppt_h"/>
                                          </p:val>
                                        </p:tav>
                                      </p:tavLst>
                                    </p:anim>
                                    <p:animEffect transition="in" filter="fade">
                                      <p:cBhvr>
                                        <p:cTn id="9" dur="500"/>
                                        <p:tgtEl>
                                          <p:spTgt spid="5666"/>
                                        </p:tgtEl>
                                      </p:cBhvr>
                                    </p:animEffect>
                                  </p:childTnLst>
                                </p:cTn>
                              </p:par>
                            </p:childTnLst>
                          </p:cTn>
                        </p:par>
                      </p:childTnLst>
                    </p:cTn>
                  </p:par>
                  <p:par>
                    <p:cTn id="10" fill="hold">
                      <p:stCondLst>
                        <p:cond delay="indefinite"/>
                      </p:stCondLst>
                      <p:childTnLst>
                        <p:par>
                          <p:cTn id="11" fill="hold">
                            <p:stCondLst>
                              <p:cond delay="0"/>
                            </p:stCondLst>
                            <p:childTnLst>
                              <p:par>
                                <p:cTn id="12" presetID="5" presetClass="entr" presetSubtype="10" fill="hold" grpId="0" nodeType="clickEffect">
                                  <p:stCondLst>
                                    <p:cond delay="0"/>
                                  </p:stCondLst>
                                  <p:childTnLst>
                                    <p:set>
                                      <p:cBhvr>
                                        <p:cTn id="13" dur="1" fill="hold">
                                          <p:stCondLst>
                                            <p:cond delay="0"/>
                                          </p:stCondLst>
                                        </p:cTn>
                                        <p:tgtEl>
                                          <p:spTgt spid="5668"/>
                                        </p:tgtEl>
                                        <p:attrNameLst>
                                          <p:attrName>style.visibility</p:attrName>
                                        </p:attrNameLst>
                                      </p:cBhvr>
                                      <p:to>
                                        <p:strVal val="visible"/>
                                      </p:to>
                                    </p:set>
                                    <p:animEffect transition="in" filter="checkerboard(across)">
                                      <p:cBhvr>
                                        <p:cTn id="14" dur="500"/>
                                        <p:tgtEl>
                                          <p:spTgt spid="5668"/>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5667"/>
                                        </p:tgtEl>
                                        <p:attrNameLst>
                                          <p:attrName>style.visibility</p:attrName>
                                        </p:attrNameLst>
                                      </p:cBhvr>
                                      <p:to>
                                        <p:strVal val="visible"/>
                                      </p:to>
                                    </p:set>
                                    <p:anim calcmode="lin" valueType="num">
                                      <p:cBhvr additive="base">
                                        <p:cTn id="19" dur="500"/>
                                        <p:tgtEl>
                                          <p:spTgt spid="5667"/>
                                        </p:tgtEl>
                                        <p:attrNameLst>
                                          <p:attrName>ppt_y</p:attrName>
                                        </p:attrNameLst>
                                      </p:cBhvr>
                                      <p:tavLst>
                                        <p:tav tm="0">
                                          <p:val>
                                            <p:strVal val="#ppt_y+#ppt_h*1.125000"/>
                                          </p:val>
                                        </p:tav>
                                        <p:tav tm="100000">
                                          <p:val>
                                            <p:strVal val="#ppt_y"/>
                                          </p:val>
                                        </p:tav>
                                      </p:tavLst>
                                    </p:anim>
                                    <p:animEffect transition="in" filter="wipe(up)">
                                      <p:cBhvr>
                                        <p:cTn id="20" dur="500"/>
                                        <p:tgtEl>
                                          <p:spTgt spid="5667"/>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1026"/>
                                        </p:tgtEl>
                                        <p:attrNameLst>
                                          <p:attrName>style.visibility</p:attrName>
                                        </p:attrNameLst>
                                      </p:cBhvr>
                                      <p:to>
                                        <p:strVal val="visible"/>
                                      </p:to>
                                    </p:set>
                                    <p:animEffect transition="in" filter="checkerboard(across)">
                                      <p:cBhvr>
                                        <p:cTn id="25"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6" grpId="0"/>
      <p:bldP spid="5667" grpId="0"/>
      <p:bldP spid="566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07"/>
        <p:cNvGrpSpPr/>
        <p:nvPr/>
      </p:nvGrpSpPr>
      <p:grpSpPr>
        <a:xfrm>
          <a:off x="0" y="0"/>
          <a:ext cx="0" cy="0"/>
          <a:chOff x="0" y="0"/>
          <a:chExt cx="0" cy="0"/>
        </a:xfrm>
      </p:grpSpPr>
      <p:sp>
        <p:nvSpPr>
          <p:cNvPr id="7709" name="Google Shape;7709;p56"/>
          <p:cNvSpPr txBox="1">
            <a:spLocks noGrp="1"/>
          </p:cNvSpPr>
          <p:nvPr>
            <p:ph type="title"/>
          </p:nvPr>
        </p:nvSpPr>
        <p:spPr>
          <a:xfrm>
            <a:off x="712788" y="502755"/>
            <a:ext cx="5031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800" b="1" i="0" u="none" strike="noStrike">
                <a:solidFill>
                  <a:schemeClr val="tx2">
                    <a:lumMod val="40000"/>
                    <a:lumOff val="60000"/>
                  </a:schemeClr>
                </a:solidFill>
                <a:effectLst/>
                <a:latin typeface="Big Shoulders Text" panose="020B0604020202020204" charset="0"/>
              </a:rPr>
              <a:t>Quét mã QR với Raspberry Pi 4</a:t>
            </a:r>
            <a:endParaRPr sz="4400">
              <a:solidFill>
                <a:schemeClr val="tx2">
                  <a:lumMod val="40000"/>
                  <a:lumOff val="60000"/>
                </a:schemeClr>
              </a:solidFill>
              <a:latin typeface="Big Shoulders Text" panose="020B0604020202020204" charset="0"/>
            </a:endParaRPr>
          </a:p>
        </p:txBody>
      </p:sp>
      <p:sp>
        <p:nvSpPr>
          <p:cNvPr id="7710" name="Google Shape;7710;p56"/>
          <p:cNvSpPr txBox="1">
            <a:spLocks noGrp="1"/>
          </p:cNvSpPr>
          <p:nvPr>
            <p:ph type="body" idx="1"/>
          </p:nvPr>
        </p:nvSpPr>
        <p:spPr>
          <a:xfrm>
            <a:off x="712788" y="1214347"/>
            <a:ext cx="4501800" cy="23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191919"/>
              </a:buClr>
              <a:buSzPts val="1100"/>
              <a:buFont typeface="Arial"/>
              <a:buNone/>
            </a:pPr>
            <a:r>
              <a:rPr lang="en-US" sz="1800" b="1"/>
              <a:t>1. Thiết lập cho Raspberry Pi 4</a:t>
            </a:r>
          </a:p>
          <a:p>
            <a:pPr marL="0" lvl="0" indent="0" algn="l" rtl="0">
              <a:spcBef>
                <a:spcPts val="0"/>
              </a:spcBef>
              <a:spcAft>
                <a:spcPts val="0"/>
              </a:spcAft>
              <a:buClr>
                <a:srgbClr val="191919"/>
              </a:buClr>
              <a:buSzPts val="1100"/>
              <a:buFont typeface="Arial"/>
              <a:buNone/>
            </a:pPr>
            <a:r>
              <a:rPr lang="en-US" sz="1800" b="1"/>
              <a:t> </a:t>
            </a:r>
            <a:r>
              <a:rPr lang="en-US" b="1"/>
              <a:t>- Đầu tiên chúng ta cần cài đặt hệ điều hành Raspbian</a:t>
            </a:r>
          </a:p>
          <a:p>
            <a:pPr marL="0" lvl="0" indent="0" algn="l" rtl="0">
              <a:spcBef>
                <a:spcPts val="0"/>
              </a:spcBef>
              <a:spcAft>
                <a:spcPts val="0"/>
              </a:spcAft>
              <a:buClr>
                <a:srgbClr val="191919"/>
              </a:buClr>
              <a:buSzPts val="1100"/>
              <a:buFont typeface="Arial"/>
              <a:buNone/>
            </a:pPr>
            <a:r>
              <a:rPr lang="en-US" b="1"/>
              <a:t>- Tiếp đến chúng ta sẽ tiến hành cài đặt OpenCV cho Raspberry Pi 4:</a:t>
            </a:r>
          </a:p>
          <a:p>
            <a:pPr marL="0" lvl="0" indent="0" algn="l" rtl="0">
              <a:spcBef>
                <a:spcPts val="0"/>
              </a:spcBef>
              <a:spcAft>
                <a:spcPts val="0"/>
              </a:spcAft>
              <a:buClr>
                <a:srgbClr val="191919"/>
              </a:buClr>
              <a:buSzPts val="1100"/>
              <a:buFont typeface="Arial"/>
              <a:buNone/>
            </a:pPr>
            <a:endParaRPr lang="en-US" b="1"/>
          </a:p>
          <a:p>
            <a:pPr marL="0" lvl="0" indent="0" algn="l" rtl="0">
              <a:spcBef>
                <a:spcPts val="0"/>
              </a:spcBef>
              <a:spcAft>
                <a:spcPts val="0"/>
              </a:spcAft>
              <a:buClr>
                <a:srgbClr val="191919"/>
              </a:buClr>
              <a:buSzPts val="1100"/>
              <a:buFont typeface="Arial"/>
              <a:buNone/>
            </a:pPr>
            <a:r>
              <a:rPr lang="en-US" sz="1800" b="1"/>
              <a:t>2. Đọc mã QR</a:t>
            </a:r>
          </a:p>
          <a:p>
            <a:pPr rtl="0">
              <a:spcBef>
                <a:spcPts val="0"/>
              </a:spcBef>
              <a:spcAft>
                <a:spcPts val="0"/>
              </a:spcAft>
            </a:pPr>
            <a:r>
              <a:rPr lang="vi-VN" b="1"/>
              <a:t>Thiết lập Camera </a:t>
            </a:r>
          </a:p>
          <a:p>
            <a:pPr rtl="0">
              <a:spcBef>
                <a:spcPts val="0"/>
              </a:spcBef>
              <a:spcAft>
                <a:spcPts val="0"/>
              </a:spcAft>
            </a:pPr>
            <a:r>
              <a:rPr lang="vi-VN" b="1"/>
              <a:t>Đọc khung hình mới và trích xuất QR code</a:t>
            </a:r>
          </a:p>
          <a:p>
            <a:pPr rtl="0">
              <a:spcBef>
                <a:spcPts val="0"/>
              </a:spcBef>
              <a:spcAft>
                <a:spcPts val="0"/>
              </a:spcAft>
            </a:pPr>
            <a:r>
              <a:rPr lang="vi-VN" b="1"/>
              <a:t>Nếu có mã trong khung hình, tiến hành vẽ một box xung quanh mã này và hiển thị dữ liệu đọc được.</a:t>
            </a:r>
          </a:p>
          <a:p>
            <a:pPr rtl="0">
              <a:spcBef>
                <a:spcPts val="0"/>
              </a:spcBef>
              <a:spcAft>
                <a:spcPts val="0"/>
              </a:spcAft>
            </a:pPr>
            <a:r>
              <a:rPr lang="vi-VN" b="1"/>
              <a:t>Gửi dữ liệu đọc được lên cơ sở dữ liệu</a:t>
            </a:r>
          </a:p>
          <a:p>
            <a:pPr rtl="0">
              <a:spcBef>
                <a:spcPts val="0"/>
              </a:spcBef>
              <a:spcAft>
                <a:spcPts val="0"/>
              </a:spcAft>
            </a:pPr>
            <a:r>
              <a:rPr lang="vi-VN" b="1"/>
              <a:t>Nhấn phím 'q' để thoát chương trình </a:t>
            </a:r>
          </a:p>
        </p:txBody>
      </p:sp>
      <p:pic>
        <p:nvPicPr>
          <p:cNvPr id="7708" name="Google Shape;7708;p56"/>
          <p:cNvPicPr preferRelativeResize="0">
            <a:picLocks noGrp="1"/>
          </p:cNvPicPr>
          <p:nvPr>
            <p:ph type="pic" idx="2"/>
          </p:nvPr>
        </p:nvPicPr>
        <p:blipFill rotWithShape="1">
          <a:blip r:embed="rId3"/>
          <a:srcRect l="-164" r="1045"/>
          <a:stretch/>
        </p:blipFill>
        <p:spPr>
          <a:xfrm>
            <a:off x="5214588" y="935412"/>
            <a:ext cx="3656668" cy="2714806"/>
          </a:xfrm>
          <a:prstGeom prst="rect">
            <a:avLst/>
          </a:prstGeom>
        </p:spPr>
      </p:pic>
    </p:spTree>
    <p:extLst>
      <p:ext uri="{BB962C8B-B14F-4D97-AF65-F5344CB8AC3E}">
        <p14:creationId xmlns:p14="http://schemas.microsoft.com/office/powerpoint/2010/main" val="3192243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709"/>
                                        </p:tgtEl>
                                        <p:attrNameLst>
                                          <p:attrName>style.visibility</p:attrName>
                                        </p:attrNameLst>
                                      </p:cBhvr>
                                      <p:to>
                                        <p:strVal val="visible"/>
                                      </p:to>
                                    </p:set>
                                    <p:animEffect transition="in" filter="checkerboard(across)">
                                      <p:cBhvr>
                                        <p:cTn id="7" dur="500"/>
                                        <p:tgtEl>
                                          <p:spTgt spid="7709"/>
                                        </p:tgtEl>
                                      </p:cBhvr>
                                    </p:animEffect>
                                  </p:childTnLst>
                                </p:cTn>
                              </p:par>
                            </p:childTnLst>
                          </p:cTn>
                        </p:par>
                      </p:childTnLst>
                    </p:cTn>
                  </p:par>
                  <p:par>
                    <p:cTn id="8" fill="hold">
                      <p:stCondLst>
                        <p:cond delay="indefinite"/>
                      </p:stCondLst>
                      <p:childTnLst>
                        <p:par>
                          <p:cTn id="9" fill="hold">
                            <p:stCondLst>
                              <p:cond delay="0"/>
                            </p:stCondLst>
                            <p:childTnLst>
                              <p:par>
                                <p:cTn id="10" presetID="37" presetClass="entr" presetSubtype="0" fill="hold" grpId="0" nodeType="clickEffect">
                                  <p:stCondLst>
                                    <p:cond delay="0"/>
                                  </p:stCondLst>
                                  <p:childTnLst>
                                    <p:set>
                                      <p:cBhvr>
                                        <p:cTn id="11" dur="1" fill="hold">
                                          <p:stCondLst>
                                            <p:cond delay="0"/>
                                          </p:stCondLst>
                                        </p:cTn>
                                        <p:tgtEl>
                                          <p:spTgt spid="7710"/>
                                        </p:tgtEl>
                                        <p:attrNameLst>
                                          <p:attrName>style.visibility</p:attrName>
                                        </p:attrNameLst>
                                      </p:cBhvr>
                                      <p:to>
                                        <p:strVal val="visible"/>
                                      </p:to>
                                    </p:set>
                                    <p:animEffect transition="in" filter="fade">
                                      <p:cBhvr>
                                        <p:cTn id="12" dur="1000"/>
                                        <p:tgtEl>
                                          <p:spTgt spid="7710"/>
                                        </p:tgtEl>
                                      </p:cBhvr>
                                    </p:animEffect>
                                    <p:anim calcmode="lin" valueType="num">
                                      <p:cBhvr>
                                        <p:cTn id="13" dur="1000" fill="hold"/>
                                        <p:tgtEl>
                                          <p:spTgt spid="7710"/>
                                        </p:tgtEl>
                                        <p:attrNameLst>
                                          <p:attrName>ppt_x</p:attrName>
                                        </p:attrNameLst>
                                      </p:cBhvr>
                                      <p:tavLst>
                                        <p:tav tm="0">
                                          <p:val>
                                            <p:strVal val="#ppt_x"/>
                                          </p:val>
                                        </p:tav>
                                        <p:tav tm="100000">
                                          <p:val>
                                            <p:strVal val="#ppt_x"/>
                                          </p:val>
                                        </p:tav>
                                      </p:tavLst>
                                    </p:anim>
                                    <p:anim calcmode="lin" valueType="num">
                                      <p:cBhvr>
                                        <p:cTn id="14" dur="900" decel="100000" fill="hold"/>
                                        <p:tgtEl>
                                          <p:spTgt spid="7710"/>
                                        </p:tgtEl>
                                        <p:attrNameLst>
                                          <p:attrName>ppt_y</p:attrName>
                                        </p:attrNameLst>
                                      </p:cBhvr>
                                      <p:tavLst>
                                        <p:tav tm="0">
                                          <p:val>
                                            <p:strVal val="#ppt_y+1"/>
                                          </p:val>
                                        </p:tav>
                                        <p:tav tm="100000">
                                          <p:val>
                                            <p:strVal val="#ppt_y-.03"/>
                                          </p:val>
                                        </p:tav>
                                      </p:tavLst>
                                    </p:anim>
                                    <p:anim calcmode="lin" valueType="num">
                                      <p:cBhvr>
                                        <p:cTn id="15" dur="100" accel="100000" fill="hold">
                                          <p:stCondLst>
                                            <p:cond delay="900"/>
                                          </p:stCondLst>
                                        </p:cTn>
                                        <p:tgtEl>
                                          <p:spTgt spid="7710"/>
                                        </p:tgtEl>
                                        <p:attrNameLst>
                                          <p:attrName>ppt_y</p:attrName>
                                        </p:attrNameLst>
                                      </p:cBhvr>
                                      <p:tavLst>
                                        <p:tav tm="0">
                                          <p:val>
                                            <p:strVal val="#ppt_y-.03"/>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7708"/>
                                        </p:tgtEl>
                                        <p:attrNameLst>
                                          <p:attrName>style.visibility</p:attrName>
                                        </p:attrNameLst>
                                      </p:cBhvr>
                                      <p:to>
                                        <p:strVal val="visible"/>
                                      </p:to>
                                    </p:set>
                                    <p:animEffect transition="in" filter="checkerboard(across)">
                                      <p:cBhvr>
                                        <p:cTn id="20" dur="500"/>
                                        <p:tgtEl>
                                          <p:spTgt spid="7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09" grpId="0"/>
      <p:bldP spid="77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162"/>
        <p:cNvGrpSpPr/>
        <p:nvPr/>
      </p:nvGrpSpPr>
      <p:grpSpPr>
        <a:xfrm>
          <a:off x="0" y="0"/>
          <a:ext cx="0" cy="0"/>
          <a:chOff x="0" y="0"/>
          <a:chExt cx="0" cy="0"/>
        </a:xfrm>
      </p:grpSpPr>
      <p:sp>
        <p:nvSpPr>
          <p:cNvPr id="5163" name="Google Shape;5163;p33"/>
          <p:cNvSpPr txBox="1">
            <a:spLocks noGrp="1"/>
          </p:cNvSpPr>
          <p:nvPr>
            <p:ph type="title"/>
          </p:nvPr>
        </p:nvSpPr>
        <p:spPr>
          <a:xfrm>
            <a:off x="1106900" y="1868900"/>
            <a:ext cx="3852000" cy="1862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ea typeface="Big Shoulders Text"/>
                <a:cs typeface="Big Shoulders Text"/>
              </a:rPr>
              <a:t>Thuật toán</a:t>
            </a:r>
            <a:endParaRPr>
              <a:solidFill>
                <a:schemeClr val="lt2"/>
              </a:solidFill>
              <a:latin typeface="Big Shoulders Text"/>
              <a:ea typeface="Big Shoulders Text"/>
              <a:cs typeface="Big Shoulders Text"/>
              <a:sym typeface="Big Shoulders Text"/>
            </a:endParaRPr>
          </a:p>
        </p:txBody>
      </p:sp>
      <p:sp>
        <p:nvSpPr>
          <p:cNvPr id="5164" name="Google Shape;5164;p33"/>
          <p:cNvSpPr txBox="1">
            <a:spLocks noGrp="1"/>
          </p:cNvSpPr>
          <p:nvPr>
            <p:ph type="title" idx="2"/>
          </p:nvPr>
        </p:nvSpPr>
        <p:spPr>
          <a:xfrm>
            <a:off x="1106900" y="896600"/>
            <a:ext cx="1251900" cy="97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5166" name="Google Shape;5166;p33"/>
          <p:cNvSpPr/>
          <p:nvPr/>
        </p:nvSpPr>
        <p:spPr>
          <a:xfrm>
            <a:off x="4571996" y="1931863"/>
            <a:ext cx="1756883" cy="1453521"/>
          </a:xfrm>
          <a:custGeom>
            <a:avLst/>
            <a:gdLst/>
            <a:ahLst/>
            <a:cxnLst/>
            <a:rect l="l" t="t" r="r" b="b"/>
            <a:pathLst>
              <a:path w="18376" h="15203" extrusionOk="0">
                <a:moveTo>
                  <a:pt x="18375" y="0"/>
                </a:moveTo>
                <a:lnTo>
                  <a:pt x="1" y="11596"/>
                </a:lnTo>
                <a:lnTo>
                  <a:pt x="15910" y="15202"/>
                </a:lnTo>
                <a:lnTo>
                  <a:pt x="18375"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67" name="Google Shape;5167;p33"/>
          <p:cNvGrpSpPr/>
          <p:nvPr/>
        </p:nvGrpSpPr>
        <p:grpSpPr>
          <a:xfrm>
            <a:off x="5629554" y="1659472"/>
            <a:ext cx="4205772" cy="4205117"/>
            <a:chOff x="4430950" y="148050"/>
            <a:chExt cx="4848153" cy="4847398"/>
          </a:xfrm>
        </p:grpSpPr>
        <p:grpSp>
          <p:nvGrpSpPr>
            <p:cNvPr id="5168" name="Google Shape;5168;p33"/>
            <p:cNvGrpSpPr/>
            <p:nvPr/>
          </p:nvGrpSpPr>
          <p:grpSpPr>
            <a:xfrm>
              <a:off x="4430950" y="148050"/>
              <a:ext cx="4848153" cy="4847398"/>
              <a:chOff x="4430950" y="148050"/>
              <a:chExt cx="4848153" cy="4847398"/>
            </a:xfrm>
          </p:grpSpPr>
          <p:sp>
            <p:nvSpPr>
              <p:cNvPr id="5169" name="Google Shape;5169;p33"/>
              <p:cNvSpPr/>
              <p:nvPr/>
            </p:nvSpPr>
            <p:spPr>
              <a:xfrm>
                <a:off x="4870244" y="587345"/>
                <a:ext cx="3969609" cy="3968798"/>
              </a:xfrm>
              <a:custGeom>
                <a:avLst/>
                <a:gdLst/>
                <a:ahLst/>
                <a:cxnLst/>
                <a:rect l="l" t="t" r="r" b="b"/>
                <a:pathLst>
                  <a:path w="112621" h="112598" fill="none" extrusionOk="0">
                    <a:moveTo>
                      <a:pt x="112620" y="56287"/>
                    </a:moveTo>
                    <a:cubicBezTo>
                      <a:pt x="112620" y="87398"/>
                      <a:pt x="87421" y="112597"/>
                      <a:pt x="56310" y="112597"/>
                    </a:cubicBezTo>
                    <a:cubicBezTo>
                      <a:pt x="25222" y="112597"/>
                      <a:pt x="0" y="87398"/>
                      <a:pt x="0" y="56287"/>
                    </a:cubicBezTo>
                    <a:cubicBezTo>
                      <a:pt x="0" y="25199"/>
                      <a:pt x="25222" y="0"/>
                      <a:pt x="56310" y="0"/>
                    </a:cubicBezTo>
                    <a:cubicBezTo>
                      <a:pt x="87421" y="0"/>
                      <a:pt x="112620" y="25199"/>
                      <a:pt x="112620" y="56287"/>
                    </a:cubicBezTo>
                    <a:close/>
                  </a:path>
                </a:pathLst>
              </a:custGeom>
              <a:noFill/>
              <a:ln w="2340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0" name="Google Shape;5170;p33"/>
              <p:cNvSpPr/>
              <p:nvPr/>
            </p:nvSpPr>
            <p:spPr>
              <a:xfrm>
                <a:off x="4430950" y="148050"/>
                <a:ext cx="4848153" cy="4847342"/>
              </a:xfrm>
              <a:custGeom>
                <a:avLst/>
                <a:gdLst/>
                <a:ahLst/>
                <a:cxnLst/>
                <a:rect l="l" t="t" r="r" b="b"/>
                <a:pathLst>
                  <a:path w="137546" h="137523" fill="none" extrusionOk="0">
                    <a:moveTo>
                      <a:pt x="137546" y="68750"/>
                    </a:moveTo>
                    <a:cubicBezTo>
                      <a:pt x="137546" y="106732"/>
                      <a:pt x="106754" y="137523"/>
                      <a:pt x="68773" y="137523"/>
                    </a:cubicBezTo>
                    <a:cubicBezTo>
                      <a:pt x="30792" y="137523"/>
                      <a:pt x="0" y="106732"/>
                      <a:pt x="0" y="68750"/>
                    </a:cubicBezTo>
                    <a:cubicBezTo>
                      <a:pt x="0" y="30792"/>
                      <a:pt x="30792" y="1"/>
                      <a:pt x="68773" y="1"/>
                    </a:cubicBezTo>
                    <a:cubicBezTo>
                      <a:pt x="106754" y="1"/>
                      <a:pt x="137546" y="30792"/>
                      <a:pt x="137546" y="68750"/>
                    </a:cubicBezTo>
                    <a:close/>
                  </a:path>
                </a:pathLst>
              </a:custGeom>
              <a:noFill/>
              <a:ln w="28525"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1" name="Google Shape;5171;p33"/>
              <p:cNvSpPr/>
              <p:nvPr/>
            </p:nvSpPr>
            <p:spPr>
              <a:xfrm>
                <a:off x="4430950" y="1757964"/>
                <a:ext cx="140814" cy="1588182"/>
              </a:xfrm>
              <a:custGeom>
                <a:avLst/>
                <a:gdLst/>
                <a:ahLst/>
                <a:cxnLst/>
                <a:rect l="l" t="t" r="r" b="b"/>
                <a:pathLst>
                  <a:path w="3995" h="45058" fill="none" extrusionOk="0">
                    <a:moveTo>
                      <a:pt x="3584" y="45057"/>
                    </a:moveTo>
                    <a:cubicBezTo>
                      <a:pt x="1279" y="38164"/>
                      <a:pt x="0" y="30769"/>
                      <a:pt x="0" y="23076"/>
                    </a:cubicBezTo>
                    <a:cubicBezTo>
                      <a:pt x="0" y="14996"/>
                      <a:pt x="1416" y="7213"/>
                      <a:pt x="3995" y="0"/>
                    </a:cubicBezTo>
                  </a:path>
                </a:pathLst>
              </a:custGeom>
              <a:noFill/>
              <a:ln w="16205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2" name="Google Shape;5172;p33"/>
              <p:cNvSpPr/>
              <p:nvPr/>
            </p:nvSpPr>
            <p:spPr>
              <a:xfrm>
                <a:off x="6464821" y="4788650"/>
                <a:ext cx="1370987" cy="206797"/>
              </a:xfrm>
              <a:custGeom>
                <a:avLst/>
                <a:gdLst/>
                <a:ahLst/>
                <a:cxnLst/>
                <a:rect l="l" t="t" r="r" b="b"/>
                <a:pathLst>
                  <a:path w="38896" h="5867" fill="none" extrusionOk="0">
                    <a:moveTo>
                      <a:pt x="38895" y="1"/>
                    </a:moveTo>
                    <a:cubicBezTo>
                      <a:pt x="30404" y="3767"/>
                      <a:pt x="20977" y="5867"/>
                      <a:pt x="11071" y="5867"/>
                    </a:cubicBezTo>
                    <a:cubicBezTo>
                      <a:pt x="7305" y="5867"/>
                      <a:pt x="3607" y="5570"/>
                      <a:pt x="1" y="4977"/>
                    </a:cubicBezTo>
                  </a:path>
                </a:pathLst>
              </a:custGeom>
              <a:noFill/>
              <a:ln w="16205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3" name="Google Shape;5173;p33"/>
              <p:cNvSpPr/>
              <p:nvPr/>
            </p:nvSpPr>
            <p:spPr>
              <a:xfrm>
                <a:off x="4959527" y="148050"/>
                <a:ext cx="2420904" cy="913192"/>
              </a:xfrm>
              <a:custGeom>
                <a:avLst/>
                <a:gdLst/>
                <a:ahLst/>
                <a:cxnLst/>
                <a:rect l="l" t="t" r="r" b="b"/>
                <a:pathLst>
                  <a:path w="68683" h="25908" fill="none" extrusionOk="0">
                    <a:moveTo>
                      <a:pt x="1" y="25907"/>
                    </a:moveTo>
                    <a:cubicBezTo>
                      <a:pt x="12600" y="10112"/>
                      <a:pt x="32002" y="1"/>
                      <a:pt x="53777" y="1"/>
                    </a:cubicBezTo>
                    <a:cubicBezTo>
                      <a:pt x="58890" y="1"/>
                      <a:pt x="63889" y="549"/>
                      <a:pt x="68682" y="1621"/>
                    </a:cubicBezTo>
                  </a:path>
                </a:pathLst>
              </a:custGeom>
              <a:noFill/>
              <a:ln w="16205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4" name="Google Shape;5174;p33"/>
              <p:cNvSpPr/>
              <p:nvPr/>
            </p:nvSpPr>
            <p:spPr>
              <a:xfrm>
                <a:off x="5209751" y="926042"/>
                <a:ext cx="3291376" cy="3291376"/>
              </a:xfrm>
              <a:custGeom>
                <a:avLst/>
                <a:gdLst/>
                <a:ahLst/>
                <a:cxnLst/>
                <a:rect l="l" t="t" r="r" b="b"/>
                <a:pathLst>
                  <a:path w="93379" h="93379" fill="none" extrusionOk="0">
                    <a:moveTo>
                      <a:pt x="93379" y="46678"/>
                    </a:moveTo>
                    <a:cubicBezTo>
                      <a:pt x="93379" y="72471"/>
                      <a:pt x="72471" y="93379"/>
                      <a:pt x="46678" y="93379"/>
                    </a:cubicBezTo>
                    <a:cubicBezTo>
                      <a:pt x="20908" y="93379"/>
                      <a:pt x="0" y="72471"/>
                      <a:pt x="0" y="46678"/>
                    </a:cubicBezTo>
                    <a:cubicBezTo>
                      <a:pt x="0" y="20909"/>
                      <a:pt x="20908" y="1"/>
                      <a:pt x="46678" y="1"/>
                    </a:cubicBezTo>
                    <a:cubicBezTo>
                      <a:pt x="72471" y="1"/>
                      <a:pt x="93379" y="20909"/>
                      <a:pt x="93379" y="46678"/>
                    </a:cubicBezTo>
                    <a:close/>
                  </a:path>
                </a:pathLst>
              </a:custGeom>
              <a:noFill/>
              <a:ln w="19400" cap="flat" cmpd="sng">
                <a:solidFill>
                  <a:schemeClr val="lt2"/>
                </a:solidFill>
                <a:prstDash val="dash"/>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75" name="Google Shape;5175;p33"/>
            <p:cNvSpPr/>
            <p:nvPr/>
          </p:nvSpPr>
          <p:spPr>
            <a:xfrm>
              <a:off x="5645802" y="1362905"/>
              <a:ext cx="2418472" cy="2417661"/>
            </a:xfrm>
            <a:custGeom>
              <a:avLst/>
              <a:gdLst/>
              <a:ahLst/>
              <a:cxnLst/>
              <a:rect l="l" t="t" r="r" b="b"/>
              <a:pathLst>
                <a:path w="68614" h="68591" extrusionOk="0">
                  <a:moveTo>
                    <a:pt x="34307" y="1"/>
                  </a:moveTo>
                  <a:cubicBezTo>
                    <a:pt x="15362" y="1"/>
                    <a:pt x="1" y="15339"/>
                    <a:pt x="1" y="34284"/>
                  </a:cubicBezTo>
                  <a:cubicBezTo>
                    <a:pt x="1" y="53252"/>
                    <a:pt x="15362" y="68591"/>
                    <a:pt x="34307" y="68591"/>
                  </a:cubicBezTo>
                  <a:cubicBezTo>
                    <a:pt x="53252" y="68591"/>
                    <a:pt x="68614" y="53252"/>
                    <a:pt x="68614" y="34284"/>
                  </a:cubicBezTo>
                  <a:cubicBezTo>
                    <a:pt x="68614" y="15339"/>
                    <a:pt x="53252" y="1"/>
                    <a:pt x="34307" y="1"/>
                  </a:cubicBezTo>
                  <a:close/>
                </a:path>
              </a:pathLst>
            </a:custGeom>
            <a:gradFill>
              <a:gsLst>
                <a:gs pos="0">
                  <a:schemeClr val="dk2"/>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6" name="Google Shape;5176;p33"/>
            <p:cNvSpPr/>
            <p:nvPr/>
          </p:nvSpPr>
          <p:spPr>
            <a:xfrm>
              <a:off x="5645802" y="1362905"/>
              <a:ext cx="2418472" cy="2417661"/>
            </a:xfrm>
            <a:custGeom>
              <a:avLst/>
              <a:gdLst/>
              <a:ahLst/>
              <a:cxnLst/>
              <a:rect l="l" t="t" r="r" b="b"/>
              <a:pathLst>
                <a:path w="68614" h="68591" fill="none" extrusionOk="0">
                  <a:moveTo>
                    <a:pt x="68614" y="34284"/>
                  </a:moveTo>
                  <a:cubicBezTo>
                    <a:pt x="68614" y="53229"/>
                    <a:pt x="53252" y="68591"/>
                    <a:pt x="34307" y="68591"/>
                  </a:cubicBezTo>
                  <a:cubicBezTo>
                    <a:pt x="15362" y="68591"/>
                    <a:pt x="1" y="53229"/>
                    <a:pt x="1" y="34284"/>
                  </a:cubicBezTo>
                  <a:cubicBezTo>
                    <a:pt x="1" y="15339"/>
                    <a:pt x="15362" y="1"/>
                    <a:pt x="34307" y="1"/>
                  </a:cubicBezTo>
                  <a:cubicBezTo>
                    <a:pt x="53252" y="1"/>
                    <a:pt x="68614" y="15339"/>
                    <a:pt x="68614" y="34284"/>
                  </a:cubicBezTo>
                  <a:close/>
                </a:path>
              </a:pathLst>
            </a:custGeom>
            <a:noFill/>
            <a:ln w="28525" cap="flat" cmpd="sng">
              <a:solidFill>
                <a:schemeClr val="l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7" name="Google Shape;5177;p33"/>
          <p:cNvGrpSpPr/>
          <p:nvPr/>
        </p:nvGrpSpPr>
        <p:grpSpPr>
          <a:xfrm>
            <a:off x="6446650" y="2228775"/>
            <a:ext cx="2050547" cy="2145797"/>
            <a:chOff x="5829775" y="1498925"/>
            <a:chExt cx="2050547" cy="2145797"/>
          </a:xfrm>
        </p:grpSpPr>
        <p:sp>
          <p:nvSpPr>
            <p:cNvPr id="5178" name="Google Shape;5178;p33"/>
            <p:cNvSpPr/>
            <p:nvPr/>
          </p:nvSpPr>
          <p:spPr>
            <a:xfrm>
              <a:off x="6140492" y="1793322"/>
              <a:ext cx="1428256" cy="1543207"/>
            </a:xfrm>
            <a:custGeom>
              <a:avLst/>
              <a:gdLst/>
              <a:ahLst/>
              <a:cxnLst/>
              <a:rect l="l" t="t" r="r" b="b"/>
              <a:pathLst>
                <a:path w="37983" h="41040" extrusionOk="0">
                  <a:moveTo>
                    <a:pt x="2283" y="0"/>
                  </a:moveTo>
                  <a:cubicBezTo>
                    <a:pt x="1028" y="0"/>
                    <a:pt x="1" y="1027"/>
                    <a:pt x="1" y="2283"/>
                  </a:cubicBezTo>
                  <a:lnTo>
                    <a:pt x="1" y="38757"/>
                  </a:lnTo>
                  <a:cubicBezTo>
                    <a:pt x="1" y="40013"/>
                    <a:pt x="1028" y="41040"/>
                    <a:pt x="2283" y="41040"/>
                  </a:cubicBezTo>
                  <a:lnTo>
                    <a:pt x="35699" y="41040"/>
                  </a:lnTo>
                  <a:cubicBezTo>
                    <a:pt x="36955" y="41040"/>
                    <a:pt x="37982" y="40013"/>
                    <a:pt x="37982" y="38757"/>
                  </a:cubicBezTo>
                  <a:lnTo>
                    <a:pt x="37982" y="2283"/>
                  </a:lnTo>
                  <a:cubicBezTo>
                    <a:pt x="37982" y="1027"/>
                    <a:pt x="36955" y="0"/>
                    <a:pt x="35699" y="0"/>
                  </a:cubicBezTo>
                  <a:close/>
                </a:path>
              </a:pathLst>
            </a:custGeom>
            <a:solidFill>
              <a:srgbClr val="B5D6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9" name="Google Shape;5179;p33"/>
            <p:cNvSpPr/>
            <p:nvPr/>
          </p:nvSpPr>
          <p:spPr>
            <a:xfrm>
              <a:off x="6079574" y="1726350"/>
              <a:ext cx="1550088" cy="1677147"/>
            </a:xfrm>
            <a:custGeom>
              <a:avLst/>
              <a:gdLst/>
              <a:ahLst/>
              <a:cxnLst/>
              <a:rect l="l" t="t" r="r" b="b"/>
              <a:pathLst>
                <a:path w="41223" h="44602" extrusionOk="0">
                  <a:moveTo>
                    <a:pt x="1187" y="1"/>
                  </a:moveTo>
                  <a:cubicBezTo>
                    <a:pt x="525" y="1"/>
                    <a:pt x="0" y="549"/>
                    <a:pt x="0" y="1210"/>
                  </a:cubicBezTo>
                  <a:lnTo>
                    <a:pt x="0" y="43392"/>
                  </a:lnTo>
                  <a:cubicBezTo>
                    <a:pt x="0" y="44053"/>
                    <a:pt x="525" y="44601"/>
                    <a:pt x="1187" y="44601"/>
                  </a:cubicBezTo>
                  <a:lnTo>
                    <a:pt x="40013" y="44601"/>
                  </a:lnTo>
                  <a:cubicBezTo>
                    <a:pt x="40675" y="44601"/>
                    <a:pt x="41223" y="44053"/>
                    <a:pt x="41223" y="43392"/>
                  </a:cubicBezTo>
                  <a:lnTo>
                    <a:pt x="41223" y="1210"/>
                  </a:lnTo>
                  <a:cubicBezTo>
                    <a:pt x="41223" y="549"/>
                    <a:pt x="40675" y="1"/>
                    <a:pt x="400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0" name="Google Shape;5180;p33"/>
            <p:cNvSpPr/>
            <p:nvPr/>
          </p:nvSpPr>
          <p:spPr>
            <a:xfrm>
              <a:off x="6164520" y="1819043"/>
              <a:ext cx="1379335" cy="1491766"/>
            </a:xfrm>
            <a:custGeom>
              <a:avLst/>
              <a:gdLst/>
              <a:ahLst/>
              <a:cxnLst/>
              <a:rect l="l" t="t" r="r" b="b"/>
              <a:pathLst>
                <a:path w="36682" h="39672" extrusionOk="0">
                  <a:moveTo>
                    <a:pt x="2215" y="1"/>
                  </a:moveTo>
                  <a:cubicBezTo>
                    <a:pt x="1005" y="1"/>
                    <a:pt x="1" y="1005"/>
                    <a:pt x="1" y="2215"/>
                  </a:cubicBezTo>
                  <a:lnTo>
                    <a:pt x="1" y="37457"/>
                  </a:lnTo>
                  <a:cubicBezTo>
                    <a:pt x="1" y="38667"/>
                    <a:pt x="1005" y="39671"/>
                    <a:pt x="2215" y="39671"/>
                  </a:cubicBezTo>
                  <a:lnTo>
                    <a:pt x="34490" y="39671"/>
                  </a:lnTo>
                  <a:cubicBezTo>
                    <a:pt x="35700" y="39671"/>
                    <a:pt x="36681" y="38667"/>
                    <a:pt x="36681" y="37457"/>
                  </a:cubicBezTo>
                  <a:lnTo>
                    <a:pt x="36681" y="2215"/>
                  </a:lnTo>
                  <a:cubicBezTo>
                    <a:pt x="36681" y="1005"/>
                    <a:pt x="35700" y="1"/>
                    <a:pt x="344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1" name="Google Shape;5181;p33"/>
            <p:cNvSpPr/>
            <p:nvPr/>
          </p:nvSpPr>
          <p:spPr>
            <a:xfrm>
              <a:off x="6249504" y="1910043"/>
              <a:ext cx="1210236" cy="1309770"/>
            </a:xfrm>
            <a:custGeom>
              <a:avLst/>
              <a:gdLst/>
              <a:ahLst/>
              <a:cxnLst/>
              <a:rect l="l" t="t" r="r" b="b"/>
              <a:pathLst>
                <a:path w="32185" h="34832" extrusionOk="0">
                  <a:moveTo>
                    <a:pt x="1918" y="0"/>
                  </a:moveTo>
                  <a:cubicBezTo>
                    <a:pt x="868" y="0"/>
                    <a:pt x="1" y="891"/>
                    <a:pt x="1" y="1940"/>
                  </a:cubicBezTo>
                  <a:lnTo>
                    <a:pt x="1" y="32892"/>
                  </a:lnTo>
                  <a:cubicBezTo>
                    <a:pt x="1" y="33941"/>
                    <a:pt x="868" y="34832"/>
                    <a:pt x="1918" y="34832"/>
                  </a:cubicBezTo>
                  <a:lnTo>
                    <a:pt x="30244" y="34832"/>
                  </a:lnTo>
                  <a:cubicBezTo>
                    <a:pt x="31317" y="34832"/>
                    <a:pt x="32184" y="33941"/>
                    <a:pt x="32184" y="32892"/>
                  </a:cubicBezTo>
                  <a:lnTo>
                    <a:pt x="32184" y="1940"/>
                  </a:lnTo>
                  <a:cubicBezTo>
                    <a:pt x="32184" y="891"/>
                    <a:pt x="31317" y="0"/>
                    <a:pt x="302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2" name="Google Shape;5182;p33"/>
            <p:cNvSpPr/>
            <p:nvPr/>
          </p:nvSpPr>
          <p:spPr>
            <a:xfrm>
              <a:off x="6329336" y="1997584"/>
              <a:ext cx="1050576" cy="1134693"/>
            </a:xfrm>
            <a:custGeom>
              <a:avLst/>
              <a:gdLst/>
              <a:ahLst/>
              <a:cxnLst/>
              <a:rect l="l" t="t" r="r" b="b"/>
              <a:pathLst>
                <a:path w="27939" h="30176" extrusionOk="0">
                  <a:moveTo>
                    <a:pt x="1689" y="1"/>
                  </a:moveTo>
                  <a:cubicBezTo>
                    <a:pt x="754" y="1"/>
                    <a:pt x="0" y="754"/>
                    <a:pt x="0" y="1667"/>
                  </a:cubicBezTo>
                  <a:lnTo>
                    <a:pt x="0" y="1667"/>
                  </a:lnTo>
                  <a:lnTo>
                    <a:pt x="0" y="28509"/>
                  </a:lnTo>
                  <a:cubicBezTo>
                    <a:pt x="0" y="29422"/>
                    <a:pt x="754" y="30176"/>
                    <a:pt x="1689" y="30176"/>
                  </a:cubicBezTo>
                  <a:lnTo>
                    <a:pt x="1689" y="30176"/>
                  </a:lnTo>
                  <a:lnTo>
                    <a:pt x="26249" y="30176"/>
                  </a:lnTo>
                  <a:cubicBezTo>
                    <a:pt x="27162" y="30176"/>
                    <a:pt x="27938" y="29422"/>
                    <a:pt x="27938" y="28509"/>
                  </a:cubicBezTo>
                  <a:lnTo>
                    <a:pt x="27938" y="28509"/>
                  </a:lnTo>
                  <a:lnTo>
                    <a:pt x="27938" y="1667"/>
                  </a:lnTo>
                  <a:cubicBezTo>
                    <a:pt x="27938" y="754"/>
                    <a:pt x="27162" y="1"/>
                    <a:pt x="26249" y="1"/>
                  </a:cubicBezTo>
                  <a:lnTo>
                    <a:pt x="262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3" name="Google Shape;5183;p33"/>
            <p:cNvSpPr/>
            <p:nvPr/>
          </p:nvSpPr>
          <p:spPr>
            <a:xfrm>
              <a:off x="6351635" y="2012174"/>
              <a:ext cx="1005115" cy="1105513"/>
            </a:xfrm>
            <a:custGeom>
              <a:avLst/>
              <a:gdLst/>
              <a:ahLst/>
              <a:cxnLst/>
              <a:rect l="l" t="t" r="r" b="b"/>
              <a:pathLst>
                <a:path w="26730" h="29400" extrusionOk="0">
                  <a:moveTo>
                    <a:pt x="25109" y="29399"/>
                  </a:moveTo>
                  <a:lnTo>
                    <a:pt x="1621" y="29399"/>
                  </a:lnTo>
                  <a:cubicBezTo>
                    <a:pt x="731" y="29399"/>
                    <a:pt x="1" y="28669"/>
                    <a:pt x="1" y="27779"/>
                  </a:cubicBezTo>
                  <a:lnTo>
                    <a:pt x="1" y="1621"/>
                  </a:lnTo>
                  <a:cubicBezTo>
                    <a:pt x="1" y="731"/>
                    <a:pt x="731" y="1"/>
                    <a:pt x="1621" y="1"/>
                  </a:cubicBezTo>
                  <a:lnTo>
                    <a:pt x="25109" y="1"/>
                  </a:lnTo>
                  <a:cubicBezTo>
                    <a:pt x="26022" y="1"/>
                    <a:pt x="26729" y="731"/>
                    <a:pt x="26729" y="1621"/>
                  </a:cubicBezTo>
                  <a:lnTo>
                    <a:pt x="26729" y="27779"/>
                  </a:lnTo>
                  <a:cubicBezTo>
                    <a:pt x="26729" y="28669"/>
                    <a:pt x="26022" y="29399"/>
                    <a:pt x="25109" y="2939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4" name="Google Shape;5184;p33"/>
            <p:cNvSpPr/>
            <p:nvPr/>
          </p:nvSpPr>
          <p:spPr>
            <a:xfrm>
              <a:off x="6392848" y="2065383"/>
              <a:ext cx="923555" cy="999098"/>
            </a:xfrm>
            <a:custGeom>
              <a:avLst/>
              <a:gdLst/>
              <a:ahLst/>
              <a:cxnLst/>
              <a:rect l="l" t="t" r="r" b="b"/>
              <a:pathLst>
                <a:path w="24561" h="26570" extrusionOk="0">
                  <a:moveTo>
                    <a:pt x="23077" y="26569"/>
                  </a:moveTo>
                  <a:lnTo>
                    <a:pt x="1484" y="26569"/>
                  </a:lnTo>
                  <a:cubicBezTo>
                    <a:pt x="662" y="26569"/>
                    <a:pt x="0" y="25907"/>
                    <a:pt x="0" y="25086"/>
                  </a:cubicBezTo>
                  <a:lnTo>
                    <a:pt x="0" y="1484"/>
                  </a:lnTo>
                  <a:cubicBezTo>
                    <a:pt x="0" y="663"/>
                    <a:pt x="662" y="1"/>
                    <a:pt x="1484" y="1"/>
                  </a:cubicBezTo>
                  <a:lnTo>
                    <a:pt x="23077" y="1"/>
                  </a:lnTo>
                  <a:cubicBezTo>
                    <a:pt x="23898" y="1"/>
                    <a:pt x="24560" y="663"/>
                    <a:pt x="24560" y="1484"/>
                  </a:cubicBezTo>
                  <a:lnTo>
                    <a:pt x="24560" y="25086"/>
                  </a:lnTo>
                  <a:cubicBezTo>
                    <a:pt x="24560" y="25907"/>
                    <a:pt x="23898" y="26569"/>
                    <a:pt x="23077" y="26569"/>
                  </a:cubicBezTo>
                  <a:close/>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5" name="Google Shape;5185;p33"/>
            <p:cNvSpPr/>
            <p:nvPr/>
          </p:nvSpPr>
          <p:spPr>
            <a:xfrm>
              <a:off x="6488097" y="2169243"/>
              <a:ext cx="732158" cy="791382"/>
            </a:xfrm>
            <a:custGeom>
              <a:avLst/>
              <a:gdLst/>
              <a:ahLst/>
              <a:cxnLst/>
              <a:rect l="l" t="t" r="r" b="b"/>
              <a:pathLst>
                <a:path w="19471" h="21046" extrusionOk="0">
                  <a:moveTo>
                    <a:pt x="1188" y="1"/>
                  </a:moveTo>
                  <a:lnTo>
                    <a:pt x="18307" y="1"/>
                  </a:lnTo>
                  <a:cubicBezTo>
                    <a:pt x="18946" y="1"/>
                    <a:pt x="19471" y="526"/>
                    <a:pt x="19471" y="1165"/>
                  </a:cubicBezTo>
                  <a:lnTo>
                    <a:pt x="19471" y="19881"/>
                  </a:lnTo>
                  <a:cubicBezTo>
                    <a:pt x="19471" y="20520"/>
                    <a:pt x="18946" y="21045"/>
                    <a:pt x="18307" y="21045"/>
                  </a:cubicBezTo>
                  <a:lnTo>
                    <a:pt x="1188" y="21045"/>
                  </a:lnTo>
                  <a:cubicBezTo>
                    <a:pt x="526" y="21045"/>
                    <a:pt x="1" y="20520"/>
                    <a:pt x="1" y="19881"/>
                  </a:cubicBezTo>
                  <a:lnTo>
                    <a:pt x="1" y="1165"/>
                  </a:lnTo>
                  <a:cubicBezTo>
                    <a:pt x="1" y="526"/>
                    <a:pt x="526" y="1"/>
                    <a:pt x="11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6" name="Google Shape;5186;p33"/>
            <p:cNvSpPr/>
            <p:nvPr/>
          </p:nvSpPr>
          <p:spPr>
            <a:xfrm>
              <a:off x="6491557" y="2171838"/>
              <a:ext cx="728699" cy="788788"/>
            </a:xfrm>
            <a:custGeom>
              <a:avLst/>
              <a:gdLst/>
              <a:ahLst/>
              <a:cxnLst/>
              <a:rect l="l" t="t" r="r" b="b"/>
              <a:pathLst>
                <a:path w="19379" h="20977" extrusionOk="0">
                  <a:moveTo>
                    <a:pt x="18694" y="19105"/>
                  </a:moveTo>
                  <a:cubicBezTo>
                    <a:pt x="18694" y="19744"/>
                    <a:pt x="18169" y="20269"/>
                    <a:pt x="17507" y="20269"/>
                  </a:cubicBezTo>
                  <a:lnTo>
                    <a:pt x="388" y="20269"/>
                  </a:lnTo>
                  <a:cubicBezTo>
                    <a:pt x="251" y="20269"/>
                    <a:pt x="114" y="20246"/>
                    <a:pt x="0" y="20200"/>
                  </a:cubicBezTo>
                  <a:cubicBezTo>
                    <a:pt x="160" y="20657"/>
                    <a:pt x="571" y="20976"/>
                    <a:pt x="1096" y="20976"/>
                  </a:cubicBezTo>
                  <a:lnTo>
                    <a:pt x="18215" y="20976"/>
                  </a:lnTo>
                  <a:cubicBezTo>
                    <a:pt x="18854" y="20976"/>
                    <a:pt x="19379" y="20451"/>
                    <a:pt x="19379" y="19812"/>
                  </a:cubicBezTo>
                  <a:lnTo>
                    <a:pt x="19379" y="1096"/>
                  </a:lnTo>
                  <a:cubicBezTo>
                    <a:pt x="19379" y="593"/>
                    <a:pt x="19059" y="160"/>
                    <a:pt x="18603" y="0"/>
                  </a:cubicBezTo>
                  <a:cubicBezTo>
                    <a:pt x="18649" y="114"/>
                    <a:pt x="18694" y="251"/>
                    <a:pt x="18694" y="388"/>
                  </a:cubicBez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7" name="Google Shape;5187;p33"/>
            <p:cNvSpPr/>
            <p:nvPr/>
          </p:nvSpPr>
          <p:spPr>
            <a:xfrm>
              <a:off x="6532733" y="2216435"/>
              <a:ext cx="400015" cy="400880"/>
            </a:xfrm>
            <a:custGeom>
              <a:avLst/>
              <a:gdLst/>
              <a:ahLst/>
              <a:cxnLst/>
              <a:rect l="l" t="t" r="r" b="b"/>
              <a:pathLst>
                <a:path w="10638" h="10661" extrusionOk="0">
                  <a:moveTo>
                    <a:pt x="8378" y="1"/>
                  </a:moveTo>
                  <a:lnTo>
                    <a:pt x="1" y="8401"/>
                  </a:lnTo>
                  <a:lnTo>
                    <a:pt x="1" y="10660"/>
                  </a:lnTo>
                  <a:lnTo>
                    <a:pt x="10637" y="1"/>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8" name="Google Shape;5188;p33"/>
            <p:cNvSpPr/>
            <p:nvPr/>
          </p:nvSpPr>
          <p:spPr>
            <a:xfrm>
              <a:off x="6532733" y="2216435"/>
              <a:ext cx="630030" cy="640333"/>
            </a:xfrm>
            <a:custGeom>
              <a:avLst/>
              <a:gdLst/>
              <a:ahLst/>
              <a:cxnLst/>
              <a:rect l="l" t="t" r="r" b="b"/>
              <a:pathLst>
                <a:path w="16755" h="17029" extrusionOk="0">
                  <a:moveTo>
                    <a:pt x="16093" y="1"/>
                  </a:moveTo>
                  <a:lnTo>
                    <a:pt x="13810" y="1"/>
                  </a:lnTo>
                  <a:lnTo>
                    <a:pt x="1" y="13833"/>
                  </a:lnTo>
                  <a:lnTo>
                    <a:pt x="1" y="17029"/>
                  </a:lnTo>
                  <a:lnTo>
                    <a:pt x="16755" y="275"/>
                  </a:lnTo>
                  <a:cubicBezTo>
                    <a:pt x="16572" y="115"/>
                    <a:pt x="16344" y="1"/>
                    <a:pt x="16093" y="1"/>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9" name="Google Shape;5189;p33"/>
            <p:cNvSpPr/>
            <p:nvPr/>
          </p:nvSpPr>
          <p:spPr>
            <a:xfrm>
              <a:off x="6532733" y="2216435"/>
              <a:ext cx="149395" cy="150260"/>
            </a:xfrm>
            <a:custGeom>
              <a:avLst/>
              <a:gdLst/>
              <a:ahLst/>
              <a:cxnLst/>
              <a:rect l="l" t="t" r="r" b="b"/>
              <a:pathLst>
                <a:path w="3973" h="3996" extrusionOk="0">
                  <a:moveTo>
                    <a:pt x="1028" y="1"/>
                  </a:moveTo>
                  <a:cubicBezTo>
                    <a:pt x="457" y="1"/>
                    <a:pt x="1" y="480"/>
                    <a:pt x="1" y="1028"/>
                  </a:cubicBezTo>
                  <a:lnTo>
                    <a:pt x="1" y="3995"/>
                  </a:lnTo>
                  <a:lnTo>
                    <a:pt x="3972" y="1"/>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0" name="Google Shape;5190;p33"/>
            <p:cNvSpPr/>
            <p:nvPr/>
          </p:nvSpPr>
          <p:spPr>
            <a:xfrm>
              <a:off x="7095806" y="2832717"/>
              <a:ext cx="80695" cy="80733"/>
            </a:xfrm>
            <a:custGeom>
              <a:avLst/>
              <a:gdLst/>
              <a:ahLst/>
              <a:cxnLst/>
              <a:rect l="l" t="t" r="r" b="b"/>
              <a:pathLst>
                <a:path w="2146" h="2147" extrusionOk="0">
                  <a:moveTo>
                    <a:pt x="0" y="2146"/>
                  </a:moveTo>
                  <a:lnTo>
                    <a:pt x="1119" y="2146"/>
                  </a:lnTo>
                  <a:cubicBezTo>
                    <a:pt x="1689" y="2146"/>
                    <a:pt x="2146" y="1667"/>
                    <a:pt x="2146" y="1096"/>
                  </a:cubicBezTo>
                  <a:lnTo>
                    <a:pt x="2146" y="0"/>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1" name="Google Shape;5191;p33"/>
            <p:cNvSpPr/>
            <p:nvPr/>
          </p:nvSpPr>
          <p:spPr>
            <a:xfrm>
              <a:off x="6915535" y="2652484"/>
              <a:ext cx="260961" cy="260961"/>
            </a:xfrm>
            <a:custGeom>
              <a:avLst/>
              <a:gdLst/>
              <a:ahLst/>
              <a:cxnLst/>
              <a:rect l="l" t="t" r="r" b="b"/>
              <a:pathLst>
                <a:path w="6940" h="6940" extrusionOk="0">
                  <a:moveTo>
                    <a:pt x="6940" y="0"/>
                  </a:moveTo>
                  <a:lnTo>
                    <a:pt x="1" y="6939"/>
                  </a:lnTo>
                  <a:lnTo>
                    <a:pt x="2261" y="6939"/>
                  </a:lnTo>
                  <a:lnTo>
                    <a:pt x="6940" y="2237"/>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2" name="Google Shape;5192;p33"/>
            <p:cNvSpPr/>
            <p:nvPr/>
          </p:nvSpPr>
          <p:spPr>
            <a:xfrm>
              <a:off x="6665773" y="2402723"/>
              <a:ext cx="510717" cy="510717"/>
            </a:xfrm>
            <a:custGeom>
              <a:avLst/>
              <a:gdLst/>
              <a:ahLst/>
              <a:cxnLst/>
              <a:rect l="l" t="t" r="r" b="b"/>
              <a:pathLst>
                <a:path w="13582" h="13582" extrusionOk="0">
                  <a:moveTo>
                    <a:pt x="13582" y="0"/>
                  </a:moveTo>
                  <a:lnTo>
                    <a:pt x="1" y="13581"/>
                  </a:lnTo>
                  <a:lnTo>
                    <a:pt x="3059" y="13581"/>
                  </a:lnTo>
                  <a:lnTo>
                    <a:pt x="13582" y="3059"/>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3" name="Google Shape;5193;p33"/>
            <p:cNvSpPr/>
            <p:nvPr/>
          </p:nvSpPr>
          <p:spPr>
            <a:xfrm>
              <a:off x="7452850" y="1577855"/>
              <a:ext cx="37791" cy="206889"/>
            </a:xfrm>
            <a:custGeom>
              <a:avLst/>
              <a:gdLst/>
              <a:ahLst/>
              <a:cxnLst/>
              <a:rect l="l" t="t" r="r" b="b"/>
              <a:pathLst>
                <a:path w="1005"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4" name="Google Shape;5194;p33"/>
            <p:cNvSpPr/>
            <p:nvPr/>
          </p:nvSpPr>
          <p:spPr>
            <a:xfrm>
              <a:off x="7452850" y="1685175"/>
              <a:ext cx="37791" cy="99571"/>
            </a:xfrm>
            <a:custGeom>
              <a:avLst/>
              <a:gdLst/>
              <a:ahLst/>
              <a:cxnLst/>
              <a:rect l="l" t="t" r="r" b="b"/>
              <a:pathLst>
                <a:path w="1005" h="2648" extrusionOk="0">
                  <a:moveTo>
                    <a:pt x="1005" y="0"/>
                  </a:moveTo>
                  <a:cubicBezTo>
                    <a:pt x="837" y="358"/>
                    <a:pt x="552" y="599"/>
                    <a:pt x="116" y="599"/>
                  </a:cubicBezTo>
                  <a:cubicBezTo>
                    <a:pt x="78"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5" name="Google Shape;5195;p33"/>
            <p:cNvSpPr/>
            <p:nvPr/>
          </p:nvSpPr>
          <p:spPr>
            <a:xfrm>
              <a:off x="7436530" y="1498925"/>
              <a:ext cx="70429" cy="110739"/>
            </a:xfrm>
            <a:custGeom>
              <a:avLst/>
              <a:gdLst/>
              <a:ahLst/>
              <a:cxnLst/>
              <a:rect l="l" t="t" r="r" b="b"/>
              <a:pathLst>
                <a:path w="1873" h="2945" extrusionOk="0">
                  <a:moveTo>
                    <a:pt x="366" y="0"/>
                  </a:moveTo>
                  <a:cubicBezTo>
                    <a:pt x="161" y="0"/>
                    <a:pt x="1" y="160"/>
                    <a:pt x="1" y="365"/>
                  </a:cubicBezTo>
                  <a:lnTo>
                    <a:pt x="1" y="2556"/>
                  </a:lnTo>
                  <a:cubicBezTo>
                    <a:pt x="1" y="2762"/>
                    <a:pt x="161" y="2944"/>
                    <a:pt x="366" y="2944"/>
                  </a:cubicBezTo>
                  <a:lnTo>
                    <a:pt x="1507" y="2944"/>
                  </a:lnTo>
                  <a:cubicBezTo>
                    <a:pt x="1713" y="2944"/>
                    <a:pt x="1873" y="2762"/>
                    <a:pt x="1873" y="2556"/>
                  </a:cubicBezTo>
                  <a:lnTo>
                    <a:pt x="1873" y="365"/>
                  </a:lnTo>
                  <a:cubicBezTo>
                    <a:pt x="1873" y="160"/>
                    <a:pt x="1713"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6" name="Google Shape;5196;p33"/>
            <p:cNvSpPr/>
            <p:nvPr/>
          </p:nvSpPr>
          <p:spPr>
            <a:xfrm>
              <a:off x="7444276" y="1510920"/>
              <a:ext cx="54975" cy="85884"/>
            </a:xfrm>
            <a:custGeom>
              <a:avLst/>
              <a:gdLst/>
              <a:ahLst/>
              <a:cxnLst/>
              <a:rect l="l" t="t" r="r" b="b"/>
              <a:pathLst>
                <a:path w="1462" h="2284" extrusionOk="0">
                  <a:moveTo>
                    <a:pt x="297" y="1"/>
                  </a:moveTo>
                  <a:cubicBezTo>
                    <a:pt x="137" y="1"/>
                    <a:pt x="0" y="138"/>
                    <a:pt x="0" y="297"/>
                  </a:cubicBezTo>
                  <a:lnTo>
                    <a:pt x="0" y="1986"/>
                  </a:lnTo>
                  <a:cubicBezTo>
                    <a:pt x="0" y="2146"/>
                    <a:pt x="137" y="2283"/>
                    <a:pt x="297" y="2283"/>
                  </a:cubicBezTo>
                  <a:lnTo>
                    <a:pt x="1164" y="2283"/>
                  </a:lnTo>
                  <a:cubicBezTo>
                    <a:pt x="1324" y="2283"/>
                    <a:pt x="1461" y="2146"/>
                    <a:pt x="1461" y="1986"/>
                  </a:cubicBezTo>
                  <a:lnTo>
                    <a:pt x="1461" y="297"/>
                  </a:lnTo>
                  <a:cubicBezTo>
                    <a:pt x="1461" y="138"/>
                    <a:pt x="1324" y="1"/>
                    <a:pt x="11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7" name="Google Shape;5197;p33"/>
            <p:cNvSpPr/>
            <p:nvPr/>
          </p:nvSpPr>
          <p:spPr>
            <a:xfrm>
              <a:off x="7349854"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8" name="Google Shape;5198;p33"/>
            <p:cNvSpPr/>
            <p:nvPr/>
          </p:nvSpPr>
          <p:spPr>
            <a:xfrm>
              <a:off x="7349854" y="1685175"/>
              <a:ext cx="36963" cy="99571"/>
            </a:xfrm>
            <a:custGeom>
              <a:avLst/>
              <a:gdLst/>
              <a:ahLst/>
              <a:cxnLst/>
              <a:rect l="l" t="t" r="r" b="b"/>
              <a:pathLst>
                <a:path w="983" h="2648" extrusionOk="0">
                  <a:moveTo>
                    <a:pt x="982" y="0"/>
                  </a:moveTo>
                  <a:cubicBezTo>
                    <a:pt x="814" y="358"/>
                    <a:pt x="549" y="599"/>
                    <a:pt x="115" y="599"/>
                  </a:cubicBezTo>
                  <a:cubicBezTo>
                    <a:pt x="78"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9" name="Google Shape;5199;p33"/>
            <p:cNvSpPr/>
            <p:nvPr/>
          </p:nvSpPr>
          <p:spPr>
            <a:xfrm>
              <a:off x="7332707" y="1498925"/>
              <a:ext cx="71257" cy="110739"/>
            </a:xfrm>
            <a:custGeom>
              <a:avLst/>
              <a:gdLst/>
              <a:ahLst/>
              <a:cxnLst/>
              <a:rect l="l" t="t" r="r" b="b"/>
              <a:pathLst>
                <a:path w="1895" h="2945" extrusionOk="0">
                  <a:moveTo>
                    <a:pt x="388" y="0"/>
                  </a:moveTo>
                  <a:cubicBezTo>
                    <a:pt x="160" y="0"/>
                    <a:pt x="0" y="160"/>
                    <a:pt x="0" y="365"/>
                  </a:cubicBezTo>
                  <a:lnTo>
                    <a:pt x="0" y="2556"/>
                  </a:lnTo>
                  <a:cubicBezTo>
                    <a:pt x="0" y="2762"/>
                    <a:pt x="160" y="2944"/>
                    <a:pt x="388"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0" name="Google Shape;5200;p33"/>
            <p:cNvSpPr/>
            <p:nvPr/>
          </p:nvSpPr>
          <p:spPr>
            <a:xfrm>
              <a:off x="7341281" y="1510920"/>
              <a:ext cx="54110" cy="85884"/>
            </a:xfrm>
            <a:custGeom>
              <a:avLst/>
              <a:gdLst/>
              <a:ahLst/>
              <a:cxnLst/>
              <a:rect l="l" t="t" r="r" b="b"/>
              <a:pathLst>
                <a:path w="1439" h="2284" extrusionOk="0">
                  <a:moveTo>
                    <a:pt x="297" y="1"/>
                  </a:moveTo>
                  <a:cubicBezTo>
                    <a:pt x="137" y="1"/>
                    <a:pt x="0" y="138"/>
                    <a:pt x="0" y="297"/>
                  </a:cubicBezTo>
                  <a:lnTo>
                    <a:pt x="0" y="1986"/>
                  </a:lnTo>
                  <a:cubicBezTo>
                    <a:pt x="0" y="2146"/>
                    <a:pt x="137" y="2283"/>
                    <a:pt x="297" y="2283"/>
                  </a:cubicBezTo>
                  <a:lnTo>
                    <a:pt x="1142" y="2283"/>
                  </a:lnTo>
                  <a:cubicBezTo>
                    <a:pt x="1301" y="2283"/>
                    <a:pt x="1438" y="2146"/>
                    <a:pt x="1438" y="1986"/>
                  </a:cubicBezTo>
                  <a:lnTo>
                    <a:pt x="1438" y="297"/>
                  </a:lnTo>
                  <a:cubicBezTo>
                    <a:pt x="1438" y="138"/>
                    <a:pt x="1301"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1" name="Google Shape;5201;p33"/>
            <p:cNvSpPr/>
            <p:nvPr/>
          </p:nvSpPr>
          <p:spPr>
            <a:xfrm>
              <a:off x="7245994" y="1577855"/>
              <a:ext cx="37828" cy="206889"/>
            </a:xfrm>
            <a:custGeom>
              <a:avLst/>
              <a:gdLst/>
              <a:ahLst/>
              <a:cxnLst/>
              <a:rect l="l" t="t" r="r" b="b"/>
              <a:pathLst>
                <a:path w="1006"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2" name="Google Shape;5202;p33"/>
            <p:cNvSpPr/>
            <p:nvPr/>
          </p:nvSpPr>
          <p:spPr>
            <a:xfrm>
              <a:off x="7245994" y="1685175"/>
              <a:ext cx="37828" cy="99571"/>
            </a:xfrm>
            <a:custGeom>
              <a:avLst/>
              <a:gdLst/>
              <a:ahLst/>
              <a:cxnLst/>
              <a:rect l="l" t="t" r="r" b="b"/>
              <a:pathLst>
                <a:path w="1006" h="2648" extrusionOk="0">
                  <a:moveTo>
                    <a:pt x="1005" y="0"/>
                  </a:moveTo>
                  <a:cubicBezTo>
                    <a:pt x="837" y="358"/>
                    <a:pt x="552" y="599"/>
                    <a:pt x="116" y="599"/>
                  </a:cubicBezTo>
                  <a:cubicBezTo>
                    <a:pt x="79"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3" name="Google Shape;5203;p33"/>
            <p:cNvSpPr/>
            <p:nvPr/>
          </p:nvSpPr>
          <p:spPr>
            <a:xfrm>
              <a:off x="7229711" y="1498925"/>
              <a:ext cx="70392" cy="110739"/>
            </a:xfrm>
            <a:custGeom>
              <a:avLst/>
              <a:gdLst/>
              <a:ahLst/>
              <a:cxnLst/>
              <a:rect l="l" t="t" r="r" b="b"/>
              <a:pathLst>
                <a:path w="1872" h="2945" extrusionOk="0">
                  <a:moveTo>
                    <a:pt x="365" y="0"/>
                  </a:moveTo>
                  <a:cubicBezTo>
                    <a:pt x="160" y="0"/>
                    <a:pt x="0" y="160"/>
                    <a:pt x="0" y="365"/>
                  </a:cubicBezTo>
                  <a:lnTo>
                    <a:pt x="0" y="2556"/>
                  </a:lnTo>
                  <a:cubicBezTo>
                    <a:pt x="0" y="2762"/>
                    <a:pt x="160" y="2944"/>
                    <a:pt x="365" y="2944"/>
                  </a:cubicBezTo>
                  <a:lnTo>
                    <a:pt x="1506" y="2944"/>
                  </a:lnTo>
                  <a:cubicBezTo>
                    <a:pt x="1712" y="2944"/>
                    <a:pt x="1872" y="2762"/>
                    <a:pt x="1872" y="2556"/>
                  </a:cubicBezTo>
                  <a:lnTo>
                    <a:pt x="1872" y="365"/>
                  </a:lnTo>
                  <a:cubicBezTo>
                    <a:pt x="1872" y="160"/>
                    <a:pt x="1712" y="0"/>
                    <a:pt x="15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4" name="Google Shape;5204;p33"/>
            <p:cNvSpPr/>
            <p:nvPr/>
          </p:nvSpPr>
          <p:spPr>
            <a:xfrm>
              <a:off x="7237420" y="1510920"/>
              <a:ext cx="54110" cy="85884"/>
            </a:xfrm>
            <a:custGeom>
              <a:avLst/>
              <a:gdLst/>
              <a:ahLst/>
              <a:cxnLst/>
              <a:rect l="l" t="t" r="r" b="b"/>
              <a:pathLst>
                <a:path w="1439" h="2284" extrusionOk="0">
                  <a:moveTo>
                    <a:pt x="297" y="1"/>
                  </a:moveTo>
                  <a:cubicBezTo>
                    <a:pt x="137" y="1"/>
                    <a:pt x="0" y="138"/>
                    <a:pt x="0" y="297"/>
                  </a:cubicBezTo>
                  <a:lnTo>
                    <a:pt x="0" y="1986"/>
                  </a:lnTo>
                  <a:cubicBezTo>
                    <a:pt x="0" y="2146"/>
                    <a:pt x="137" y="2283"/>
                    <a:pt x="297" y="2283"/>
                  </a:cubicBezTo>
                  <a:lnTo>
                    <a:pt x="1165" y="2283"/>
                  </a:lnTo>
                  <a:cubicBezTo>
                    <a:pt x="1324" y="2283"/>
                    <a:pt x="1438" y="2146"/>
                    <a:pt x="1438" y="1986"/>
                  </a:cubicBezTo>
                  <a:lnTo>
                    <a:pt x="1438" y="297"/>
                  </a:lnTo>
                  <a:cubicBezTo>
                    <a:pt x="1438" y="138"/>
                    <a:pt x="1324"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5" name="Google Shape;5205;p33"/>
            <p:cNvSpPr/>
            <p:nvPr/>
          </p:nvSpPr>
          <p:spPr>
            <a:xfrm>
              <a:off x="7142998"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6" name="Google Shape;5206;p33"/>
            <p:cNvSpPr/>
            <p:nvPr/>
          </p:nvSpPr>
          <p:spPr>
            <a:xfrm>
              <a:off x="7142998" y="1685175"/>
              <a:ext cx="36963" cy="99571"/>
            </a:xfrm>
            <a:custGeom>
              <a:avLst/>
              <a:gdLst/>
              <a:ahLst/>
              <a:cxnLst/>
              <a:rect l="l" t="t" r="r" b="b"/>
              <a:pathLst>
                <a:path w="983" h="2648" extrusionOk="0">
                  <a:moveTo>
                    <a:pt x="982" y="0"/>
                  </a:moveTo>
                  <a:cubicBezTo>
                    <a:pt x="814" y="358"/>
                    <a:pt x="549" y="599"/>
                    <a:pt x="115" y="599"/>
                  </a:cubicBezTo>
                  <a:cubicBezTo>
                    <a:pt x="78"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7" name="Google Shape;5207;p33"/>
            <p:cNvSpPr/>
            <p:nvPr/>
          </p:nvSpPr>
          <p:spPr>
            <a:xfrm>
              <a:off x="7125851" y="1498925"/>
              <a:ext cx="71257" cy="110739"/>
            </a:xfrm>
            <a:custGeom>
              <a:avLst/>
              <a:gdLst/>
              <a:ahLst/>
              <a:cxnLst/>
              <a:rect l="l" t="t" r="r" b="b"/>
              <a:pathLst>
                <a:path w="1895" h="2945" extrusionOk="0">
                  <a:moveTo>
                    <a:pt x="388" y="0"/>
                  </a:moveTo>
                  <a:cubicBezTo>
                    <a:pt x="160" y="0"/>
                    <a:pt x="0" y="160"/>
                    <a:pt x="0" y="365"/>
                  </a:cubicBezTo>
                  <a:lnTo>
                    <a:pt x="0" y="2556"/>
                  </a:lnTo>
                  <a:cubicBezTo>
                    <a:pt x="0" y="2762"/>
                    <a:pt x="160" y="2944"/>
                    <a:pt x="388"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8" name="Google Shape;5208;p33"/>
            <p:cNvSpPr/>
            <p:nvPr/>
          </p:nvSpPr>
          <p:spPr>
            <a:xfrm>
              <a:off x="7134424" y="1510920"/>
              <a:ext cx="54110" cy="85884"/>
            </a:xfrm>
            <a:custGeom>
              <a:avLst/>
              <a:gdLst/>
              <a:ahLst/>
              <a:cxnLst/>
              <a:rect l="l" t="t" r="r" b="b"/>
              <a:pathLst>
                <a:path w="1439" h="2284" extrusionOk="0">
                  <a:moveTo>
                    <a:pt x="274" y="1"/>
                  </a:moveTo>
                  <a:cubicBezTo>
                    <a:pt x="137" y="1"/>
                    <a:pt x="0" y="138"/>
                    <a:pt x="0" y="297"/>
                  </a:cubicBezTo>
                  <a:lnTo>
                    <a:pt x="0" y="1986"/>
                  </a:lnTo>
                  <a:cubicBezTo>
                    <a:pt x="0" y="2146"/>
                    <a:pt x="137" y="2283"/>
                    <a:pt x="274" y="2283"/>
                  </a:cubicBezTo>
                  <a:lnTo>
                    <a:pt x="1142" y="2283"/>
                  </a:lnTo>
                  <a:cubicBezTo>
                    <a:pt x="1301" y="2283"/>
                    <a:pt x="1438" y="2146"/>
                    <a:pt x="1438" y="1986"/>
                  </a:cubicBezTo>
                  <a:lnTo>
                    <a:pt x="1438" y="297"/>
                  </a:lnTo>
                  <a:cubicBezTo>
                    <a:pt x="1438" y="138"/>
                    <a:pt x="1301"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9" name="Google Shape;5209;p33"/>
            <p:cNvSpPr/>
            <p:nvPr/>
          </p:nvSpPr>
          <p:spPr>
            <a:xfrm>
              <a:off x="7039137" y="1577855"/>
              <a:ext cx="37828" cy="206889"/>
            </a:xfrm>
            <a:custGeom>
              <a:avLst/>
              <a:gdLst/>
              <a:ahLst/>
              <a:cxnLst/>
              <a:rect l="l" t="t" r="r" b="b"/>
              <a:pathLst>
                <a:path w="1006"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0" name="Google Shape;5210;p33"/>
            <p:cNvSpPr/>
            <p:nvPr/>
          </p:nvSpPr>
          <p:spPr>
            <a:xfrm>
              <a:off x="7039137" y="1685175"/>
              <a:ext cx="37828" cy="99571"/>
            </a:xfrm>
            <a:custGeom>
              <a:avLst/>
              <a:gdLst/>
              <a:ahLst/>
              <a:cxnLst/>
              <a:rect l="l" t="t" r="r" b="b"/>
              <a:pathLst>
                <a:path w="1006" h="2648" extrusionOk="0">
                  <a:moveTo>
                    <a:pt x="1005" y="0"/>
                  </a:moveTo>
                  <a:cubicBezTo>
                    <a:pt x="837" y="358"/>
                    <a:pt x="552" y="599"/>
                    <a:pt x="116" y="599"/>
                  </a:cubicBezTo>
                  <a:cubicBezTo>
                    <a:pt x="79"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1" name="Google Shape;5211;p33"/>
            <p:cNvSpPr/>
            <p:nvPr/>
          </p:nvSpPr>
          <p:spPr>
            <a:xfrm>
              <a:off x="7022855" y="1498925"/>
              <a:ext cx="70392" cy="110739"/>
            </a:xfrm>
            <a:custGeom>
              <a:avLst/>
              <a:gdLst/>
              <a:ahLst/>
              <a:cxnLst/>
              <a:rect l="l" t="t" r="r" b="b"/>
              <a:pathLst>
                <a:path w="1872" h="2945" extrusionOk="0">
                  <a:moveTo>
                    <a:pt x="365" y="0"/>
                  </a:moveTo>
                  <a:cubicBezTo>
                    <a:pt x="160" y="0"/>
                    <a:pt x="0" y="160"/>
                    <a:pt x="0" y="365"/>
                  </a:cubicBezTo>
                  <a:lnTo>
                    <a:pt x="0" y="2556"/>
                  </a:lnTo>
                  <a:cubicBezTo>
                    <a:pt x="0" y="2762"/>
                    <a:pt x="160" y="2944"/>
                    <a:pt x="365" y="2944"/>
                  </a:cubicBezTo>
                  <a:lnTo>
                    <a:pt x="1507" y="2944"/>
                  </a:lnTo>
                  <a:cubicBezTo>
                    <a:pt x="1712" y="2944"/>
                    <a:pt x="1872" y="2762"/>
                    <a:pt x="1872" y="2556"/>
                  </a:cubicBezTo>
                  <a:lnTo>
                    <a:pt x="1872" y="365"/>
                  </a:lnTo>
                  <a:cubicBezTo>
                    <a:pt x="1872"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2" name="Google Shape;5212;p33"/>
            <p:cNvSpPr/>
            <p:nvPr/>
          </p:nvSpPr>
          <p:spPr>
            <a:xfrm>
              <a:off x="7030564" y="1510920"/>
              <a:ext cx="54110" cy="85884"/>
            </a:xfrm>
            <a:custGeom>
              <a:avLst/>
              <a:gdLst/>
              <a:ahLst/>
              <a:cxnLst/>
              <a:rect l="l" t="t" r="r" b="b"/>
              <a:pathLst>
                <a:path w="1439" h="2284" extrusionOk="0">
                  <a:moveTo>
                    <a:pt x="297" y="1"/>
                  </a:moveTo>
                  <a:cubicBezTo>
                    <a:pt x="138" y="1"/>
                    <a:pt x="1" y="138"/>
                    <a:pt x="1" y="297"/>
                  </a:cubicBezTo>
                  <a:lnTo>
                    <a:pt x="1" y="1986"/>
                  </a:lnTo>
                  <a:cubicBezTo>
                    <a:pt x="1" y="2146"/>
                    <a:pt x="138" y="2283"/>
                    <a:pt x="297" y="2283"/>
                  </a:cubicBezTo>
                  <a:lnTo>
                    <a:pt x="1165" y="2283"/>
                  </a:lnTo>
                  <a:cubicBezTo>
                    <a:pt x="1324" y="2283"/>
                    <a:pt x="1439" y="2146"/>
                    <a:pt x="1439" y="1986"/>
                  </a:cubicBezTo>
                  <a:lnTo>
                    <a:pt x="1439" y="297"/>
                  </a:lnTo>
                  <a:cubicBezTo>
                    <a:pt x="1439" y="138"/>
                    <a:pt x="1324"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3" name="Google Shape;5213;p33"/>
            <p:cNvSpPr/>
            <p:nvPr/>
          </p:nvSpPr>
          <p:spPr>
            <a:xfrm>
              <a:off x="6936142"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4" name="Google Shape;5214;p33"/>
            <p:cNvSpPr/>
            <p:nvPr/>
          </p:nvSpPr>
          <p:spPr>
            <a:xfrm>
              <a:off x="6936142" y="1685175"/>
              <a:ext cx="36963" cy="99571"/>
            </a:xfrm>
            <a:custGeom>
              <a:avLst/>
              <a:gdLst/>
              <a:ahLst/>
              <a:cxnLst/>
              <a:rect l="l" t="t" r="r" b="b"/>
              <a:pathLst>
                <a:path w="983" h="2648" extrusionOk="0">
                  <a:moveTo>
                    <a:pt x="982" y="0"/>
                  </a:moveTo>
                  <a:cubicBezTo>
                    <a:pt x="814" y="358"/>
                    <a:pt x="549" y="599"/>
                    <a:pt x="115" y="599"/>
                  </a:cubicBezTo>
                  <a:cubicBezTo>
                    <a:pt x="78"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5" name="Google Shape;5215;p33"/>
            <p:cNvSpPr/>
            <p:nvPr/>
          </p:nvSpPr>
          <p:spPr>
            <a:xfrm>
              <a:off x="6918995" y="1498925"/>
              <a:ext cx="71257" cy="110739"/>
            </a:xfrm>
            <a:custGeom>
              <a:avLst/>
              <a:gdLst/>
              <a:ahLst/>
              <a:cxnLst/>
              <a:rect l="l" t="t" r="r" b="b"/>
              <a:pathLst>
                <a:path w="1895" h="2945" extrusionOk="0">
                  <a:moveTo>
                    <a:pt x="388" y="0"/>
                  </a:moveTo>
                  <a:cubicBezTo>
                    <a:pt x="160" y="0"/>
                    <a:pt x="0" y="160"/>
                    <a:pt x="0" y="365"/>
                  </a:cubicBezTo>
                  <a:lnTo>
                    <a:pt x="0" y="2556"/>
                  </a:lnTo>
                  <a:cubicBezTo>
                    <a:pt x="0" y="2762"/>
                    <a:pt x="160" y="2944"/>
                    <a:pt x="388"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6" name="Google Shape;5216;p33"/>
            <p:cNvSpPr/>
            <p:nvPr/>
          </p:nvSpPr>
          <p:spPr>
            <a:xfrm>
              <a:off x="6927568" y="1510920"/>
              <a:ext cx="54110" cy="85884"/>
            </a:xfrm>
            <a:custGeom>
              <a:avLst/>
              <a:gdLst/>
              <a:ahLst/>
              <a:cxnLst/>
              <a:rect l="l" t="t" r="r" b="b"/>
              <a:pathLst>
                <a:path w="1439" h="2284" extrusionOk="0">
                  <a:moveTo>
                    <a:pt x="274" y="1"/>
                  </a:moveTo>
                  <a:cubicBezTo>
                    <a:pt x="115" y="1"/>
                    <a:pt x="1" y="138"/>
                    <a:pt x="1" y="297"/>
                  </a:cubicBezTo>
                  <a:lnTo>
                    <a:pt x="1" y="1986"/>
                  </a:lnTo>
                  <a:cubicBezTo>
                    <a:pt x="1" y="2146"/>
                    <a:pt x="115" y="2283"/>
                    <a:pt x="274"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7" name="Google Shape;5217;p33"/>
            <p:cNvSpPr/>
            <p:nvPr/>
          </p:nvSpPr>
          <p:spPr>
            <a:xfrm>
              <a:off x="6832281" y="1577855"/>
              <a:ext cx="37828" cy="206889"/>
            </a:xfrm>
            <a:custGeom>
              <a:avLst/>
              <a:gdLst/>
              <a:ahLst/>
              <a:cxnLst/>
              <a:rect l="l" t="t" r="r" b="b"/>
              <a:pathLst>
                <a:path w="1006"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8" name="Google Shape;5218;p33"/>
            <p:cNvSpPr/>
            <p:nvPr/>
          </p:nvSpPr>
          <p:spPr>
            <a:xfrm>
              <a:off x="6832281" y="1685175"/>
              <a:ext cx="37828" cy="99571"/>
            </a:xfrm>
            <a:custGeom>
              <a:avLst/>
              <a:gdLst/>
              <a:ahLst/>
              <a:cxnLst/>
              <a:rect l="l" t="t" r="r" b="b"/>
              <a:pathLst>
                <a:path w="1006" h="2648" extrusionOk="0">
                  <a:moveTo>
                    <a:pt x="1005" y="0"/>
                  </a:moveTo>
                  <a:cubicBezTo>
                    <a:pt x="837" y="358"/>
                    <a:pt x="552" y="599"/>
                    <a:pt x="116" y="599"/>
                  </a:cubicBezTo>
                  <a:cubicBezTo>
                    <a:pt x="79"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9" name="Google Shape;5219;p33"/>
            <p:cNvSpPr/>
            <p:nvPr/>
          </p:nvSpPr>
          <p:spPr>
            <a:xfrm>
              <a:off x="6815999" y="1498925"/>
              <a:ext cx="70392" cy="110739"/>
            </a:xfrm>
            <a:custGeom>
              <a:avLst/>
              <a:gdLst/>
              <a:ahLst/>
              <a:cxnLst/>
              <a:rect l="l" t="t" r="r" b="b"/>
              <a:pathLst>
                <a:path w="1872" h="2945" extrusionOk="0">
                  <a:moveTo>
                    <a:pt x="365" y="0"/>
                  </a:moveTo>
                  <a:cubicBezTo>
                    <a:pt x="160" y="0"/>
                    <a:pt x="0" y="160"/>
                    <a:pt x="0" y="365"/>
                  </a:cubicBezTo>
                  <a:lnTo>
                    <a:pt x="0" y="2556"/>
                  </a:lnTo>
                  <a:cubicBezTo>
                    <a:pt x="0" y="2762"/>
                    <a:pt x="160" y="2944"/>
                    <a:pt x="365" y="2944"/>
                  </a:cubicBezTo>
                  <a:lnTo>
                    <a:pt x="1507" y="2944"/>
                  </a:lnTo>
                  <a:cubicBezTo>
                    <a:pt x="1712" y="2944"/>
                    <a:pt x="1872" y="2762"/>
                    <a:pt x="1872" y="2556"/>
                  </a:cubicBezTo>
                  <a:lnTo>
                    <a:pt x="1872" y="365"/>
                  </a:lnTo>
                  <a:cubicBezTo>
                    <a:pt x="1872"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0" name="Google Shape;5220;p33"/>
            <p:cNvSpPr/>
            <p:nvPr/>
          </p:nvSpPr>
          <p:spPr>
            <a:xfrm>
              <a:off x="6823708" y="1510920"/>
              <a:ext cx="54110" cy="85884"/>
            </a:xfrm>
            <a:custGeom>
              <a:avLst/>
              <a:gdLst/>
              <a:ahLst/>
              <a:cxnLst/>
              <a:rect l="l" t="t" r="r" b="b"/>
              <a:pathLst>
                <a:path w="1439" h="2284" extrusionOk="0">
                  <a:moveTo>
                    <a:pt x="297" y="1"/>
                  </a:moveTo>
                  <a:cubicBezTo>
                    <a:pt x="138" y="1"/>
                    <a:pt x="1" y="138"/>
                    <a:pt x="1" y="297"/>
                  </a:cubicBezTo>
                  <a:lnTo>
                    <a:pt x="1" y="1986"/>
                  </a:lnTo>
                  <a:cubicBezTo>
                    <a:pt x="1" y="2146"/>
                    <a:pt x="138" y="2283"/>
                    <a:pt x="297"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1" name="Google Shape;5221;p33"/>
            <p:cNvSpPr/>
            <p:nvPr/>
          </p:nvSpPr>
          <p:spPr>
            <a:xfrm>
              <a:off x="6729285"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2" name="Google Shape;5222;p33"/>
            <p:cNvSpPr/>
            <p:nvPr/>
          </p:nvSpPr>
          <p:spPr>
            <a:xfrm>
              <a:off x="6729285" y="1685175"/>
              <a:ext cx="36963" cy="99571"/>
            </a:xfrm>
            <a:custGeom>
              <a:avLst/>
              <a:gdLst/>
              <a:ahLst/>
              <a:cxnLst/>
              <a:rect l="l" t="t" r="r" b="b"/>
              <a:pathLst>
                <a:path w="983" h="2648" extrusionOk="0">
                  <a:moveTo>
                    <a:pt x="982" y="0"/>
                  </a:moveTo>
                  <a:cubicBezTo>
                    <a:pt x="814" y="358"/>
                    <a:pt x="549" y="599"/>
                    <a:pt x="116" y="599"/>
                  </a:cubicBezTo>
                  <a:cubicBezTo>
                    <a:pt x="79"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3" name="Google Shape;5223;p33"/>
            <p:cNvSpPr/>
            <p:nvPr/>
          </p:nvSpPr>
          <p:spPr>
            <a:xfrm>
              <a:off x="6712138" y="1498925"/>
              <a:ext cx="71257" cy="110739"/>
            </a:xfrm>
            <a:custGeom>
              <a:avLst/>
              <a:gdLst/>
              <a:ahLst/>
              <a:cxnLst/>
              <a:rect l="l" t="t" r="r" b="b"/>
              <a:pathLst>
                <a:path w="1895" h="2945" extrusionOk="0">
                  <a:moveTo>
                    <a:pt x="366" y="0"/>
                  </a:moveTo>
                  <a:cubicBezTo>
                    <a:pt x="160" y="0"/>
                    <a:pt x="0" y="160"/>
                    <a:pt x="0" y="365"/>
                  </a:cubicBezTo>
                  <a:lnTo>
                    <a:pt x="0" y="2556"/>
                  </a:lnTo>
                  <a:cubicBezTo>
                    <a:pt x="0" y="2762"/>
                    <a:pt x="160" y="2944"/>
                    <a:pt x="366"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4" name="Google Shape;5224;p33"/>
            <p:cNvSpPr/>
            <p:nvPr/>
          </p:nvSpPr>
          <p:spPr>
            <a:xfrm>
              <a:off x="6720712" y="1510920"/>
              <a:ext cx="54110" cy="85884"/>
            </a:xfrm>
            <a:custGeom>
              <a:avLst/>
              <a:gdLst/>
              <a:ahLst/>
              <a:cxnLst/>
              <a:rect l="l" t="t" r="r" b="b"/>
              <a:pathLst>
                <a:path w="1439" h="2284" extrusionOk="0">
                  <a:moveTo>
                    <a:pt x="275" y="1"/>
                  </a:moveTo>
                  <a:cubicBezTo>
                    <a:pt x="115" y="1"/>
                    <a:pt x="1" y="138"/>
                    <a:pt x="1" y="297"/>
                  </a:cubicBezTo>
                  <a:lnTo>
                    <a:pt x="1" y="1986"/>
                  </a:lnTo>
                  <a:cubicBezTo>
                    <a:pt x="1" y="2146"/>
                    <a:pt x="115" y="2283"/>
                    <a:pt x="275"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5" name="Google Shape;5225;p33"/>
            <p:cNvSpPr/>
            <p:nvPr/>
          </p:nvSpPr>
          <p:spPr>
            <a:xfrm>
              <a:off x="6625463" y="1577855"/>
              <a:ext cx="37791" cy="206889"/>
            </a:xfrm>
            <a:custGeom>
              <a:avLst/>
              <a:gdLst/>
              <a:ahLst/>
              <a:cxnLst/>
              <a:rect l="l" t="t" r="r" b="b"/>
              <a:pathLst>
                <a:path w="1005" h="5502" extrusionOk="0">
                  <a:moveTo>
                    <a:pt x="0" y="1"/>
                  </a:moveTo>
                  <a:lnTo>
                    <a:pt x="0" y="5502"/>
                  </a:lnTo>
                  <a:lnTo>
                    <a:pt x="1004" y="5502"/>
                  </a:lnTo>
                  <a:lnTo>
                    <a:pt x="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6" name="Google Shape;5226;p33"/>
            <p:cNvSpPr/>
            <p:nvPr/>
          </p:nvSpPr>
          <p:spPr>
            <a:xfrm>
              <a:off x="6625463" y="1685175"/>
              <a:ext cx="37791" cy="99571"/>
            </a:xfrm>
            <a:custGeom>
              <a:avLst/>
              <a:gdLst/>
              <a:ahLst/>
              <a:cxnLst/>
              <a:rect l="l" t="t" r="r" b="b"/>
              <a:pathLst>
                <a:path w="1005" h="2648" extrusionOk="0">
                  <a:moveTo>
                    <a:pt x="1004" y="0"/>
                  </a:moveTo>
                  <a:cubicBezTo>
                    <a:pt x="836" y="358"/>
                    <a:pt x="552" y="599"/>
                    <a:pt x="115" y="599"/>
                  </a:cubicBezTo>
                  <a:cubicBezTo>
                    <a:pt x="78" y="599"/>
                    <a:pt x="39" y="597"/>
                    <a:pt x="0" y="594"/>
                  </a:cubicBezTo>
                  <a:lnTo>
                    <a:pt x="0" y="2648"/>
                  </a:lnTo>
                  <a:lnTo>
                    <a:pt x="1004" y="2648"/>
                  </a:ln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7" name="Google Shape;5227;p33"/>
            <p:cNvSpPr/>
            <p:nvPr/>
          </p:nvSpPr>
          <p:spPr>
            <a:xfrm>
              <a:off x="6608278" y="1498925"/>
              <a:ext cx="71257" cy="110739"/>
            </a:xfrm>
            <a:custGeom>
              <a:avLst/>
              <a:gdLst/>
              <a:ahLst/>
              <a:cxnLst/>
              <a:rect l="l" t="t" r="r" b="b"/>
              <a:pathLst>
                <a:path w="1895" h="2945" extrusionOk="0">
                  <a:moveTo>
                    <a:pt x="389" y="0"/>
                  </a:moveTo>
                  <a:cubicBezTo>
                    <a:pt x="183" y="0"/>
                    <a:pt x="1" y="160"/>
                    <a:pt x="1" y="365"/>
                  </a:cubicBezTo>
                  <a:lnTo>
                    <a:pt x="1" y="2556"/>
                  </a:lnTo>
                  <a:cubicBezTo>
                    <a:pt x="1" y="2762"/>
                    <a:pt x="183" y="2944"/>
                    <a:pt x="389" y="2944"/>
                  </a:cubicBezTo>
                  <a:lnTo>
                    <a:pt x="1530" y="2944"/>
                  </a:lnTo>
                  <a:cubicBezTo>
                    <a:pt x="1735" y="2944"/>
                    <a:pt x="1895" y="2762"/>
                    <a:pt x="1895" y="2556"/>
                  </a:cubicBezTo>
                  <a:lnTo>
                    <a:pt x="1895" y="365"/>
                  </a:lnTo>
                  <a:cubicBezTo>
                    <a:pt x="1895" y="160"/>
                    <a:pt x="1735" y="0"/>
                    <a:pt x="15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8" name="Google Shape;5228;p33"/>
            <p:cNvSpPr/>
            <p:nvPr/>
          </p:nvSpPr>
          <p:spPr>
            <a:xfrm>
              <a:off x="6616851" y="1510920"/>
              <a:ext cx="54110" cy="85884"/>
            </a:xfrm>
            <a:custGeom>
              <a:avLst/>
              <a:gdLst/>
              <a:ahLst/>
              <a:cxnLst/>
              <a:rect l="l" t="t" r="r" b="b"/>
              <a:pathLst>
                <a:path w="1439" h="2284" extrusionOk="0">
                  <a:moveTo>
                    <a:pt x="297" y="1"/>
                  </a:moveTo>
                  <a:cubicBezTo>
                    <a:pt x="138" y="1"/>
                    <a:pt x="1" y="138"/>
                    <a:pt x="1" y="297"/>
                  </a:cubicBezTo>
                  <a:lnTo>
                    <a:pt x="1" y="1986"/>
                  </a:lnTo>
                  <a:cubicBezTo>
                    <a:pt x="1" y="2146"/>
                    <a:pt x="138" y="2283"/>
                    <a:pt x="297"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9" name="Google Shape;5229;p33"/>
            <p:cNvSpPr/>
            <p:nvPr/>
          </p:nvSpPr>
          <p:spPr>
            <a:xfrm>
              <a:off x="6521602" y="1577855"/>
              <a:ext cx="37791" cy="206889"/>
            </a:xfrm>
            <a:custGeom>
              <a:avLst/>
              <a:gdLst/>
              <a:ahLst/>
              <a:cxnLst/>
              <a:rect l="l" t="t" r="r" b="b"/>
              <a:pathLst>
                <a:path w="1005" h="5502" extrusionOk="0">
                  <a:moveTo>
                    <a:pt x="0" y="1"/>
                  </a:moveTo>
                  <a:lnTo>
                    <a:pt x="0" y="5502"/>
                  </a:lnTo>
                  <a:lnTo>
                    <a:pt x="1004" y="5502"/>
                  </a:lnTo>
                  <a:lnTo>
                    <a:pt x="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0" name="Google Shape;5230;p33"/>
            <p:cNvSpPr/>
            <p:nvPr/>
          </p:nvSpPr>
          <p:spPr>
            <a:xfrm>
              <a:off x="6521602" y="1685175"/>
              <a:ext cx="37791" cy="99571"/>
            </a:xfrm>
            <a:custGeom>
              <a:avLst/>
              <a:gdLst/>
              <a:ahLst/>
              <a:cxnLst/>
              <a:rect l="l" t="t" r="r" b="b"/>
              <a:pathLst>
                <a:path w="1005" h="2648" extrusionOk="0">
                  <a:moveTo>
                    <a:pt x="1004" y="0"/>
                  </a:moveTo>
                  <a:cubicBezTo>
                    <a:pt x="836" y="358"/>
                    <a:pt x="571" y="599"/>
                    <a:pt x="120" y="599"/>
                  </a:cubicBezTo>
                  <a:cubicBezTo>
                    <a:pt x="81" y="599"/>
                    <a:pt x="41" y="597"/>
                    <a:pt x="0" y="594"/>
                  </a:cubicBezTo>
                  <a:lnTo>
                    <a:pt x="0" y="2648"/>
                  </a:lnTo>
                  <a:lnTo>
                    <a:pt x="1004" y="2648"/>
                  </a:ln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1" name="Google Shape;5231;p33"/>
            <p:cNvSpPr/>
            <p:nvPr/>
          </p:nvSpPr>
          <p:spPr>
            <a:xfrm>
              <a:off x="6505282" y="1498925"/>
              <a:ext cx="71257" cy="110739"/>
            </a:xfrm>
            <a:custGeom>
              <a:avLst/>
              <a:gdLst/>
              <a:ahLst/>
              <a:cxnLst/>
              <a:rect l="l" t="t" r="r" b="b"/>
              <a:pathLst>
                <a:path w="1895" h="2945" extrusionOk="0">
                  <a:moveTo>
                    <a:pt x="366" y="0"/>
                  </a:moveTo>
                  <a:cubicBezTo>
                    <a:pt x="160" y="0"/>
                    <a:pt x="0" y="160"/>
                    <a:pt x="0" y="365"/>
                  </a:cubicBezTo>
                  <a:lnTo>
                    <a:pt x="0" y="2556"/>
                  </a:lnTo>
                  <a:cubicBezTo>
                    <a:pt x="0" y="2762"/>
                    <a:pt x="160" y="2944"/>
                    <a:pt x="366"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2" name="Google Shape;5232;p33"/>
            <p:cNvSpPr/>
            <p:nvPr/>
          </p:nvSpPr>
          <p:spPr>
            <a:xfrm>
              <a:off x="6513856" y="1510920"/>
              <a:ext cx="54110" cy="85884"/>
            </a:xfrm>
            <a:custGeom>
              <a:avLst/>
              <a:gdLst/>
              <a:ahLst/>
              <a:cxnLst/>
              <a:rect l="l" t="t" r="r" b="b"/>
              <a:pathLst>
                <a:path w="1439" h="2284" extrusionOk="0">
                  <a:moveTo>
                    <a:pt x="275" y="1"/>
                  </a:moveTo>
                  <a:cubicBezTo>
                    <a:pt x="115" y="1"/>
                    <a:pt x="1" y="138"/>
                    <a:pt x="1" y="297"/>
                  </a:cubicBezTo>
                  <a:lnTo>
                    <a:pt x="1" y="1986"/>
                  </a:lnTo>
                  <a:cubicBezTo>
                    <a:pt x="1" y="2146"/>
                    <a:pt x="115" y="2283"/>
                    <a:pt x="275"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3" name="Google Shape;5233;p33"/>
            <p:cNvSpPr/>
            <p:nvPr/>
          </p:nvSpPr>
          <p:spPr>
            <a:xfrm>
              <a:off x="6418606" y="1577855"/>
              <a:ext cx="37791" cy="206889"/>
            </a:xfrm>
            <a:custGeom>
              <a:avLst/>
              <a:gdLst/>
              <a:ahLst/>
              <a:cxnLst/>
              <a:rect l="l" t="t" r="r" b="b"/>
              <a:pathLst>
                <a:path w="1005" h="5502" extrusionOk="0">
                  <a:moveTo>
                    <a:pt x="0" y="1"/>
                  </a:moveTo>
                  <a:lnTo>
                    <a:pt x="0" y="5502"/>
                  </a:lnTo>
                  <a:lnTo>
                    <a:pt x="1004" y="5502"/>
                  </a:lnTo>
                  <a:lnTo>
                    <a:pt x="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4" name="Google Shape;5234;p33"/>
            <p:cNvSpPr/>
            <p:nvPr/>
          </p:nvSpPr>
          <p:spPr>
            <a:xfrm>
              <a:off x="6418606" y="1685175"/>
              <a:ext cx="37791" cy="99571"/>
            </a:xfrm>
            <a:custGeom>
              <a:avLst/>
              <a:gdLst/>
              <a:ahLst/>
              <a:cxnLst/>
              <a:rect l="l" t="t" r="r" b="b"/>
              <a:pathLst>
                <a:path w="1005" h="2648" extrusionOk="0">
                  <a:moveTo>
                    <a:pt x="1004" y="0"/>
                  </a:moveTo>
                  <a:cubicBezTo>
                    <a:pt x="836" y="358"/>
                    <a:pt x="552" y="599"/>
                    <a:pt x="115" y="599"/>
                  </a:cubicBezTo>
                  <a:cubicBezTo>
                    <a:pt x="78" y="599"/>
                    <a:pt x="40" y="597"/>
                    <a:pt x="0" y="594"/>
                  </a:cubicBezTo>
                  <a:lnTo>
                    <a:pt x="0" y="2648"/>
                  </a:lnTo>
                  <a:lnTo>
                    <a:pt x="1004" y="2648"/>
                  </a:ln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5" name="Google Shape;5235;p33"/>
            <p:cNvSpPr/>
            <p:nvPr/>
          </p:nvSpPr>
          <p:spPr>
            <a:xfrm>
              <a:off x="6401422" y="1498925"/>
              <a:ext cx="71294" cy="110739"/>
            </a:xfrm>
            <a:custGeom>
              <a:avLst/>
              <a:gdLst/>
              <a:ahLst/>
              <a:cxnLst/>
              <a:rect l="l" t="t" r="r" b="b"/>
              <a:pathLst>
                <a:path w="1896" h="2945" extrusionOk="0">
                  <a:moveTo>
                    <a:pt x="389" y="0"/>
                  </a:moveTo>
                  <a:cubicBezTo>
                    <a:pt x="183" y="0"/>
                    <a:pt x="1" y="160"/>
                    <a:pt x="1" y="365"/>
                  </a:cubicBezTo>
                  <a:lnTo>
                    <a:pt x="1" y="2556"/>
                  </a:lnTo>
                  <a:cubicBezTo>
                    <a:pt x="1" y="2762"/>
                    <a:pt x="183" y="2944"/>
                    <a:pt x="389" y="2944"/>
                  </a:cubicBezTo>
                  <a:lnTo>
                    <a:pt x="1530" y="2944"/>
                  </a:lnTo>
                  <a:cubicBezTo>
                    <a:pt x="1735" y="2944"/>
                    <a:pt x="1895" y="2762"/>
                    <a:pt x="1895" y="2556"/>
                  </a:cubicBezTo>
                  <a:lnTo>
                    <a:pt x="1895" y="365"/>
                  </a:lnTo>
                  <a:cubicBezTo>
                    <a:pt x="1895" y="160"/>
                    <a:pt x="1735" y="0"/>
                    <a:pt x="15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6" name="Google Shape;5236;p33"/>
            <p:cNvSpPr/>
            <p:nvPr/>
          </p:nvSpPr>
          <p:spPr>
            <a:xfrm>
              <a:off x="6409995" y="1510920"/>
              <a:ext cx="54110" cy="85884"/>
            </a:xfrm>
            <a:custGeom>
              <a:avLst/>
              <a:gdLst/>
              <a:ahLst/>
              <a:cxnLst/>
              <a:rect l="l" t="t" r="r" b="b"/>
              <a:pathLst>
                <a:path w="1439" h="2284" extrusionOk="0">
                  <a:moveTo>
                    <a:pt x="298" y="1"/>
                  </a:moveTo>
                  <a:cubicBezTo>
                    <a:pt x="138" y="1"/>
                    <a:pt x="1" y="138"/>
                    <a:pt x="1" y="297"/>
                  </a:cubicBezTo>
                  <a:lnTo>
                    <a:pt x="1" y="1986"/>
                  </a:lnTo>
                  <a:cubicBezTo>
                    <a:pt x="1" y="2146"/>
                    <a:pt x="138" y="2283"/>
                    <a:pt x="298"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7" name="Google Shape;5237;p33"/>
            <p:cNvSpPr/>
            <p:nvPr/>
          </p:nvSpPr>
          <p:spPr>
            <a:xfrm>
              <a:off x="6314746" y="1577855"/>
              <a:ext cx="37791" cy="206889"/>
            </a:xfrm>
            <a:custGeom>
              <a:avLst/>
              <a:gdLst/>
              <a:ahLst/>
              <a:cxnLst/>
              <a:rect l="l" t="t" r="r" b="b"/>
              <a:pathLst>
                <a:path w="1005" h="5502" extrusionOk="0">
                  <a:moveTo>
                    <a:pt x="0" y="1"/>
                  </a:moveTo>
                  <a:lnTo>
                    <a:pt x="0"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8" name="Google Shape;5238;p33"/>
            <p:cNvSpPr/>
            <p:nvPr/>
          </p:nvSpPr>
          <p:spPr>
            <a:xfrm>
              <a:off x="6314746" y="1685175"/>
              <a:ext cx="37791" cy="99571"/>
            </a:xfrm>
            <a:custGeom>
              <a:avLst/>
              <a:gdLst/>
              <a:ahLst/>
              <a:cxnLst/>
              <a:rect l="l" t="t" r="r" b="b"/>
              <a:pathLst>
                <a:path w="1005" h="2648" extrusionOk="0">
                  <a:moveTo>
                    <a:pt x="1005" y="0"/>
                  </a:moveTo>
                  <a:cubicBezTo>
                    <a:pt x="836" y="358"/>
                    <a:pt x="571" y="599"/>
                    <a:pt x="120" y="599"/>
                  </a:cubicBezTo>
                  <a:cubicBezTo>
                    <a:pt x="81" y="599"/>
                    <a:pt x="42" y="597"/>
                    <a:pt x="0" y="594"/>
                  </a:cubicBezTo>
                  <a:lnTo>
                    <a:pt x="0"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9" name="Google Shape;5239;p33"/>
            <p:cNvSpPr/>
            <p:nvPr/>
          </p:nvSpPr>
          <p:spPr>
            <a:xfrm>
              <a:off x="6298426" y="1498925"/>
              <a:ext cx="71294" cy="110739"/>
            </a:xfrm>
            <a:custGeom>
              <a:avLst/>
              <a:gdLst/>
              <a:ahLst/>
              <a:cxnLst/>
              <a:rect l="l" t="t" r="r" b="b"/>
              <a:pathLst>
                <a:path w="1896" h="2945" extrusionOk="0">
                  <a:moveTo>
                    <a:pt x="366" y="0"/>
                  </a:moveTo>
                  <a:cubicBezTo>
                    <a:pt x="160" y="0"/>
                    <a:pt x="1" y="160"/>
                    <a:pt x="1" y="365"/>
                  </a:cubicBezTo>
                  <a:lnTo>
                    <a:pt x="1" y="2556"/>
                  </a:lnTo>
                  <a:cubicBezTo>
                    <a:pt x="1" y="2762"/>
                    <a:pt x="160" y="2944"/>
                    <a:pt x="366"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0" name="Google Shape;5240;p33"/>
            <p:cNvSpPr/>
            <p:nvPr/>
          </p:nvSpPr>
          <p:spPr>
            <a:xfrm>
              <a:off x="6307000" y="1510920"/>
              <a:ext cx="54110" cy="85884"/>
            </a:xfrm>
            <a:custGeom>
              <a:avLst/>
              <a:gdLst/>
              <a:ahLst/>
              <a:cxnLst/>
              <a:rect l="l" t="t" r="r" b="b"/>
              <a:pathLst>
                <a:path w="1439" h="2284" extrusionOk="0">
                  <a:moveTo>
                    <a:pt x="275" y="1"/>
                  </a:moveTo>
                  <a:cubicBezTo>
                    <a:pt x="115" y="1"/>
                    <a:pt x="1" y="138"/>
                    <a:pt x="1" y="297"/>
                  </a:cubicBezTo>
                  <a:lnTo>
                    <a:pt x="1" y="1986"/>
                  </a:lnTo>
                  <a:cubicBezTo>
                    <a:pt x="1" y="2146"/>
                    <a:pt x="115" y="2283"/>
                    <a:pt x="275"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1" name="Google Shape;5241;p33"/>
            <p:cNvSpPr/>
            <p:nvPr/>
          </p:nvSpPr>
          <p:spPr>
            <a:xfrm>
              <a:off x="6211750" y="1577855"/>
              <a:ext cx="37791" cy="206889"/>
            </a:xfrm>
            <a:custGeom>
              <a:avLst/>
              <a:gdLst/>
              <a:ahLst/>
              <a:cxnLst/>
              <a:rect l="l" t="t" r="r" b="b"/>
              <a:pathLst>
                <a:path w="1005" h="5502" extrusionOk="0">
                  <a:moveTo>
                    <a:pt x="0" y="1"/>
                  </a:moveTo>
                  <a:lnTo>
                    <a:pt x="0"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2" name="Google Shape;5242;p33"/>
            <p:cNvSpPr/>
            <p:nvPr/>
          </p:nvSpPr>
          <p:spPr>
            <a:xfrm>
              <a:off x="6211750" y="1685175"/>
              <a:ext cx="37791" cy="99571"/>
            </a:xfrm>
            <a:custGeom>
              <a:avLst/>
              <a:gdLst/>
              <a:ahLst/>
              <a:cxnLst/>
              <a:rect l="l" t="t" r="r" b="b"/>
              <a:pathLst>
                <a:path w="1005" h="2648" extrusionOk="0">
                  <a:moveTo>
                    <a:pt x="1005" y="0"/>
                  </a:moveTo>
                  <a:cubicBezTo>
                    <a:pt x="836" y="358"/>
                    <a:pt x="552" y="599"/>
                    <a:pt x="115" y="599"/>
                  </a:cubicBezTo>
                  <a:cubicBezTo>
                    <a:pt x="78" y="599"/>
                    <a:pt x="40" y="597"/>
                    <a:pt x="0" y="594"/>
                  </a:cubicBezTo>
                  <a:lnTo>
                    <a:pt x="0"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3" name="Google Shape;5243;p33"/>
            <p:cNvSpPr/>
            <p:nvPr/>
          </p:nvSpPr>
          <p:spPr>
            <a:xfrm>
              <a:off x="6194565" y="1498925"/>
              <a:ext cx="71294" cy="110739"/>
            </a:xfrm>
            <a:custGeom>
              <a:avLst/>
              <a:gdLst/>
              <a:ahLst/>
              <a:cxnLst/>
              <a:rect l="l" t="t" r="r" b="b"/>
              <a:pathLst>
                <a:path w="1896" h="2945" extrusionOk="0">
                  <a:moveTo>
                    <a:pt x="389" y="0"/>
                  </a:moveTo>
                  <a:cubicBezTo>
                    <a:pt x="183" y="0"/>
                    <a:pt x="1" y="160"/>
                    <a:pt x="1" y="365"/>
                  </a:cubicBezTo>
                  <a:lnTo>
                    <a:pt x="1" y="2556"/>
                  </a:lnTo>
                  <a:cubicBezTo>
                    <a:pt x="1" y="2762"/>
                    <a:pt x="183" y="2944"/>
                    <a:pt x="389" y="2944"/>
                  </a:cubicBezTo>
                  <a:lnTo>
                    <a:pt x="1530" y="2944"/>
                  </a:lnTo>
                  <a:cubicBezTo>
                    <a:pt x="1735" y="2944"/>
                    <a:pt x="1895" y="2762"/>
                    <a:pt x="1895" y="2556"/>
                  </a:cubicBezTo>
                  <a:lnTo>
                    <a:pt x="1895" y="365"/>
                  </a:lnTo>
                  <a:cubicBezTo>
                    <a:pt x="1895" y="160"/>
                    <a:pt x="1735" y="0"/>
                    <a:pt x="15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4" name="Google Shape;5244;p33"/>
            <p:cNvSpPr/>
            <p:nvPr/>
          </p:nvSpPr>
          <p:spPr>
            <a:xfrm>
              <a:off x="6203139" y="1510920"/>
              <a:ext cx="54110" cy="85884"/>
            </a:xfrm>
            <a:custGeom>
              <a:avLst/>
              <a:gdLst/>
              <a:ahLst/>
              <a:cxnLst/>
              <a:rect l="l" t="t" r="r" b="b"/>
              <a:pathLst>
                <a:path w="1439" h="2284" extrusionOk="0">
                  <a:moveTo>
                    <a:pt x="298" y="1"/>
                  </a:moveTo>
                  <a:cubicBezTo>
                    <a:pt x="138" y="1"/>
                    <a:pt x="1" y="138"/>
                    <a:pt x="1" y="297"/>
                  </a:cubicBezTo>
                  <a:lnTo>
                    <a:pt x="1" y="1986"/>
                  </a:lnTo>
                  <a:cubicBezTo>
                    <a:pt x="1" y="2146"/>
                    <a:pt x="138" y="2283"/>
                    <a:pt x="298"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5" name="Google Shape;5245;p33"/>
            <p:cNvSpPr/>
            <p:nvPr/>
          </p:nvSpPr>
          <p:spPr>
            <a:xfrm>
              <a:off x="5908742" y="181389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6" name="Google Shape;5246;p33"/>
            <p:cNvSpPr/>
            <p:nvPr/>
          </p:nvSpPr>
          <p:spPr>
            <a:xfrm>
              <a:off x="6016889" y="1813891"/>
              <a:ext cx="98744" cy="37828"/>
            </a:xfrm>
            <a:custGeom>
              <a:avLst/>
              <a:gdLst/>
              <a:ahLst/>
              <a:cxnLst/>
              <a:rect l="l" t="t" r="r" b="b"/>
              <a:pathLst>
                <a:path w="2626" h="1006" extrusionOk="0">
                  <a:moveTo>
                    <a:pt x="1" y="1"/>
                  </a:moveTo>
                  <a:cubicBezTo>
                    <a:pt x="389" y="184"/>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7" name="Google Shape;5247;p33"/>
            <p:cNvSpPr/>
            <p:nvPr/>
          </p:nvSpPr>
          <p:spPr>
            <a:xfrm>
              <a:off x="5829775" y="1797609"/>
              <a:ext cx="110777" cy="71257"/>
            </a:xfrm>
            <a:custGeom>
              <a:avLst/>
              <a:gdLst/>
              <a:ahLst/>
              <a:cxnLst/>
              <a:rect l="l" t="t" r="r" b="b"/>
              <a:pathLst>
                <a:path w="2946" h="1895" extrusionOk="0">
                  <a:moveTo>
                    <a:pt x="389" y="0"/>
                  </a:moveTo>
                  <a:cubicBezTo>
                    <a:pt x="184" y="0"/>
                    <a:pt x="1" y="160"/>
                    <a:pt x="1" y="365"/>
                  </a:cubicBezTo>
                  <a:lnTo>
                    <a:pt x="1" y="1507"/>
                  </a:lnTo>
                  <a:cubicBezTo>
                    <a:pt x="1" y="1712"/>
                    <a:pt x="184" y="1895"/>
                    <a:pt x="389" y="1895"/>
                  </a:cubicBezTo>
                  <a:lnTo>
                    <a:pt x="2580" y="1895"/>
                  </a:lnTo>
                  <a:cubicBezTo>
                    <a:pt x="2786" y="1895"/>
                    <a:pt x="2945" y="1712"/>
                    <a:pt x="2945" y="1507"/>
                  </a:cubicBezTo>
                  <a:lnTo>
                    <a:pt x="2945" y="365"/>
                  </a:lnTo>
                  <a:cubicBezTo>
                    <a:pt x="2945" y="160"/>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8" name="Google Shape;5248;p33"/>
            <p:cNvSpPr/>
            <p:nvPr/>
          </p:nvSpPr>
          <p:spPr>
            <a:xfrm>
              <a:off x="5842673" y="1806182"/>
              <a:ext cx="85847" cy="54110"/>
            </a:xfrm>
            <a:custGeom>
              <a:avLst/>
              <a:gdLst/>
              <a:ahLst/>
              <a:cxnLst/>
              <a:rect l="l" t="t" r="r" b="b"/>
              <a:pathLst>
                <a:path w="2283" h="1439" extrusionOk="0">
                  <a:moveTo>
                    <a:pt x="274" y="0"/>
                  </a:moveTo>
                  <a:cubicBezTo>
                    <a:pt x="114" y="0"/>
                    <a:pt x="0" y="115"/>
                    <a:pt x="0" y="274"/>
                  </a:cubicBezTo>
                  <a:lnTo>
                    <a:pt x="0" y="1142"/>
                  </a:lnTo>
                  <a:cubicBezTo>
                    <a:pt x="0" y="1302"/>
                    <a:pt x="114" y="1438"/>
                    <a:pt x="274" y="1438"/>
                  </a:cubicBezTo>
                  <a:lnTo>
                    <a:pt x="1986" y="1438"/>
                  </a:lnTo>
                  <a:cubicBezTo>
                    <a:pt x="2146" y="1438"/>
                    <a:pt x="2283" y="1302"/>
                    <a:pt x="2283" y="1142"/>
                  </a:cubicBezTo>
                  <a:lnTo>
                    <a:pt x="2283" y="274"/>
                  </a:lnTo>
                  <a:cubicBezTo>
                    <a:pt x="2283" y="115"/>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9" name="Google Shape;5249;p33"/>
            <p:cNvSpPr/>
            <p:nvPr/>
          </p:nvSpPr>
          <p:spPr>
            <a:xfrm>
              <a:off x="5908742" y="1917752"/>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0" name="Google Shape;5250;p33"/>
            <p:cNvSpPr/>
            <p:nvPr/>
          </p:nvSpPr>
          <p:spPr>
            <a:xfrm>
              <a:off x="6016889" y="1917752"/>
              <a:ext cx="98744" cy="37828"/>
            </a:xfrm>
            <a:custGeom>
              <a:avLst/>
              <a:gdLst/>
              <a:ahLst/>
              <a:cxnLst/>
              <a:rect l="l" t="t" r="r" b="b"/>
              <a:pathLst>
                <a:path w="2626" h="1006"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1" name="Google Shape;5251;p33"/>
            <p:cNvSpPr/>
            <p:nvPr/>
          </p:nvSpPr>
          <p:spPr>
            <a:xfrm>
              <a:off x="5829775" y="1900604"/>
              <a:ext cx="110777" cy="71257"/>
            </a:xfrm>
            <a:custGeom>
              <a:avLst/>
              <a:gdLst/>
              <a:ahLst/>
              <a:cxnLst/>
              <a:rect l="l" t="t" r="r" b="b"/>
              <a:pathLst>
                <a:path w="2946" h="1895" extrusionOk="0">
                  <a:moveTo>
                    <a:pt x="389" y="0"/>
                  </a:moveTo>
                  <a:cubicBezTo>
                    <a:pt x="184" y="0"/>
                    <a:pt x="1" y="183"/>
                    <a:pt x="1" y="388"/>
                  </a:cubicBezTo>
                  <a:lnTo>
                    <a:pt x="1" y="1530"/>
                  </a:lnTo>
                  <a:cubicBezTo>
                    <a:pt x="1" y="1735"/>
                    <a:pt x="184" y="1895"/>
                    <a:pt x="389" y="1895"/>
                  </a:cubicBezTo>
                  <a:lnTo>
                    <a:pt x="2580" y="1895"/>
                  </a:lnTo>
                  <a:cubicBezTo>
                    <a:pt x="2786" y="1895"/>
                    <a:pt x="2945" y="1735"/>
                    <a:pt x="2945" y="1530"/>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2" name="Google Shape;5252;p33"/>
            <p:cNvSpPr/>
            <p:nvPr/>
          </p:nvSpPr>
          <p:spPr>
            <a:xfrm>
              <a:off x="5842673" y="1909178"/>
              <a:ext cx="85847" cy="54110"/>
            </a:xfrm>
            <a:custGeom>
              <a:avLst/>
              <a:gdLst/>
              <a:ahLst/>
              <a:cxnLst/>
              <a:rect l="l" t="t" r="r" b="b"/>
              <a:pathLst>
                <a:path w="2283" h="1439" extrusionOk="0">
                  <a:moveTo>
                    <a:pt x="274" y="1"/>
                  </a:moveTo>
                  <a:cubicBezTo>
                    <a:pt x="114" y="1"/>
                    <a:pt x="0" y="137"/>
                    <a:pt x="0" y="297"/>
                  </a:cubicBezTo>
                  <a:lnTo>
                    <a:pt x="0" y="1165"/>
                  </a:lnTo>
                  <a:cubicBezTo>
                    <a:pt x="0" y="1324"/>
                    <a:pt x="114" y="1438"/>
                    <a:pt x="274" y="1438"/>
                  </a:cubicBezTo>
                  <a:lnTo>
                    <a:pt x="1986" y="1438"/>
                  </a:lnTo>
                  <a:cubicBezTo>
                    <a:pt x="2146" y="1438"/>
                    <a:pt x="2283" y="1324"/>
                    <a:pt x="2283" y="1165"/>
                  </a:cubicBezTo>
                  <a:lnTo>
                    <a:pt x="2283" y="297"/>
                  </a:lnTo>
                  <a:cubicBezTo>
                    <a:pt x="2283" y="137"/>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3" name="Google Shape;5253;p33"/>
            <p:cNvSpPr/>
            <p:nvPr/>
          </p:nvSpPr>
          <p:spPr>
            <a:xfrm>
              <a:off x="5908742" y="2020747"/>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4" name="Google Shape;5254;p33"/>
            <p:cNvSpPr/>
            <p:nvPr/>
          </p:nvSpPr>
          <p:spPr>
            <a:xfrm>
              <a:off x="6016889" y="2020747"/>
              <a:ext cx="98744" cy="37828"/>
            </a:xfrm>
            <a:custGeom>
              <a:avLst/>
              <a:gdLst/>
              <a:ahLst/>
              <a:cxnLst/>
              <a:rect l="l" t="t" r="r" b="b"/>
              <a:pathLst>
                <a:path w="2626" h="1006"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5" name="Google Shape;5255;p33"/>
            <p:cNvSpPr/>
            <p:nvPr/>
          </p:nvSpPr>
          <p:spPr>
            <a:xfrm>
              <a:off x="5829775" y="2004465"/>
              <a:ext cx="110777" cy="71257"/>
            </a:xfrm>
            <a:custGeom>
              <a:avLst/>
              <a:gdLst/>
              <a:ahLst/>
              <a:cxnLst/>
              <a:rect l="l" t="t" r="r" b="b"/>
              <a:pathLst>
                <a:path w="2946" h="1895" extrusionOk="0">
                  <a:moveTo>
                    <a:pt x="389" y="0"/>
                  </a:moveTo>
                  <a:cubicBezTo>
                    <a:pt x="184" y="0"/>
                    <a:pt x="1" y="160"/>
                    <a:pt x="1" y="365"/>
                  </a:cubicBezTo>
                  <a:lnTo>
                    <a:pt x="1" y="1507"/>
                  </a:lnTo>
                  <a:cubicBezTo>
                    <a:pt x="1" y="1712"/>
                    <a:pt x="184" y="1895"/>
                    <a:pt x="389" y="1895"/>
                  </a:cubicBezTo>
                  <a:lnTo>
                    <a:pt x="2580" y="1895"/>
                  </a:lnTo>
                  <a:cubicBezTo>
                    <a:pt x="2786" y="1895"/>
                    <a:pt x="2945" y="1712"/>
                    <a:pt x="2945" y="1507"/>
                  </a:cubicBezTo>
                  <a:lnTo>
                    <a:pt x="2945" y="365"/>
                  </a:lnTo>
                  <a:cubicBezTo>
                    <a:pt x="2945" y="160"/>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6" name="Google Shape;5256;p33"/>
            <p:cNvSpPr/>
            <p:nvPr/>
          </p:nvSpPr>
          <p:spPr>
            <a:xfrm>
              <a:off x="5842673" y="2013039"/>
              <a:ext cx="85847" cy="54110"/>
            </a:xfrm>
            <a:custGeom>
              <a:avLst/>
              <a:gdLst/>
              <a:ahLst/>
              <a:cxnLst/>
              <a:rect l="l" t="t" r="r" b="b"/>
              <a:pathLst>
                <a:path w="2283" h="1439" extrusionOk="0">
                  <a:moveTo>
                    <a:pt x="274" y="0"/>
                  </a:moveTo>
                  <a:cubicBezTo>
                    <a:pt x="114" y="0"/>
                    <a:pt x="0" y="114"/>
                    <a:pt x="0" y="274"/>
                  </a:cubicBezTo>
                  <a:lnTo>
                    <a:pt x="0" y="1142"/>
                  </a:lnTo>
                  <a:cubicBezTo>
                    <a:pt x="0" y="1301"/>
                    <a:pt x="114" y="1438"/>
                    <a:pt x="274"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7" name="Google Shape;5257;p33"/>
            <p:cNvSpPr/>
            <p:nvPr/>
          </p:nvSpPr>
          <p:spPr>
            <a:xfrm>
              <a:off x="5908742" y="2124608"/>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8" name="Google Shape;5258;p33"/>
            <p:cNvSpPr/>
            <p:nvPr/>
          </p:nvSpPr>
          <p:spPr>
            <a:xfrm>
              <a:off x="6016889" y="2124608"/>
              <a:ext cx="98744" cy="37791"/>
            </a:xfrm>
            <a:custGeom>
              <a:avLst/>
              <a:gdLst/>
              <a:ahLst/>
              <a:cxnLst/>
              <a:rect l="l" t="t" r="r" b="b"/>
              <a:pathLst>
                <a:path w="2626" h="1005"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9" name="Google Shape;5259;p33"/>
            <p:cNvSpPr/>
            <p:nvPr/>
          </p:nvSpPr>
          <p:spPr>
            <a:xfrm>
              <a:off x="5829775" y="2107461"/>
              <a:ext cx="110777" cy="71257"/>
            </a:xfrm>
            <a:custGeom>
              <a:avLst/>
              <a:gdLst/>
              <a:ahLst/>
              <a:cxnLst/>
              <a:rect l="l" t="t" r="r" b="b"/>
              <a:pathLst>
                <a:path w="2946" h="1895" extrusionOk="0">
                  <a:moveTo>
                    <a:pt x="389" y="0"/>
                  </a:moveTo>
                  <a:cubicBezTo>
                    <a:pt x="184" y="0"/>
                    <a:pt x="1" y="183"/>
                    <a:pt x="1" y="388"/>
                  </a:cubicBezTo>
                  <a:lnTo>
                    <a:pt x="1" y="1529"/>
                  </a:lnTo>
                  <a:cubicBezTo>
                    <a:pt x="1" y="1735"/>
                    <a:pt x="184" y="1895"/>
                    <a:pt x="389" y="1895"/>
                  </a:cubicBezTo>
                  <a:lnTo>
                    <a:pt x="2580" y="1895"/>
                  </a:lnTo>
                  <a:cubicBezTo>
                    <a:pt x="2786" y="1895"/>
                    <a:pt x="2945" y="1735"/>
                    <a:pt x="2945" y="1529"/>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0" name="Google Shape;5260;p33"/>
            <p:cNvSpPr/>
            <p:nvPr/>
          </p:nvSpPr>
          <p:spPr>
            <a:xfrm>
              <a:off x="5842673" y="2116034"/>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1" name="Google Shape;5261;p33"/>
            <p:cNvSpPr/>
            <p:nvPr/>
          </p:nvSpPr>
          <p:spPr>
            <a:xfrm>
              <a:off x="5908742" y="2227604"/>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2" name="Google Shape;5262;p33"/>
            <p:cNvSpPr/>
            <p:nvPr/>
          </p:nvSpPr>
          <p:spPr>
            <a:xfrm>
              <a:off x="6016889" y="2227604"/>
              <a:ext cx="98744" cy="37791"/>
            </a:xfrm>
            <a:custGeom>
              <a:avLst/>
              <a:gdLst/>
              <a:ahLst/>
              <a:cxnLst/>
              <a:rect l="l" t="t" r="r" b="b"/>
              <a:pathLst>
                <a:path w="2626" h="1005"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3" name="Google Shape;5263;p33"/>
            <p:cNvSpPr/>
            <p:nvPr/>
          </p:nvSpPr>
          <p:spPr>
            <a:xfrm>
              <a:off x="5829775" y="2211284"/>
              <a:ext cx="110777" cy="71294"/>
            </a:xfrm>
            <a:custGeom>
              <a:avLst/>
              <a:gdLst/>
              <a:ahLst/>
              <a:cxnLst/>
              <a:rect l="l" t="t" r="r" b="b"/>
              <a:pathLst>
                <a:path w="2946" h="1896" extrusionOk="0">
                  <a:moveTo>
                    <a:pt x="389" y="1"/>
                  </a:moveTo>
                  <a:cubicBezTo>
                    <a:pt x="184" y="1"/>
                    <a:pt x="1" y="161"/>
                    <a:pt x="1" y="366"/>
                  </a:cubicBezTo>
                  <a:lnTo>
                    <a:pt x="1" y="1507"/>
                  </a:lnTo>
                  <a:cubicBezTo>
                    <a:pt x="1" y="1713"/>
                    <a:pt x="184" y="1895"/>
                    <a:pt x="389" y="1895"/>
                  </a:cubicBezTo>
                  <a:lnTo>
                    <a:pt x="2580" y="1895"/>
                  </a:lnTo>
                  <a:cubicBezTo>
                    <a:pt x="2786" y="1895"/>
                    <a:pt x="2945" y="1713"/>
                    <a:pt x="2945" y="1507"/>
                  </a:cubicBezTo>
                  <a:lnTo>
                    <a:pt x="2945" y="366"/>
                  </a:lnTo>
                  <a:cubicBezTo>
                    <a:pt x="2945" y="161"/>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4" name="Google Shape;5264;p33"/>
            <p:cNvSpPr/>
            <p:nvPr/>
          </p:nvSpPr>
          <p:spPr>
            <a:xfrm>
              <a:off x="5842673" y="2219895"/>
              <a:ext cx="85847" cy="54110"/>
            </a:xfrm>
            <a:custGeom>
              <a:avLst/>
              <a:gdLst/>
              <a:ahLst/>
              <a:cxnLst/>
              <a:rect l="l" t="t" r="r" b="b"/>
              <a:pathLst>
                <a:path w="2283" h="1439" extrusionOk="0">
                  <a:moveTo>
                    <a:pt x="274" y="0"/>
                  </a:moveTo>
                  <a:cubicBezTo>
                    <a:pt x="114" y="0"/>
                    <a:pt x="0" y="114"/>
                    <a:pt x="0" y="274"/>
                  </a:cubicBezTo>
                  <a:lnTo>
                    <a:pt x="0" y="1142"/>
                  </a:lnTo>
                  <a:cubicBezTo>
                    <a:pt x="0" y="1301"/>
                    <a:pt x="114" y="1438"/>
                    <a:pt x="274"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5" name="Google Shape;5265;p33"/>
            <p:cNvSpPr/>
            <p:nvPr/>
          </p:nvSpPr>
          <p:spPr>
            <a:xfrm>
              <a:off x="5908742" y="2331464"/>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6" name="Google Shape;5266;p33"/>
            <p:cNvSpPr/>
            <p:nvPr/>
          </p:nvSpPr>
          <p:spPr>
            <a:xfrm>
              <a:off x="6016889" y="2331464"/>
              <a:ext cx="98744" cy="37791"/>
            </a:xfrm>
            <a:custGeom>
              <a:avLst/>
              <a:gdLst/>
              <a:ahLst/>
              <a:cxnLst/>
              <a:rect l="l" t="t" r="r" b="b"/>
              <a:pathLst>
                <a:path w="2626" h="1005"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7" name="Google Shape;5267;p33"/>
            <p:cNvSpPr/>
            <p:nvPr/>
          </p:nvSpPr>
          <p:spPr>
            <a:xfrm>
              <a:off x="5829775" y="2314317"/>
              <a:ext cx="110777" cy="71257"/>
            </a:xfrm>
            <a:custGeom>
              <a:avLst/>
              <a:gdLst/>
              <a:ahLst/>
              <a:cxnLst/>
              <a:rect l="l" t="t" r="r" b="b"/>
              <a:pathLst>
                <a:path w="2946" h="1895" extrusionOk="0">
                  <a:moveTo>
                    <a:pt x="389" y="0"/>
                  </a:moveTo>
                  <a:cubicBezTo>
                    <a:pt x="184" y="0"/>
                    <a:pt x="1" y="183"/>
                    <a:pt x="1" y="388"/>
                  </a:cubicBezTo>
                  <a:lnTo>
                    <a:pt x="1" y="1529"/>
                  </a:lnTo>
                  <a:cubicBezTo>
                    <a:pt x="1" y="1735"/>
                    <a:pt x="184" y="1895"/>
                    <a:pt x="389" y="1895"/>
                  </a:cubicBezTo>
                  <a:lnTo>
                    <a:pt x="2580" y="1895"/>
                  </a:lnTo>
                  <a:cubicBezTo>
                    <a:pt x="2786" y="1895"/>
                    <a:pt x="2945" y="1735"/>
                    <a:pt x="2945" y="1529"/>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8" name="Google Shape;5268;p33"/>
            <p:cNvSpPr/>
            <p:nvPr/>
          </p:nvSpPr>
          <p:spPr>
            <a:xfrm>
              <a:off x="5842673" y="2322891"/>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9" name="Google Shape;5269;p33"/>
            <p:cNvSpPr/>
            <p:nvPr/>
          </p:nvSpPr>
          <p:spPr>
            <a:xfrm>
              <a:off x="5908742" y="2434460"/>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0" name="Google Shape;5270;p33"/>
            <p:cNvSpPr/>
            <p:nvPr/>
          </p:nvSpPr>
          <p:spPr>
            <a:xfrm>
              <a:off x="6016889" y="2434460"/>
              <a:ext cx="98744" cy="37791"/>
            </a:xfrm>
            <a:custGeom>
              <a:avLst/>
              <a:gdLst/>
              <a:ahLst/>
              <a:cxnLst/>
              <a:rect l="l" t="t" r="r" b="b"/>
              <a:pathLst>
                <a:path w="2626" h="1005"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1" name="Google Shape;5271;p33"/>
            <p:cNvSpPr/>
            <p:nvPr/>
          </p:nvSpPr>
          <p:spPr>
            <a:xfrm>
              <a:off x="5829775" y="2418140"/>
              <a:ext cx="110777" cy="71294"/>
            </a:xfrm>
            <a:custGeom>
              <a:avLst/>
              <a:gdLst/>
              <a:ahLst/>
              <a:cxnLst/>
              <a:rect l="l" t="t" r="r" b="b"/>
              <a:pathLst>
                <a:path w="2946" h="1896" extrusionOk="0">
                  <a:moveTo>
                    <a:pt x="389" y="1"/>
                  </a:moveTo>
                  <a:cubicBezTo>
                    <a:pt x="184" y="1"/>
                    <a:pt x="1" y="161"/>
                    <a:pt x="1" y="366"/>
                  </a:cubicBezTo>
                  <a:lnTo>
                    <a:pt x="1" y="1507"/>
                  </a:lnTo>
                  <a:cubicBezTo>
                    <a:pt x="1" y="1713"/>
                    <a:pt x="184" y="1895"/>
                    <a:pt x="389" y="1895"/>
                  </a:cubicBezTo>
                  <a:lnTo>
                    <a:pt x="2580" y="1895"/>
                  </a:lnTo>
                  <a:cubicBezTo>
                    <a:pt x="2786" y="1895"/>
                    <a:pt x="2945" y="1713"/>
                    <a:pt x="2945" y="1507"/>
                  </a:cubicBezTo>
                  <a:lnTo>
                    <a:pt x="2945" y="366"/>
                  </a:lnTo>
                  <a:cubicBezTo>
                    <a:pt x="2945" y="161"/>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2" name="Google Shape;5272;p33"/>
            <p:cNvSpPr/>
            <p:nvPr/>
          </p:nvSpPr>
          <p:spPr>
            <a:xfrm>
              <a:off x="5842673" y="2426751"/>
              <a:ext cx="85847" cy="54110"/>
            </a:xfrm>
            <a:custGeom>
              <a:avLst/>
              <a:gdLst/>
              <a:ahLst/>
              <a:cxnLst/>
              <a:rect l="l" t="t" r="r" b="b"/>
              <a:pathLst>
                <a:path w="2283" h="1439" extrusionOk="0">
                  <a:moveTo>
                    <a:pt x="274" y="0"/>
                  </a:moveTo>
                  <a:cubicBezTo>
                    <a:pt x="114" y="0"/>
                    <a:pt x="0" y="114"/>
                    <a:pt x="0" y="274"/>
                  </a:cubicBezTo>
                  <a:lnTo>
                    <a:pt x="0" y="1141"/>
                  </a:lnTo>
                  <a:cubicBezTo>
                    <a:pt x="0" y="1301"/>
                    <a:pt x="114" y="1438"/>
                    <a:pt x="274" y="1438"/>
                  </a:cubicBezTo>
                  <a:lnTo>
                    <a:pt x="1986" y="1438"/>
                  </a:lnTo>
                  <a:cubicBezTo>
                    <a:pt x="2146" y="1438"/>
                    <a:pt x="2283" y="1301"/>
                    <a:pt x="2283" y="1141"/>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3" name="Google Shape;5273;p33"/>
            <p:cNvSpPr/>
            <p:nvPr/>
          </p:nvSpPr>
          <p:spPr>
            <a:xfrm>
              <a:off x="5908742" y="2538320"/>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4" name="Google Shape;5274;p33"/>
            <p:cNvSpPr/>
            <p:nvPr/>
          </p:nvSpPr>
          <p:spPr>
            <a:xfrm>
              <a:off x="6016889" y="2538320"/>
              <a:ext cx="98744" cy="37791"/>
            </a:xfrm>
            <a:custGeom>
              <a:avLst/>
              <a:gdLst/>
              <a:ahLst/>
              <a:cxnLst/>
              <a:rect l="l" t="t" r="r" b="b"/>
              <a:pathLst>
                <a:path w="2626" h="1005" extrusionOk="0">
                  <a:moveTo>
                    <a:pt x="1" y="0"/>
                  </a:moveTo>
                  <a:cubicBezTo>
                    <a:pt x="389" y="183"/>
                    <a:pt x="640" y="480"/>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5" name="Google Shape;5275;p33"/>
            <p:cNvSpPr/>
            <p:nvPr/>
          </p:nvSpPr>
          <p:spPr>
            <a:xfrm>
              <a:off x="5829775" y="2521136"/>
              <a:ext cx="110777" cy="71294"/>
            </a:xfrm>
            <a:custGeom>
              <a:avLst/>
              <a:gdLst/>
              <a:ahLst/>
              <a:cxnLst/>
              <a:rect l="l" t="t" r="r" b="b"/>
              <a:pathLst>
                <a:path w="2946" h="1896" extrusionOk="0">
                  <a:moveTo>
                    <a:pt x="389" y="1"/>
                  </a:moveTo>
                  <a:cubicBezTo>
                    <a:pt x="184" y="1"/>
                    <a:pt x="1" y="184"/>
                    <a:pt x="1" y="389"/>
                  </a:cubicBezTo>
                  <a:lnTo>
                    <a:pt x="1" y="1530"/>
                  </a:lnTo>
                  <a:cubicBezTo>
                    <a:pt x="1" y="1736"/>
                    <a:pt x="184" y="1895"/>
                    <a:pt x="389" y="1895"/>
                  </a:cubicBezTo>
                  <a:lnTo>
                    <a:pt x="2580" y="1895"/>
                  </a:lnTo>
                  <a:cubicBezTo>
                    <a:pt x="2786" y="1895"/>
                    <a:pt x="2945" y="1736"/>
                    <a:pt x="2945" y="1530"/>
                  </a:cubicBezTo>
                  <a:lnTo>
                    <a:pt x="2945" y="389"/>
                  </a:lnTo>
                  <a:cubicBezTo>
                    <a:pt x="2945" y="184"/>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6" name="Google Shape;5276;p33"/>
            <p:cNvSpPr/>
            <p:nvPr/>
          </p:nvSpPr>
          <p:spPr>
            <a:xfrm>
              <a:off x="5842673" y="2529747"/>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7" name="Google Shape;5277;p33"/>
            <p:cNvSpPr/>
            <p:nvPr/>
          </p:nvSpPr>
          <p:spPr>
            <a:xfrm>
              <a:off x="5908742" y="2641316"/>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8" name="Google Shape;5278;p33"/>
            <p:cNvSpPr/>
            <p:nvPr/>
          </p:nvSpPr>
          <p:spPr>
            <a:xfrm>
              <a:off x="6016889" y="2641316"/>
              <a:ext cx="98744" cy="37791"/>
            </a:xfrm>
            <a:custGeom>
              <a:avLst/>
              <a:gdLst/>
              <a:ahLst/>
              <a:cxnLst/>
              <a:rect l="l" t="t" r="r" b="b"/>
              <a:pathLst>
                <a:path w="2626" h="1005" extrusionOk="0">
                  <a:moveTo>
                    <a:pt x="1" y="0"/>
                  </a:moveTo>
                  <a:cubicBezTo>
                    <a:pt x="389" y="183"/>
                    <a:pt x="640" y="503"/>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9" name="Google Shape;5279;p33"/>
            <p:cNvSpPr/>
            <p:nvPr/>
          </p:nvSpPr>
          <p:spPr>
            <a:xfrm>
              <a:off x="5829775" y="2624996"/>
              <a:ext cx="110777" cy="71294"/>
            </a:xfrm>
            <a:custGeom>
              <a:avLst/>
              <a:gdLst/>
              <a:ahLst/>
              <a:cxnLst/>
              <a:rect l="l" t="t" r="r" b="b"/>
              <a:pathLst>
                <a:path w="2946" h="1896" extrusionOk="0">
                  <a:moveTo>
                    <a:pt x="389" y="1"/>
                  </a:moveTo>
                  <a:cubicBezTo>
                    <a:pt x="184" y="1"/>
                    <a:pt x="1" y="161"/>
                    <a:pt x="1" y="366"/>
                  </a:cubicBezTo>
                  <a:lnTo>
                    <a:pt x="1" y="1507"/>
                  </a:lnTo>
                  <a:cubicBezTo>
                    <a:pt x="1" y="1713"/>
                    <a:pt x="184" y="1895"/>
                    <a:pt x="389" y="1895"/>
                  </a:cubicBezTo>
                  <a:lnTo>
                    <a:pt x="2580" y="1895"/>
                  </a:lnTo>
                  <a:cubicBezTo>
                    <a:pt x="2786" y="1895"/>
                    <a:pt x="2945" y="1713"/>
                    <a:pt x="2945" y="1507"/>
                  </a:cubicBezTo>
                  <a:lnTo>
                    <a:pt x="2945" y="366"/>
                  </a:lnTo>
                  <a:cubicBezTo>
                    <a:pt x="2945" y="161"/>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0" name="Google Shape;5280;p33"/>
            <p:cNvSpPr/>
            <p:nvPr/>
          </p:nvSpPr>
          <p:spPr>
            <a:xfrm>
              <a:off x="5842673" y="2633607"/>
              <a:ext cx="85847" cy="54110"/>
            </a:xfrm>
            <a:custGeom>
              <a:avLst/>
              <a:gdLst/>
              <a:ahLst/>
              <a:cxnLst/>
              <a:rect l="l" t="t" r="r" b="b"/>
              <a:pathLst>
                <a:path w="2283" h="1439" extrusionOk="0">
                  <a:moveTo>
                    <a:pt x="274" y="0"/>
                  </a:moveTo>
                  <a:cubicBezTo>
                    <a:pt x="114" y="0"/>
                    <a:pt x="0" y="114"/>
                    <a:pt x="0" y="274"/>
                  </a:cubicBezTo>
                  <a:lnTo>
                    <a:pt x="0" y="1141"/>
                  </a:lnTo>
                  <a:cubicBezTo>
                    <a:pt x="0" y="1301"/>
                    <a:pt x="114" y="1438"/>
                    <a:pt x="274" y="1438"/>
                  </a:cubicBezTo>
                  <a:lnTo>
                    <a:pt x="1986" y="1438"/>
                  </a:lnTo>
                  <a:cubicBezTo>
                    <a:pt x="2146" y="1438"/>
                    <a:pt x="2283" y="1301"/>
                    <a:pt x="2283" y="1141"/>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1" name="Google Shape;5281;p33"/>
            <p:cNvSpPr/>
            <p:nvPr/>
          </p:nvSpPr>
          <p:spPr>
            <a:xfrm>
              <a:off x="5908742" y="2745177"/>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2" name="Google Shape;5282;p33"/>
            <p:cNvSpPr/>
            <p:nvPr/>
          </p:nvSpPr>
          <p:spPr>
            <a:xfrm>
              <a:off x="6016889" y="2745177"/>
              <a:ext cx="98744" cy="37791"/>
            </a:xfrm>
            <a:custGeom>
              <a:avLst/>
              <a:gdLst/>
              <a:ahLst/>
              <a:cxnLst/>
              <a:rect l="l" t="t" r="r" b="b"/>
              <a:pathLst>
                <a:path w="2626" h="1005" extrusionOk="0">
                  <a:moveTo>
                    <a:pt x="1" y="0"/>
                  </a:moveTo>
                  <a:cubicBezTo>
                    <a:pt x="389" y="183"/>
                    <a:pt x="640" y="480"/>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3" name="Google Shape;5283;p33"/>
            <p:cNvSpPr/>
            <p:nvPr/>
          </p:nvSpPr>
          <p:spPr>
            <a:xfrm>
              <a:off x="5829775" y="2727992"/>
              <a:ext cx="110777" cy="71294"/>
            </a:xfrm>
            <a:custGeom>
              <a:avLst/>
              <a:gdLst/>
              <a:ahLst/>
              <a:cxnLst/>
              <a:rect l="l" t="t" r="r" b="b"/>
              <a:pathLst>
                <a:path w="2946" h="1896" extrusionOk="0">
                  <a:moveTo>
                    <a:pt x="389" y="1"/>
                  </a:moveTo>
                  <a:cubicBezTo>
                    <a:pt x="184" y="1"/>
                    <a:pt x="1" y="183"/>
                    <a:pt x="1" y="389"/>
                  </a:cubicBezTo>
                  <a:lnTo>
                    <a:pt x="1" y="1530"/>
                  </a:lnTo>
                  <a:cubicBezTo>
                    <a:pt x="1" y="1736"/>
                    <a:pt x="184" y="1895"/>
                    <a:pt x="389" y="1895"/>
                  </a:cubicBezTo>
                  <a:lnTo>
                    <a:pt x="2580" y="1895"/>
                  </a:lnTo>
                  <a:cubicBezTo>
                    <a:pt x="2786" y="1895"/>
                    <a:pt x="2945" y="1736"/>
                    <a:pt x="2945" y="1530"/>
                  </a:cubicBezTo>
                  <a:lnTo>
                    <a:pt x="2945" y="389"/>
                  </a:lnTo>
                  <a:cubicBezTo>
                    <a:pt x="2945" y="183"/>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4" name="Google Shape;5284;p33"/>
            <p:cNvSpPr/>
            <p:nvPr/>
          </p:nvSpPr>
          <p:spPr>
            <a:xfrm>
              <a:off x="5842673" y="2736603"/>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5" name="Google Shape;5285;p33"/>
            <p:cNvSpPr/>
            <p:nvPr/>
          </p:nvSpPr>
          <p:spPr>
            <a:xfrm>
              <a:off x="5908742" y="2849037"/>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6" name="Google Shape;5286;p33"/>
            <p:cNvSpPr/>
            <p:nvPr/>
          </p:nvSpPr>
          <p:spPr>
            <a:xfrm>
              <a:off x="6016889" y="2849037"/>
              <a:ext cx="98744" cy="36926"/>
            </a:xfrm>
            <a:custGeom>
              <a:avLst/>
              <a:gdLst/>
              <a:ahLst/>
              <a:cxnLst/>
              <a:rect l="l" t="t" r="r" b="b"/>
              <a:pathLst>
                <a:path w="2626" h="982" extrusionOk="0">
                  <a:moveTo>
                    <a:pt x="1" y="0"/>
                  </a:moveTo>
                  <a:cubicBezTo>
                    <a:pt x="389" y="160"/>
                    <a:pt x="640" y="479"/>
                    <a:pt x="572" y="982"/>
                  </a:cubicBezTo>
                  <a:lnTo>
                    <a:pt x="2626" y="982"/>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7" name="Google Shape;5287;p33"/>
            <p:cNvSpPr/>
            <p:nvPr/>
          </p:nvSpPr>
          <p:spPr>
            <a:xfrm>
              <a:off x="5829775" y="2831852"/>
              <a:ext cx="110777" cy="71294"/>
            </a:xfrm>
            <a:custGeom>
              <a:avLst/>
              <a:gdLst/>
              <a:ahLst/>
              <a:cxnLst/>
              <a:rect l="l" t="t" r="r" b="b"/>
              <a:pathLst>
                <a:path w="2946" h="1896" extrusionOk="0">
                  <a:moveTo>
                    <a:pt x="389" y="1"/>
                  </a:moveTo>
                  <a:cubicBezTo>
                    <a:pt x="184" y="1"/>
                    <a:pt x="1" y="160"/>
                    <a:pt x="1" y="366"/>
                  </a:cubicBezTo>
                  <a:lnTo>
                    <a:pt x="1" y="1507"/>
                  </a:lnTo>
                  <a:cubicBezTo>
                    <a:pt x="1" y="1713"/>
                    <a:pt x="184" y="1895"/>
                    <a:pt x="389" y="1895"/>
                  </a:cubicBezTo>
                  <a:lnTo>
                    <a:pt x="2580" y="1895"/>
                  </a:lnTo>
                  <a:cubicBezTo>
                    <a:pt x="2786" y="1895"/>
                    <a:pt x="2945" y="1713"/>
                    <a:pt x="2945" y="1507"/>
                  </a:cubicBezTo>
                  <a:lnTo>
                    <a:pt x="2945" y="366"/>
                  </a:lnTo>
                  <a:cubicBezTo>
                    <a:pt x="2945" y="160"/>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8" name="Google Shape;5288;p33"/>
            <p:cNvSpPr/>
            <p:nvPr/>
          </p:nvSpPr>
          <p:spPr>
            <a:xfrm>
              <a:off x="5842673" y="2840426"/>
              <a:ext cx="85847" cy="54110"/>
            </a:xfrm>
            <a:custGeom>
              <a:avLst/>
              <a:gdLst/>
              <a:ahLst/>
              <a:cxnLst/>
              <a:rect l="l" t="t" r="r" b="b"/>
              <a:pathLst>
                <a:path w="2283" h="1439" extrusionOk="0">
                  <a:moveTo>
                    <a:pt x="274" y="1"/>
                  </a:moveTo>
                  <a:cubicBezTo>
                    <a:pt x="114" y="1"/>
                    <a:pt x="0" y="115"/>
                    <a:pt x="0" y="275"/>
                  </a:cubicBezTo>
                  <a:lnTo>
                    <a:pt x="0" y="1142"/>
                  </a:lnTo>
                  <a:cubicBezTo>
                    <a:pt x="0" y="1302"/>
                    <a:pt x="114" y="1439"/>
                    <a:pt x="274"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9" name="Google Shape;5289;p33"/>
            <p:cNvSpPr/>
            <p:nvPr/>
          </p:nvSpPr>
          <p:spPr>
            <a:xfrm>
              <a:off x="5908742" y="2952033"/>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0" name="Google Shape;5290;p33"/>
            <p:cNvSpPr/>
            <p:nvPr/>
          </p:nvSpPr>
          <p:spPr>
            <a:xfrm>
              <a:off x="6016889" y="2952033"/>
              <a:ext cx="98744" cy="37791"/>
            </a:xfrm>
            <a:custGeom>
              <a:avLst/>
              <a:gdLst/>
              <a:ahLst/>
              <a:cxnLst/>
              <a:rect l="l" t="t" r="r" b="b"/>
              <a:pathLst>
                <a:path w="2626" h="1005" extrusionOk="0">
                  <a:moveTo>
                    <a:pt x="1" y="0"/>
                  </a:moveTo>
                  <a:cubicBezTo>
                    <a:pt x="389" y="183"/>
                    <a:pt x="640" y="480"/>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1" name="Google Shape;5291;p33"/>
            <p:cNvSpPr/>
            <p:nvPr/>
          </p:nvSpPr>
          <p:spPr>
            <a:xfrm>
              <a:off x="5829775" y="2934848"/>
              <a:ext cx="110777" cy="71294"/>
            </a:xfrm>
            <a:custGeom>
              <a:avLst/>
              <a:gdLst/>
              <a:ahLst/>
              <a:cxnLst/>
              <a:rect l="l" t="t" r="r" b="b"/>
              <a:pathLst>
                <a:path w="2946" h="1896" extrusionOk="0">
                  <a:moveTo>
                    <a:pt x="389" y="1"/>
                  </a:moveTo>
                  <a:cubicBezTo>
                    <a:pt x="184" y="1"/>
                    <a:pt x="1" y="183"/>
                    <a:pt x="1" y="389"/>
                  </a:cubicBezTo>
                  <a:lnTo>
                    <a:pt x="1" y="1530"/>
                  </a:lnTo>
                  <a:cubicBezTo>
                    <a:pt x="1" y="1735"/>
                    <a:pt x="184" y="1895"/>
                    <a:pt x="389" y="1895"/>
                  </a:cubicBezTo>
                  <a:lnTo>
                    <a:pt x="2580" y="1895"/>
                  </a:lnTo>
                  <a:cubicBezTo>
                    <a:pt x="2786" y="1895"/>
                    <a:pt x="2945" y="1735"/>
                    <a:pt x="2945" y="1530"/>
                  </a:cubicBezTo>
                  <a:lnTo>
                    <a:pt x="2945" y="389"/>
                  </a:lnTo>
                  <a:cubicBezTo>
                    <a:pt x="2945" y="183"/>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2" name="Google Shape;5292;p33"/>
            <p:cNvSpPr/>
            <p:nvPr/>
          </p:nvSpPr>
          <p:spPr>
            <a:xfrm>
              <a:off x="5842673" y="2943422"/>
              <a:ext cx="85847" cy="54110"/>
            </a:xfrm>
            <a:custGeom>
              <a:avLst/>
              <a:gdLst/>
              <a:ahLst/>
              <a:cxnLst/>
              <a:rect l="l" t="t" r="r" b="b"/>
              <a:pathLst>
                <a:path w="2283" h="1439" extrusionOk="0">
                  <a:moveTo>
                    <a:pt x="274" y="1"/>
                  </a:moveTo>
                  <a:cubicBezTo>
                    <a:pt x="114" y="1"/>
                    <a:pt x="0" y="138"/>
                    <a:pt x="0" y="298"/>
                  </a:cubicBezTo>
                  <a:lnTo>
                    <a:pt x="0" y="1165"/>
                  </a:lnTo>
                  <a:cubicBezTo>
                    <a:pt x="0" y="1325"/>
                    <a:pt x="114" y="1439"/>
                    <a:pt x="274" y="1439"/>
                  </a:cubicBezTo>
                  <a:lnTo>
                    <a:pt x="1986" y="1439"/>
                  </a:lnTo>
                  <a:cubicBezTo>
                    <a:pt x="2146" y="1439"/>
                    <a:pt x="2283" y="1325"/>
                    <a:pt x="2283" y="1165"/>
                  </a:cubicBezTo>
                  <a:lnTo>
                    <a:pt x="2283" y="298"/>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3" name="Google Shape;5293;p33"/>
            <p:cNvSpPr/>
            <p:nvPr/>
          </p:nvSpPr>
          <p:spPr>
            <a:xfrm>
              <a:off x="5908742" y="3055893"/>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4" name="Google Shape;5294;p33"/>
            <p:cNvSpPr/>
            <p:nvPr/>
          </p:nvSpPr>
          <p:spPr>
            <a:xfrm>
              <a:off x="6016889" y="3055893"/>
              <a:ext cx="98744" cy="36926"/>
            </a:xfrm>
            <a:custGeom>
              <a:avLst/>
              <a:gdLst/>
              <a:ahLst/>
              <a:cxnLst/>
              <a:rect l="l" t="t" r="r" b="b"/>
              <a:pathLst>
                <a:path w="2626" h="982" extrusionOk="0">
                  <a:moveTo>
                    <a:pt x="1" y="0"/>
                  </a:moveTo>
                  <a:cubicBezTo>
                    <a:pt x="389" y="160"/>
                    <a:pt x="640" y="479"/>
                    <a:pt x="572" y="982"/>
                  </a:cubicBezTo>
                  <a:lnTo>
                    <a:pt x="2626" y="982"/>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5" name="Google Shape;5295;p33"/>
            <p:cNvSpPr/>
            <p:nvPr/>
          </p:nvSpPr>
          <p:spPr>
            <a:xfrm>
              <a:off x="5829775" y="3038709"/>
              <a:ext cx="110777" cy="71294"/>
            </a:xfrm>
            <a:custGeom>
              <a:avLst/>
              <a:gdLst/>
              <a:ahLst/>
              <a:cxnLst/>
              <a:rect l="l" t="t" r="r" b="b"/>
              <a:pathLst>
                <a:path w="2946" h="1896" extrusionOk="0">
                  <a:moveTo>
                    <a:pt x="389" y="1"/>
                  </a:moveTo>
                  <a:cubicBezTo>
                    <a:pt x="184" y="1"/>
                    <a:pt x="1" y="160"/>
                    <a:pt x="1" y="366"/>
                  </a:cubicBezTo>
                  <a:lnTo>
                    <a:pt x="1" y="1507"/>
                  </a:lnTo>
                  <a:cubicBezTo>
                    <a:pt x="1" y="1712"/>
                    <a:pt x="184" y="1895"/>
                    <a:pt x="389" y="1895"/>
                  </a:cubicBezTo>
                  <a:lnTo>
                    <a:pt x="2580" y="1895"/>
                  </a:lnTo>
                  <a:cubicBezTo>
                    <a:pt x="2786" y="1895"/>
                    <a:pt x="2945" y="1712"/>
                    <a:pt x="2945" y="1507"/>
                  </a:cubicBezTo>
                  <a:lnTo>
                    <a:pt x="2945" y="366"/>
                  </a:lnTo>
                  <a:cubicBezTo>
                    <a:pt x="2945" y="160"/>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6" name="Google Shape;5296;p33"/>
            <p:cNvSpPr/>
            <p:nvPr/>
          </p:nvSpPr>
          <p:spPr>
            <a:xfrm>
              <a:off x="5842673" y="3047282"/>
              <a:ext cx="85847" cy="54110"/>
            </a:xfrm>
            <a:custGeom>
              <a:avLst/>
              <a:gdLst/>
              <a:ahLst/>
              <a:cxnLst/>
              <a:rect l="l" t="t" r="r" b="b"/>
              <a:pathLst>
                <a:path w="2283" h="1439" extrusionOk="0">
                  <a:moveTo>
                    <a:pt x="274" y="1"/>
                  </a:moveTo>
                  <a:cubicBezTo>
                    <a:pt x="114" y="1"/>
                    <a:pt x="0" y="115"/>
                    <a:pt x="0" y="275"/>
                  </a:cubicBezTo>
                  <a:lnTo>
                    <a:pt x="0" y="1142"/>
                  </a:lnTo>
                  <a:cubicBezTo>
                    <a:pt x="0" y="1302"/>
                    <a:pt x="114" y="1439"/>
                    <a:pt x="274"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7" name="Google Shape;5297;p33"/>
            <p:cNvSpPr/>
            <p:nvPr/>
          </p:nvSpPr>
          <p:spPr>
            <a:xfrm>
              <a:off x="5908742" y="316058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8" name="Google Shape;5298;p33"/>
            <p:cNvSpPr/>
            <p:nvPr/>
          </p:nvSpPr>
          <p:spPr>
            <a:xfrm>
              <a:off x="6016889" y="3160581"/>
              <a:ext cx="98744" cy="37828"/>
            </a:xfrm>
            <a:custGeom>
              <a:avLst/>
              <a:gdLst/>
              <a:ahLst/>
              <a:cxnLst/>
              <a:rect l="l" t="t" r="r" b="b"/>
              <a:pathLst>
                <a:path w="2626" h="1006"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9" name="Google Shape;5299;p33"/>
            <p:cNvSpPr/>
            <p:nvPr/>
          </p:nvSpPr>
          <p:spPr>
            <a:xfrm>
              <a:off x="5829775" y="3143434"/>
              <a:ext cx="110777" cy="71257"/>
            </a:xfrm>
            <a:custGeom>
              <a:avLst/>
              <a:gdLst/>
              <a:ahLst/>
              <a:cxnLst/>
              <a:rect l="l" t="t" r="r" b="b"/>
              <a:pathLst>
                <a:path w="2946" h="1895" extrusionOk="0">
                  <a:moveTo>
                    <a:pt x="389" y="0"/>
                  </a:moveTo>
                  <a:cubicBezTo>
                    <a:pt x="184" y="0"/>
                    <a:pt x="1" y="183"/>
                    <a:pt x="1" y="388"/>
                  </a:cubicBezTo>
                  <a:lnTo>
                    <a:pt x="1" y="1530"/>
                  </a:lnTo>
                  <a:cubicBezTo>
                    <a:pt x="1" y="1735"/>
                    <a:pt x="184" y="1895"/>
                    <a:pt x="389" y="1895"/>
                  </a:cubicBezTo>
                  <a:lnTo>
                    <a:pt x="2580" y="1895"/>
                  </a:lnTo>
                  <a:cubicBezTo>
                    <a:pt x="2786" y="1895"/>
                    <a:pt x="2945" y="1735"/>
                    <a:pt x="2945" y="1530"/>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0" name="Google Shape;5300;p33"/>
            <p:cNvSpPr/>
            <p:nvPr/>
          </p:nvSpPr>
          <p:spPr>
            <a:xfrm>
              <a:off x="5842673" y="3152008"/>
              <a:ext cx="85847" cy="54110"/>
            </a:xfrm>
            <a:custGeom>
              <a:avLst/>
              <a:gdLst/>
              <a:ahLst/>
              <a:cxnLst/>
              <a:rect l="l" t="t" r="r" b="b"/>
              <a:pathLst>
                <a:path w="2283" h="1439" extrusionOk="0">
                  <a:moveTo>
                    <a:pt x="274" y="0"/>
                  </a:moveTo>
                  <a:cubicBezTo>
                    <a:pt x="114" y="0"/>
                    <a:pt x="0" y="137"/>
                    <a:pt x="0" y="297"/>
                  </a:cubicBezTo>
                  <a:lnTo>
                    <a:pt x="0" y="1165"/>
                  </a:lnTo>
                  <a:cubicBezTo>
                    <a:pt x="0" y="1324"/>
                    <a:pt x="114" y="1438"/>
                    <a:pt x="274" y="1438"/>
                  </a:cubicBezTo>
                  <a:lnTo>
                    <a:pt x="1986" y="1438"/>
                  </a:lnTo>
                  <a:cubicBezTo>
                    <a:pt x="2146" y="1438"/>
                    <a:pt x="2283" y="1324"/>
                    <a:pt x="2283" y="1165"/>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1" name="Google Shape;5301;p33"/>
            <p:cNvSpPr/>
            <p:nvPr/>
          </p:nvSpPr>
          <p:spPr>
            <a:xfrm>
              <a:off x="5908742" y="3263577"/>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2" name="Google Shape;5302;p33"/>
            <p:cNvSpPr/>
            <p:nvPr/>
          </p:nvSpPr>
          <p:spPr>
            <a:xfrm>
              <a:off x="6016889" y="3263577"/>
              <a:ext cx="98744" cy="37828"/>
            </a:xfrm>
            <a:custGeom>
              <a:avLst/>
              <a:gdLst/>
              <a:ahLst/>
              <a:cxnLst/>
              <a:rect l="l" t="t" r="r" b="b"/>
              <a:pathLst>
                <a:path w="2626" h="1006"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3" name="Google Shape;5303;p33"/>
            <p:cNvSpPr/>
            <p:nvPr/>
          </p:nvSpPr>
          <p:spPr>
            <a:xfrm>
              <a:off x="5829775" y="3247295"/>
              <a:ext cx="110777" cy="71257"/>
            </a:xfrm>
            <a:custGeom>
              <a:avLst/>
              <a:gdLst/>
              <a:ahLst/>
              <a:cxnLst/>
              <a:rect l="l" t="t" r="r" b="b"/>
              <a:pathLst>
                <a:path w="2946" h="1895" extrusionOk="0">
                  <a:moveTo>
                    <a:pt x="389" y="0"/>
                  </a:moveTo>
                  <a:cubicBezTo>
                    <a:pt x="184" y="0"/>
                    <a:pt x="1" y="160"/>
                    <a:pt x="1" y="365"/>
                  </a:cubicBezTo>
                  <a:lnTo>
                    <a:pt x="1" y="1507"/>
                  </a:lnTo>
                  <a:cubicBezTo>
                    <a:pt x="1" y="1712"/>
                    <a:pt x="184" y="1895"/>
                    <a:pt x="389" y="1895"/>
                  </a:cubicBezTo>
                  <a:lnTo>
                    <a:pt x="2580" y="1895"/>
                  </a:lnTo>
                  <a:cubicBezTo>
                    <a:pt x="2786" y="1895"/>
                    <a:pt x="2945" y="1712"/>
                    <a:pt x="2945" y="1507"/>
                  </a:cubicBezTo>
                  <a:lnTo>
                    <a:pt x="2945" y="365"/>
                  </a:lnTo>
                  <a:cubicBezTo>
                    <a:pt x="2945" y="160"/>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4" name="Google Shape;5304;p33"/>
            <p:cNvSpPr/>
            <p:nvPr/>
          </p:nvSpPr>
          <p:spPr>
            <a:xfrm>
              <a:off x="5842673" y="3255868"/>
              <a:ext cx="85847" cy="54110"/>
            </a:xfrm>
            <a:custGeom>
              <a:avLst/>
              <a:gdLst/>
              <a:ahLst/>
              <a:cxnLst/>
              <a:rect l="l" t="t" r="r" b="b"/>
              <a:pathLst>
                <a:path w="2283" h="1439" extrusionOk="0">
                  <a:moveTo>
                    <a:pt x="274" y="0"/>
                  </a:moveTo>
                  <a:cubicBezTo>
                    <a:pt x="114" y="0"/>
                    <a:pt x="0" y="114"/>
                    <a:pt x="0" y="274"/>
                  </a:cubicBezTo>
                  <a:lnTo>
                    <a:pt x="0" y="1142"/>
                  </a:lnTo>
                  <a:cubicBezTo>
                    <a:pt x="0" y="1301"/>
                    <a:pt x="114" y="1438"/>
                    <a:pt x="274"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5" name="Google Shape;5305;p33"/>
            <p:cNvSpPr/>
            <p:nvPr/>
          </p:nvSpPr>
          <p:spPr>
            <a:xfrm>
              <a:off x="7594464" y="3263577"/>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6" name="Google Shape;5306;p33"/>
            <p:cNvSpPr/>
            <p:nvPr/>
          </p:nvSpPr>
          <p:spPr>
            <a:xfrm>
              <a:off x="7594464" y="3263577"/>
              <a:ext cx="99609" cy="37828"/>
            </a:xfrm>
            <a:custGeom>
              <a:avLst/>
              <a:gdLst/>
              <a:ahLst/>
              <a:cxnLst/>
              <a:rect l="l" t="t" r="r" b="b"/>
              <a:pathLst>
                <a:path w="2649" h="1006" extrusionOk="0">
                  <a:moveTo>
                    <a:pt x="1" y="1"/>
                  </a:moveTo>
                  <a:lnTo>
                    <a:pt x="1" y="1005"/>
                  </a:lnTo>
                  <a:lnTo>
                    <a:pt x="2649" y="1005"/>
                  </a:lnTo>
                  <a:cubicBezTo>
                    <a:pt x="2260" y="822"/>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7" name="Google Shape;5307;p33"/>
            <p:cNvSpPr/>
            <p:nvPr/>
          </p:nvSpPr>
          <p:spPr>
            <a:xfrm>
              <a:off x="7769583" y="3247295"/>
              <a:ext cx="110739" cy="71257"/>
            </a:xfrm>
            <a:custGeom>
              <a:avLst/>
              <a:gdLst/>
              <a:ahLst/>
              <a:cxnLst/>
              <a:rect l="l" t="t" r="r" b="b"/>
              <a:pathLst>
                <a:path w="2945" h="1895" extrusionOk="0">
                  <a:moveTo>
                    <a:pt x="388" y="0"/>
                  </a:moveTo>
                  <a:cubicBezTo>
                    <a:pt x="183" y="0"/>
                    <a:pt x="0" y="160"/>
                    <a:pt x="0" y="365"/>
                  </a:cubicBezTo>
                  <a:lnTo>
                    <a:pt x="0" y="1507"/>
                  </a:lnTo>
                  <a:cubicBezTo>
                    <a:pt x="0" y="1712"/>
                    <a:pt x="183" y="1895"/>
                    <a:pt x="388" y="1895"/>
                  </a:cubicBezTo>
                  <a:lnTo>
                    <a:pt x="2579" y="1895"/>
                  </a:lnTo>
                  <a:cubicBezTo>
                    <a:pt x="2785" y="1895"/>
                    <a:pt x="2945" y="1712"/>
                    <a:pt x="2945" y="1507"/>
                  </a:cubicBezTo>
                  <a:lnTo>
                    <a:pt x="2945" y="365"/>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8" name="Google Shape;5308;p33"/>
            <p:cNvSpPr/>
            <p:nvPr/>
          </p:nvSpPr>
          <p:spPr>
            <a:xfrm>
              <a:off x="7782443" y="3255868"/>
              <a:ext cx="85884" cy="54110"/>
            </a:xfrm>
            <a:custGeom>
              <a:avLst/>
              <a:gdLst/>
              <a:ahLst/>
              <a:cxnLst/>
              <a:rect l="l" t="t" r="r" b="b"/>
              <a:pathLst>
                <a:path w="2284" h="1439" extrusionOk="0">
                  <a:moveTo>
                    <a:pt x="297" y="0"/>
                  </a:moveTo>
                  <a:cubicBezTo>
                    <a:pt x="137" y="0"/>
                    <a:pt x="1" y="114"/>
                    <a:pt x="1" y="274"/>
                  </a:cubicBezTo>
                  <a:lnTo>
                    <a:pt x="1" y="1142"/>
                  </a:lnTo>
                  <a:cubicBezTo>
                    <a:pt x="1" y="1301"/>
                    <a:pt x="137" y="1438"/>
                    <a:pt x="297"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9" name="Google Shape;5309;p33"/>
            <p:cNvSpPr/>
            <p:nvPr/>
          </p:nvSpPr>
          <p:spPr>
            <a:xfrm>
              <a:off x="7594464" y="316058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0" name="Google Shape;5310;p33"/>
            <p:cNvSpPr/>
            <p:nvPr/>
          </p:nvSpPr>
          <p:spPr>
            <a:xfrm>
              <a:off x="7594464" y="3160581"/>
              <a:ext cx="99609" cy="37828"/>
            </a:xfrm>
            <a:custGeom>
              <a:avLst/>
              <a:gdLst/>
              <a:ahLst/>
              <a:cxnLst/>
              <a:rect l="l" t="t" r="r" b="b"/>
              <a:pathLst>
                <a:path w="2649" h="1006" extrusionOk="0">
                  <a:moveTo>
                    <a:pt x="1" y="1"/>
                  </a:moveTo>
                  <a:lnTo>
                    <a:pt x="1" y="1005"/>
                  </a:lnTo>
                  <a:lnTo>
                    <a:pt x="2649" y="1005"/>
                  </a:lnTo>
                  <a:cubicBezTo>
                    <a:pt x="2260" y="822"/>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1" name="Google Shape;5311;p33"/>
            <p:cNvSpPr/>
            <p:nvPr/>
          </p:nvSpPr>
          <p:spPr>
            <a:xfrm>
              <a:off x="7769583" y="3143434"/>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2" name="Google Shape;5312;p33"/>
            <p:cNvSpPr/>
            <p:nvPr/>
          </p:nvSpPr>
          <p:spPr>
            <a:xfrm>
              <a:off x="7782443" y="3152008"/>
              <a:ext cx="85884" cy="54110"/>
            </a:xfrm>
            <a:custGeom>
              <a:avLst/>
              <a:gdLst/>
              <a:ahLst/>
              <a:cxnLst/>
              <a:rect l="l" t="t" r="r" b="b"/>
              <a:pathLst>
                <a:path w="2284" h="1439" extrusionOk="0">
                  <a:moveTo>
                    <a:pt x="297" y="0"/>
                  </a:moveTo>
                  <a:cubicBezTo>
                    <a:pt x="137" y="0"/>
                    <a:pt x="1" y="137"/>
                    <a:pt x="1" y="297"/>
                  </a:cubicBezTo>
                  <a:lnTo>
                    <a:pt x="1" y="1165"/>
                  </a:lnTo>
                  <a:cubicBezTo>
                    <a:pt x="1" y="1324"/>
                    <a:pt x="137" y="1438"/>
                    <a:pt x="297" y="1438"/>
                  </a:cubicBezTo>
                  <a:lnTo>
                    <a:pt x="1986" y="1438"/>
                  </a:lnTo>
                  <a:cubicBezTo>
                    <a:pt x="2146" y="1438"/>
                    <a:pt x="2283" y="1324"/>
                    <a:pt x="2283" y="1165"/>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3" name="Google Shape;5313;p33"/>
            <p:cNvSpPr/>
            <p:nvPr/>
          </p:nvSpPr>
          <p:spPr>
            <a:xfrm>
              <a:off x="7594464" y="305672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4" name="Google Shape;5314;p33"/>
            <p:cNvSpPr/>
            <p:nvPr/>
          </p:nvSpPr>
          <p:spPr>
            <a:xfrm>
              <a:off x="7594464" y="3056721"/>
              <a:ext cx="99609" cy="37828"/>
            </a:xfrm>
            <a:custGeom>
              <a:avLst/>
              <a:gdLst/>
              <a:ahLst/>
              <a:cxnLst/>
              <a:rect l="l" t="t" r="r" b="b"/>
              <a:pathLst>
                <a:path w="2649" h="1006" extrusionOk="0">
                  <a:moveTo>
                    <a:pt x="1" y="1"/>
                  </a:moveTo>
                  <a:lnTo>
                    <a:pt x="1" y="1005"/>
                  </a:lnTo>
                  <a:lnTo>
                    <a:pt x="2649" y="1005"/>
                  </a:lnTo>
                  <a:cubicBezTo>
                    <a:pt x="2260" y="823"/>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5" name="Google Shape;5315;p33"/>
            <p:cNvSpPr/>
            <p:nvPr/>
          </p:nvSpPr>
          <p:spPr>
            <a:xfrm>
              <a:off x="7769583" y="3040438"/>
              <a:ext cx="110739" cy="71257"/>
            </a:xfrm>
            <a:custGeom>
              <a:avLst/>
              <a:gdLst/>
              <a:ahLst/>
              <a:cxnLst/>
              <a:rect l="l" t="t" r="r" b="b"/>
              <a:pathLst>
                <a:path w="2945" h="1895" extrusionOk="0">
                  <a:moveTo>
                    <a:pt x="388" y="0"/>
                  </a:moveTo>
                  <a:cubicBezTo>
                    <a:pt x="183" y="0"/>
                    <a:pt x="0" y="160"/>
                    <a:pt x="0" y="365"/>
                  </a:cubicBezTo>
                  <a:lnTo>
                    <a:pt x="0" y="1507"/>
                  </a:lnTo>
                  <a:cubicBezTo>
                    <a:pt x="0" y="1712"/>
                    <a:pt x="183" y="1895"/>
                    <a:pt x="388" y="1895"/>
                  </a:cubicBezTo>
                  <a:lnTo>
                    <a:pt x="2579" y="1895"/>
                  </a:lnTo>
                  <a:cubicBezTo>
                    <a:pt x="2785" y="1895"/>
                    <a:pt x="2945" y="1712"/>
                    <a:pt x="2945" y="1507"/>
                  </a:cubicBezTo>
                  <a:lnTo>
                    <a:pt x="2945" y="365"/>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6" name="Google Shape;5316;p33"/>
            <p:cNvSpPr/>
            <p:nvPr/>
          </p:nvSpPr>
          <p:spPr>
            <a:xfrm>
              <a:off x="7782443" y="3049012"/>
              <a:ext cx="85884" cy="54110"/>
            </a:xfrm>
            <a:custGeom>
              <a:avLst/>
              <a:gdLst/>
              <a:ahLst/>
              <a:cxnLst/>
              <a:rect l="l" t="t" r="r" b="b"/>
              <a:pathLst>
                <a:path w="2284" h="1439" extrusionOk="0">
                  <a:moveTo>
                    <a:pt x="297" y="0"/>
                  </a:moveTo>
                  <a:cubicBezTo>
                    <a:pt x="137" y="0"/>
                    <a:pt x="1" y="115"/>
                    <a:pt x="1" y="274"/>
                  </a:cubicBezTo>
                  <a:lnTo>
                    <a:pt x="1" y="1142"/>
                  </a:lnTo>
                  <a:cubicBezTo>
                    <a:pt x="1" y="1301"/>
                    <a:pt x="137" y="1438"/>
                    <a:pt x="297" y="1438"/>
                  </a:cubicBezTo>
                  <a:lnTo>
                    <a:pt x="1986" y="1438"/>
                  </a:lnTo>
                  <a:cubicBezTo>
                    <a:pt x="2146" y="1438"/>
                    <a:pt x="2283" y="1301"/>
                    <a:pt x="2283" y="1142"/>
                  </a:cubicBezTo>
                  <a:lnTo>
                    <a:pt x="2283" y="274"/>
                  </a:lnTo>
                  <a:cubicBezTo>
                    <a:pt x="2283" y="115"/>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7" name="Google Shape;5317;p33"/>
            <p:cNvSpPr/>
            <p:nvPr/>
          </p:nvSpPr>
          <p:spPr>
            <a:xfrm>
              <a:off x="7594464" y="2953725"/>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8" name="Google Shape;5318;p33"/>
            <p:cNvSpPr/>
            <p:nvPr/>
          </p:nvSpPr>
          <p:spPr>
            <a:xfrm>
              <a:off x="7594464" y="2953725"/>
              <a:ext cx="99609" cy="37828"/>
            </a:xfrm>
            <a:custGeom>
              <a:avLst/>
              <a:gdLst/>
              <a:ahLst/>
              <a:cxnLst/>
              <a:rect l="l" t="t" r="r" b="b"/>
              <a:pathLst>
                <a:path w="2649" h="1006" extrusionOk="0">
                  <a:moveTo>
                    <a:pt x="1" y="1"/>
                  </a:moveTo>
                  <a:lnTo>
                    <a:pt x="1" y="1005"/>
                  </a:lnTo>
                  <a:lnTo>
                    <a:pt x="2649" y="1005"/>
                  </a:lnTo>
                  <a:cubicBezTo>
                    <a:pt x="2260" y="823"/>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9" name="Google Shape;5319;p33"/>
            <p:cNvSpPr/>
            <p:nvPr/>
          </p:nvSpPr>
          <p:spPr>
            <a:xfrm>
              <a:off x="7769583" y="2936578"/>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0" name="Google Shape;5320;p33"/>
            <p:cNvSpPr/>
            <p:nvPr/>
          </p:nvSpPr>
          <p:spPr>
            <a:xfrm>
              <a:off x="7782443" y="2945151"/>
              <a:ext cx="85884" cy="54110"/>
            </a:xfrm>
            <a:custGeom>
              <a:avLst/>
              <a:gdLst/>
              <a:ahLst/>
              <a:cxnLst/>
              <a:rect l="l" t="t" r="r" b="b"/>
              <a:pathLst>
                <a:path w="2284" h="1439" extrusionOk="0">
                  <a:moveTo>
                    <a:pt x="297" y="1"/>
                  </a:moveTo>
                  <a:cubicBezTo>
                    <a:pt x="137" y="1"/>
                    <a:pt x="1" y="138"/>
                    <a:pt x="1" y="297"/>
                  </a:cubicBezTo>
                  <a:lnTo>
                    <a:pt x="1" y="1165"/>
                  </a:lnTo>
                  <a:cubicBezTo>
                    <a:pt x="1" y="1324"/>
                    <a:pt x="137" y="1439"/>
                    <a:pt x="297" y="1439"/>
                  </a:cubicBezTo>
                  <a:lnTo>
                    <a:pt x="1986" y="1439"/>
                  </a:lnTo>
                  <a:cubicBezTo>
                    <a:pt x="2146" y="1439"/>
                    <a:pt x="2283" y="1324"/>
                    <a:pt x="2283" y="1165"/>
                  </a:cubicBezTo>
                  <a:lnTo>
                    <a:pt x="2283" y="297"/>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1" name="Google Shape;5321;p33"/>
            <p:cNvSpPr/>
            <p:nvPr/>
          </p:nvSpPr>
          <p:spPr>
            <a:xfrm>
              <a:off x="7594464" y="2849864"/>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2" name="Google Shape;5322;p33"/>
            <p:cNvSpPr/>
            <p:nvPr/>
          </p:nvSpPr>
          <p:spPr>
            <a:xfrm>
              <a:off x="7594464" y="2849864"/>
              <a:ext cx="99609" cy="37828"/>
            </a:xfrm>
            <a:custGeom>
              <a:avLst/>
              <a:gdLst/>
              <a:ahLst/>
              <a:cxnLst/>
              <a:rect l="l" t="t" r="r" b="b"/>
              <a:pathLst>
                <a:path w="2649" h="1006" extrusionOk="0">
                  <a:moveTo>
                    <a:pt x="1" y="1"/>
                  </a:moveTo>
                  <a:lnTo>
                    <a:pt x="1" y="1005"/>
                  </a:lnTo>
                  <a:lnTo>
                    <a:pt x="2649" y="1005"/>
                  </a:lnTo>
                  <a:cubicBezTo>
                    <a:pt x="2260" y="823"/>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3" name="Google Shape;5323;p33"/>
            <p:cNvSpPr/>
            <p:nvPr/>
          </p:nvSpPr>
          <p:spPr>
            <a:xfrm>
              <a:off x="7769583" y="2833582"/>
              <a:ext cx="110739" cy="71257"/>
            </a:xfrm>
            <a:custGeom>
              <a:avLst/>
              <a:gdLst/>
              <a:ahLst/>
              <a:cxnLst/>
              <a:rect l="l" t="t" r="r" b="b"/>
              <a:pathLst>
                <a:path w="2945" h="1895" extrusionOk="0">
                  <a:moveTo>
                    <a:pt x="388" y="0"/>
                  </a:moveTo>
                  <a:cubicBezTo>
                    <a:pt x="183" y="0"/>
                    <a:pt x="0" y="160"/>
                    <a:pt x="0" y="366"/>
                  </a:cubicBezTo>
                  <a:lnTo>
                    <a:pt x="0" y="1507"/>
                  </a:lnTo>
                  <a:cubicBezTo>
                    <a:pt x="0" y="1712"/>
                    <a:pt x="183" y="1895"/>
                    <a:pt x="388" y="1895"/>
                  </a:cubicBezTo>
                  <a:lnTo>
                    <a:pt x="2579" y="1895"/>
                  </a:lnTo>
                  <a:cubicBezTo>
                    <a:pt x="2785" y="1895"/>
                    <a:pt x="2945" y="1712"/>
                    <a:pt x="2945" y="1507"/>
                  </a:cubicBezTo>
                  <a:lnTo>
                    <a:pt x="2945" y="366"/>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4" name="Google Shape;5324;p33"/>
            <p:cNvSpPr/>
            <p:nvPr/>
          </p:nvSpPr>
          <p:spPr>
            <a:xfrm>
              <a:off x="7782443" y="2842156"/>
              <a:ext cx="85884" cy="54110"/>
            </a:xfrm>
            <a:custGeom>
              <a:avLst/>
              <a:gdLst/>
              <a:ahLst/>
              <a:cxnLst/>
              <a:rect l="l" t="t" r="r" b="b"/>
              <a:pathLst>
                <a:path w="2284" h="1439" extrusionOk="0">
                  <a:moveTo>
                    <a:pt x="297" y="1"/>
                  </a:moveTo>
                  <a:cubicBezTo>
                    <a:pt x="137" y="1"/>
                    <a:pt x="1" y="115"/>
                    <a:pt x="1" y="274"/>
                  </a:cubicBezTo>
                  <a:lnTo>
                    <a:pt x="1" y="1142"/>
                  </a:lnTo>
                  <a:cubicBezTo>
                    <a:pt x="1" y="1302"/>
                    <a:pt x="137" y="1439"/>
                    <a:pt x="297" y="1439"/>
                  </a:cubicBezTo>
                  <a:lnTo>
                    <a:pt x="1986" y="1439"/>
                  </a:lnTo>
                  <a:cubicBezTo>
                    <a:pt x="2146" y="1439"/>
                    <a:pt x="2283" y="1302"/>
                    <a:pt x="2283" y="1142"/>
                  </a:cubicBezTo>
                  <a:lnTo>
                    <a:pt x="2283" y="274"/>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5" name="Google Shape;5325;p33"/>
            <p:cNvSpPr/>
            <p:nvPr/>
          </p:nvSpPr>
          <p:spPr>
            <a:xfrm>
              <a:off x="7594464" y="2746869"/>
              <a:ext cx="206889" cy="36963"/>
            </a:xfrm>
            <a:custGeom>
              <a:avLst/>
              <a:gdLst/>
              <a:ahLst/>
              <a:cxnLst/>
              <a:rect l="l" t="t" r="r" b="b"/>
              <a:pathLst>
                <a:path w="5502" h="983" extrusionOk="0">
                  <a:moveTo>
                    <a:pt x="1" y="1"/>
                  </a:moveTo>
                  <a:lnTo>
                    <a:pt x="1" y="982"/>
                  </a:lnTo>
                  <a:lnTo>
                    <a:pt x="5502" y="982"/>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6" name="Google Shape;5326;p33"/>
            <p:cNvSpPr/>
            <p:nvPr/>
          </p:nvSpPr>
          <p:spPr>
            <a:xfrm>
              <a:off x="7594464" y="2746869"/>
              <a:ext cx="99609" cy="36963"/>
            </a:xfrm>
            <a:custGeom>
              <a:avLst/>
              <a:gdLst/>
              <a:ahLst/>
              <a:cxnLst/>
              <a:rect l="l" t="t" r="r" b="b"/>
              <a:pathLst>
                <a:path w="2649" h="983" extrusionOk="0">
                  <a:moveTo>
                    <a:pt x="1" y="1"/>
                  </a:moveTo>
                  <a:lnTo>
                    <a:pt x="1" y="982"/>
                  </a:lnTo>
                  <a:lnTo>
                    <a:pt x="2649" y="982"/>
                  </a:lnTo>
                  <a:cubicBezTo>
                    <a:pt x="2260" y="823"/>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7" name="Google Shape;5327;p33"/>
            <p:cNvSpPr/>
            <p:nvPr/>
          </p:nvSpPr>
          <p:spPr>
            <a:xfrm>
              <a:off x="7769583" y="2729722"/>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8" name="Google Shape;5328;p33"/>
            <p:cNvSpPr/>
            <p:nvPr/>
          </p:nvSpPr>
          <p:spPr>
            <a:xfrm>
              <a:off x="7782443" y="2738295"/>
              <a:ext cx="85884" cy="54110"/>
            </a:xfrm>
            <a:custGeom>
              <a:avLst/>
              <a:gdLst/>
              <a:ahLst/>
              <a:cxnLst/>
              <a:rect l="l" t="t" r="r" b="b"/>
              <a:pathLst>
                <a:path w="2284" h="1439" extrusionOk="0">
                  <a:moveTo>
                    <a:pt x="297" y="1"/>
                  </a:moveTo>
                  <a:cubicBezTo>
                    <a:pt x="137" y="1"/>
                    <a:pt x="1" y="138"/>
                    <a:pt x="1" y="297"/>
                  </a:cubicBezTo>
                  <a:lnTo>
                    <a:pt x="1" y="1165"/>
                  </a:lnTo>
                  <a:cubicBezTo>
                    <a:pt x="1" y="1325"/>
                    <a:pt x="137" y="1439"/>
                    <a:pt x="297" y="1439"/>
                  </a:cubicBezTo>
                  <a:lnTo>
                    <a:pt x="1986" y="1439"/>
                  </a:lnTo>
                  <a:cubicBezTo>
                    <a:pt x="2146" y="1439"/>
                    <a:pt x="2283" y="1325"/>
                    <a:pt x="2283" y="1165"/>
                  </a:cubicBezTo>
                  <a:lnTo>
                    <a:pt x="2283" y="297"/>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9" name="Google Shape;5329;p33"/>
            <p:cNvSpPr/>
            <p:nvPr/>
          </p:nvSpPr>
          <p:spPr>
            <a:xfrm>
              <a:off x="7594464" y="2643046"/>
              <a:ext cx="206889" cy="37791"/>
            </a:xfrm>
            <a:custGeom>
              <a:avLst/>
              <a:gdLst/>
              <a:ahLst/>
              <a:cxnLst/>
              <a:rect l="l" t="t" r="r" b="b"/>
              <a:pathLst>
                <a:path w="5502" h="1005" extrusionOk="0">
                  <a:moveTo>
                    <a:pt x="1" y="0"/>
                  </a:moveTo>
                  <a:lnTo>
                    <a:pt x="1" y="1004"/>
                  </a:lnTo>
                  <a:lnTo>
                    <a:pt x="5502" y="1004"/>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0" name="Google Shape;5330;p33"/>
            <p:cNvSpPr/>
            <p:nvPr/>
          </p:nvSpPr>
          <p:spPr>
            <a:xfrm>
              <a:off x="7594464" y="2643046"/>
              <a:ext cx="99609" cy="37791"/>
            </a:xfrm>
            <a:custGeom>
              <a:avLst/>
              <a:gdLst/>
              <a:ahLst/>
              <a:cxnLst/>
              <a:rect l="l" t="t" r="r" b="b"/>
              <a:pathLst>
                <a:path w="2649" h="1005" extrusionOk="0">
                  <a:moveTo>
                    <a:pt x="1" y="0"/>
                  </a:moveTo>
                  <a:lnTo>
                    <a:pt x="1" y="1004"/>
                  </a:lnTo>
                  <a:lnTo>
                    <a:pt x="2649" y="1004"/>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1" name="Google Shape;5331;p33"/>
            <p:cNvSpPr/>
            <p:nvPr/>
          </p:nvSpPr>
          <p:spPr>
            <a:xfrm>
              <a:off x="7769583" y="2626726"/>
              <a:ext cx="110739" cy="71257"/>
            </a:xfrm>
            <a:custGeom>
              <a:avLst/>
              <a:gdLst/>
              <a:ahLst/>
              <a:cxnLst/>
              <a:rect l="l" t="t" r="r" b="b"/>
              <a:pathLst>
                <a:path w="2945" h="1895" extrusionOk="0">
                  <a:moveTo>
                    <a:pt x="388" y="0"/>
                  </a:moveTo>
                  <a:cubicBezTo>
                    <a:pt x="183" y="0"/>
                    <a:pt x="0" y="160"/>
                    <a:pt x="0" y="366"/>
                  </a:cubicBezTo>
                  <a:lnTo>
                    <a:pt x="0" y="1507"/>
                  </a:lnTo>
                  <a:cubicBezTo>
                    <a:pt x="0" y="1712"/>
                    <a:pt x="183" y="1895"/>
                    <a:pt x="388" y="1895"/>
                  </a:cubicBezTo>
                  <a:lnTo>
                    <a:pt x="2579" y="1895"/>
                  </a:lnTo>
                  <a:cubicBezTo>
                    <a:pt x="2785" y="1895"/>
                    <a:pt x="2945" y="1712"/>
                    <a:pt x="2945" y="1507"/>
                  </a:cubicBezTo>
                  <a:lnTo>
                    <a:pt x="2945" y="366"/>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2" name="Google Shape;5332;p33"/>
            <p:cNvSpPr/>
            <p:nvPr/>
          </p:nvSpPr>
          <p:spPr>
            <a:xfrm>
              <a:off x="7782443" y="2635300"/>
              <a:ext cx="85884" cy="54110"/>
            </a:xfrm>
            <a:custGeom>
              <a:avLst/>
              <a:gdLst/>
              <a:ahLst/>
              <a:cxnLst/>
              <a:rect l="l" t="t" r="r" b="b"/>
              <a:pathLst>
                <a:path w="2284" h="1439" extrusionOk="0">
                  <a:moveTo>
                    <a:pt x="297" y="1"/>
                  </a:moveTo>
                  <a:cubicBezTo>
                    <a:pt x="137" y="1"/>
                    <a:pt x="1" y="115"/>
                    <a:pt x="1" y="275"/>
                  </a:cubicBezTo>
                  <a:lnTo>
                    <a:pt x="1" y="1142"/>
                  </a:lnTo>
                  <a:cubicBezTo>
                    <a:pt x="1" y="1302"/>
                    <a:pt x="137" y="1439"/>
                    <a:pt x="297"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3" name="Google Shape;5333;p33"/>
            <p:cNvSpPr/>
            <p:nvPr/>
          </p:nvSpPr>
          <p:spPr>
            <a:xfrm>
              <a:off x="7594464" y="2540050"/>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4" name="Google Shape;5334;p33"/>
            <p:cNvSpPr/>
            <p:nvPr/>
          </p:nvSpPr>
          <p:spPr>
            <a:xfrm>
              <a:off x="7594464" y="2540050"/>
              <a:ext cx="99609" cy="36926"/>
            </a:xfrm>
            <a:custGeom>
              <a:avLst/>
              <a:gdLst/>
              <a:ahLst/>
              <a:cxnLst/>
              <a:rect l="l" t="t" r="r" b="b"/>
              <a:pathLst>
                <a:path w="2649" h="982" extrusionOk="0">
                  <a:moveTo>
                    <a:pt x="1" y="0"/>
                  </a:moveTo>
                  <a:lnTo>
                    <a:pt x="1" y="982"/>
                  </a:lnTo>
                  <a:lnTo>
                    <a:pt x="2649" y="982"/>
                  </a:lnTo>
                  <a:cubicBezTo>
                    <a:pt x="2260" y="822"/>
                    <a:pt x="2009" y="502"/>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5" name="Google Shape;5335;p33"/>
            <p:cNvSpPr/>
            <p:nvPr/>
          </p:nvSpPr>
          <p:spPr>
            <a:xfrm>
              <a:off x="7769583" y="2522865"/>
              <a:ext cx="110739" cy="71294"/>
            </a:xfrm>
            <a:custGeom>
              <a:avLst/>
              <a:gdLst/>
              <a:ahLst/>
              <a:cxnLst/>
              <a:rect l="l" t="t" r="r" b="b"/>
              <a:pathLst>
                <a:path w="2945" h="1896" extrusionOk="0">
                  <a:moveTo>
                    <a:pt x="388" y="1"/>
                  </a:moveTo>
                  <a:cubicBezTo>
                    <a:pt x="183" y="1"/>
                    <a:pt x="0" y="183"/>
                    <a:pt x="0" y="389"/>
                  </a:cubicBezTo>
                  <a:lnTo>
                    <a:pt x="0" y="1530"/>
                  </a:lnTo>
                  <a:cubicBezTo>
                    <a:pt x="0" y="1735"/>
                    <a:pt x="183" y="1895"/>
                    <a:pt x="388" y="1895"/>
                  </a:cubicBezTo>
                  <a:lnTo>
                    <a:pt x="2579" y="1895"/>
                  </a:lnTo>
                  <a:cubicBezTo>
                    <a:pt x="2785" y="1895"/>
                    <a:pt x="2945" y="1735"/>
                    <a:pt x="2945" y="1530"/>
                  </a:cubicBezTo>
                  <a:lnTo>
                    <a:pt x="2945" y="389"/>
                  </a:lnTo>
                  <a:cubicBezTo>
                    <a:pt x="2945" y="183"/>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6" name="Google Shape;5336;p33"/>
            <p:cNvSpPr/>
            <p:nvPr/>
          </p:nvSpPr>
          <p:spPr>
            <a:xfrm>
              <a:off x="7782443" y="2531439"/>
              <a:ext cx="85884" cy="54110"/>
            </a:xfrm>
            <a:custGeom>
              <a:avLst/>
              <a:gdLst/>
              <a:ahLst/>
              <a:cxnLst/>
              <a:rect l="l" t="t" r="r" b="b"/>
              <a:pathLst>
                <a:path w="2284" h="1439" extrusionOk="0">
                  <a:moveTo>
                    <a:pt x="297" y="1"/>
                  </a:moveTo>
                  <a:cubicBezTo>
                    <a:pt x="137" y="1"/>
                    <a:pt x="1" y="138"/>
                    <a:pt x="1" y="298"/>
                  </a:cubicBezTo>
                  <a:lnTo>
                    <a:pt x="1" y="1165"/>
                  </a:lnTo>
                  <a:cubicBezTo>
                    <a:pt x="1" y="1325"/>
                    <a:pt x="137" y="1439"/>
                    <a:pt x="297" y="1439"/>
                  </a:cubicBezTo>
                  <a:lnTo>
                    <a:pt x="1986" y="1439"/>
                  </a:lnTo>
                  <a:cubicBezTo>
                    <a:pt x="2146" y="1439"/>
                    <a:pt x="2283" y="1325"/>
                    <a:pt x="2283" y="1165"/>
                  </a:cubicBezTo>
                  <a:lnTo>
                    <a:pt x="2283" y="298"/>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7" name="Google Shape;5337;p33"/>
            <p:cNvSpPr/>
            <p:nvPr/>
          </p:nvSpPr>
          <p:spPr>
            <a:xfrm>
              <a:off x="7594464" y="2436190"/>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8" name="Google Shape;5338;p33"/>
            <p:cNvSpPr/>
            <p:nvPr/>
          </p:nvSpPr>
          <p:spPr>
            <a:xfrm>
              <a:off x="7594464" y="2436190"/>
              <a:ext cx="99609" cy="37791"/>
            </a:xfrm>
            <a:custGeom>
              <a:avLst/>
              <a:gdLst/>
              <a:ahLst/>
              <a:cxnLst/>
              <a:rect l="l" t="t" r="r" b="b"/>
              <a:pathLst>
                <a:path w="2649" h="1005" extrusionOk="0">
                  <a:moveTo>
                    <a:pt x="1" y="0"/>
                  </a:moveTo>
                  <a:lnTo>
                    <a:pt x="1" y="1005"/>
                  </a:lnTo>
                  <a:lnTo>
                    <a:pt x="2649" y="1005"/>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9" name="Google Shape;5339;p33"/>
            <p:cNvSpPr/>
            <p:nvPr/>
          </p:nvSpPr>
          <p:spPr>
            <a:xfrm>
              <a:off x="7769583" y="2419870"/>
              <a:ext cx="110739" cy="70429"/>
            </a:xfrm>
            <a:custGeom>
              <a:avLst/>
              <a:gdLst/>
              <a:ahLst/>
              <a:cxnLst/>
              <a:rect l="l" t="t" r="r" b="b"/>
              <a:pathLst>
                <a:path w="2945" h="1873" extrusionOk="0">
                  <a:moveTo>
                    <a:pt x="388" y="1"/>
                  </a:moveTo>
                  <a:cubicBezTo>
                    <a:pt x="183" y="1"/>
                    <a:pt x="0" y="160"/>
                    <a:pt x="0" y="366"/>
                  </a:cubicBezTo>
                  <a:lnTo>
                    <a:pt x="0" y="1507"/>
                  </a:lnTo>
                  <a:cubicBezTo>
                    <a:pt x="0" y="1712"/>
                    <a:pt x="183" y="1872"/>
                    <a:pt x="388" y="1872"/>
                  </a:cubicBezTo>
                  <a:lnTo>
                    <a:pt x="2579" y="1872"/>
                  </a:lnTo>
                  <a:cubicBezTo>
                    <a:pt x="2785" y="1872"/>
                    <a:pt x="2945" y="1712"/>
                    <a:pt x="2945" y="1507"/>
                  </a:cubicBezTo>
                  <a:lnTo>
                    <a:pt x="2945" y="366"/>
                  </a:lnTo>
                  <a:cubicBezTo>
                    <a:pt x="2945" y="160"/>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0" name="Google Shape;5340;p33"/>
            <p:cNvSpPr/>
            <p:nvPr/>
          </p:nvSpPr>
          <p:spPr>
            <a:xfrm>
              <a:off x="7782443" y="2428443"/>
              <a:ext cx="85884" cy="54110"/>
            </a:xfrm>
            <a:custGeom>
              <a:avLst/>
              <a:gdLst/>
              <a:ahLst/>
              <a:cxnLst/>
              <a:rect l="l" t="t" r="r" b="b"/>
              <a:pathLst>
                <a:path w="2284" h="1439" extrusionOk="0">
                  <a:moveTo>
                    <a:pt x="297" y="1"/>
                  </a:moveTo>
                  <a:cubicBezTo>
                    <a:pt x="137" y="1"/>
                    <a:pt x="1" y="115"/>
                    <a:pt x="1" y="275"/>
                  </a:cubicBezTo>
                  <a:lnTo>
                    <a:pt x="1" y="1142"/>
                  </a:lnTo>
                  <a:cubicBezTo>
                    <a:pt x="1" y="1302"/>
                    <a:pt x="137" y="1439"/>
                    <a:pt x="297"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1" name="Google Shape;5341;p33"/>
            <p:cNvSpPr/>
            <p:nvPr/>
          </p:nvSpPr>
          <p:spPr>
            <a:xfrm>
              <a:off x="7594464" y="2333194"/>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2" name="Google Shape;5342;p33"/>
            <p:cNvSpPr/>
            <p:nvPr/>
          </p:nvSpPr>
          <p:spPr>
            <a:xfrm>
              <a:off x="7594464" y="2333194"/>
              <a:ext cx="99609" cy="36926"/>
            </a:xfrm>
            <a:custGeom>
              <a:avLst/>
              <a:gdLst/>
              <a:ahLst/>
              <a:cxnLst/>
              <a:rect l="l" t="t" r="r" b="b"/>
              <a:pathLst>
                <a:path w="2649" h="982" extrusionOk="0">
                  <a:moveTo>
                    <a:pt x="1" y="0"/>
                  </a:moveTo>
                  <a:lnTo>
                    <a:pt x="1" y="982"/>
                  </a:lnTo>
                  <a:lnTo>
                    <a:pt x="2649" y="982"/>
                  </a:lnTo>
                  <a:cubicBezTo>
                    <a:pt x="2260" y="799"/>
                    <a:pt x="2009" y="502"/>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3" name="Google Shape;5343;p33"/>
            <p:cNvSpPr/>
            <p:nvPr/>
          </p:nvSpPr>
          <p:spPr>
            <a:xfrm>
              <a:off x="7769583" y="2316009"/>
              <a:ext cx="110739" cy="71294"/>
            </a:xfrm>
            <a:custGeom>
              <a:avLst/>
              <a:gdLst/>
              <a:ahLst/>
              <a:cxnLst/>
              <a:rect l="l" t="t" r="r" b="b"/>
              <a:pathLst>
                <a:path w="2945" h="1896" extrusionOk="0">
                  <a:moveTo>
                    <a:pt x="388" y="1"/>
                  </a:moveTo>
                  <a:cubicBezTo>
                    <a:pt x="183" y="1"/>
                    <a:pt x="0" y="183"/>
                    <a:pt x="0" y="389"/>
                  </a:cubicBezTo>
                  <a:lnTo>
                    <a:pt x="0" y="1507"/>
                  </a:lnTo>
                  <a:cubicBezTo>
                    <a:pt x="0" y="1735"/>
                    <a:pt x="183" y="1895"/>
                    <a:pt x="388" y="1895"/>
                  </a:cubicBezTo>
                  <a:lnTo>
                    <a:pt x="2579" y="1895"/>
                  </a:lnTo>
                  <a:cubicBezTo>
                    <a:pt x="2785" y="1895"/>
                    <a:pt x="2945" y="1735"/>
                    <a:pt x="2945" y="1507"/>
                  </a:cubicBezTo>
                  <a:lnTo>
                    <a:pt x="2945" y="389"/>
                  </a:lnTo>
                  <a:cubicBezTo>
                    <a:pt x="2945" y="183"/>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4" name="Google Shape;5344;p33"/>
            <p:cNvSpPr/>
            <p:nvPr/>
          </p:nvSpPr>
          <p:spPr>
            <a:xfrm>
              <a:off x="7782443" y="2324583"/>
              <a:ext cx="85884" cy="54110"/>
            </a:xfrm>
            <a:custGeom>
              <a:avLst/>
              <a:gdLst/>
              <a:ahLst/>
              <a:cxnLst/>
              <a:rect l="l" t="t" r="r" b="b"/>
              <a:pathLst>
                <a:path w="2284" h="1439" extrusionOk="0">
                  <a:moveTo>
                    <a:pt x="297" y="1"/>
                  </a:moveTo>
                  <a:cubicBezTo>
                    <a:pt x="137" y="1"/>
                    <a:pt x="1" y="138"/>
                    <a:pt x="1" y="298"/>
                  </a:cubicBezTo>
                  <a:lnTo>
                    <a:pt x="1" y="1165"/>
                  </a:lnTo>
                  <a:cubicBezTo>
                    <a:pt x="1" y="1325"/>
                    <a:pt x="137" y="1439"/>
                    <a:pt x="297" y="1439"/>
                  </a:cubicBezTo>
                  <a:lnTo>
                    <a:pt x="1986" y="1439"/>
                  </a:lnTo>
                  <a:cubicBezTo>
                    <a:pt x="2146" y="1439"/>
                    <a:pt x="2283" y="1325"/>
                    <a:pt x="2283" y="1165"/>
                  </a:cubicBezTo>
                  <a:lnTo>
                    <a:pt x="2283" y="298"/>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5" name="Google Shape;5345;p33"/>
            <p:cNvSpPr/>
            <p:nvPr/>
          </p:nvSpPr>
          <p:spPr>
            <a:xfrm>
              <a:off x="7594464" y="2229333"/>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6" name="Google Shape;5346;p33"/>
            <p:cNvSpPr/>
            <p:nvPr/>
          </p:nvSpPr>
          <p:spPr>
            <a:xfrm>
              <a:off x="7594464" y="2229333"/>
              <a:ext cx="99609" cy="37791"/>
            </a:xfrm>
            <a:custGeom>
              <a:avLst/>
              <a:gdLst/>
              <a:ahLst/>
              <a:cxnLst/>
              <a:rect l="l" t="t" r="r" b="b"/>
              <a:pathLst>
                <a:path w="2649" h="1005" extrusionOk="0">
                  <a:moveTo>
                    <a:pt x="1" y="0"/>
                  </a:moveTo>
                  <a:lnTo>
                    <a:pt x="1" y="1005"/>
                  </a:lnTo>
                  <a:lnTo>
                    <a:pt x="2649" y="1005"/>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7" name="Google Shape;5347;p33"/>
            <p:cNvSpPr/>
            <p:nvPr/>
          </p:nvSpPr>
          <p:spPr>
            <a:xfrm>
              <a:off x="7769583" y="2213013"/>
              <a:ext cx="110739" cy="70429"/>
            </a:xfrm>
            <a:custGeom>
              <a:avLst/>
              <a:gdLst/>
              <a:ahLst/>
              <a:cxnLst/>
              <a:rect l="l" t="t" r="r" b="b"/>
              <a:pathLst>
                <a:path w="2945" h="1873" extrusionOk="0">
                  <a:moveTo>
                    <a:pt x="388" y="1"/>
                  </a:moveTo>
                  <a:cubicBezTo>
                    <a:pt x="183" y="1"/>
                    <a:pt x="0" y="160"/>
                    <a:pt x="0" y="366"/>
                  </a:cubicBezTo>
                  <a:lnTo>
                    <a:pt x="0" y="1507"/>
                  </a:lnTo>
                  <a:cubicBezTo>
                    <a:pt x="0" y="1713"/>
                    <a:pt x="183" y="1872"/>
                    <a:pt x="388" y="1872"/>
                  </a:cubicBezTo>
                  <a:lnTo>
                    <a:pt x="2579" y="1872"/>
                  </a:lnTo>
                  <a:cubicBezTo>
                    <a:pt x="2785" y="1872"/>
                    <a:pt x="2945" y="1713"/>
                    <a:pt x="2945" y="1507"/>
                  </a:cubicBezTo>
                  <a:lnTo>
                    <a:pt x="2945" y="366"/>
                  </a:lnTo>
                  <a:cubicBezTo>
                    <a:pt x="2945" y="160"/>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8" name="Google Shape;5348;p33"/>
            <p:cNvSpPr/>
            <p:nvPr/>
          </p:nvSpPr>
          <p:spPr>
            <a:xfrm>
              <a:off x="7782443" y="2221587"/>
              <a:ext cx="85884" cy="54110"/>
            </a:xfrm>
            <a:custGeom>
              <a:avLst/>
              <a:gdLst/>
              <a:ahLst/>
              <a:cxnLst/>
              <a:rect l="l" t="t" r="r" b="b"/>
              <a:pathLst>
                <a:path w="2284" h="1439" extrusionOk="0">
                  <a:moveTo>
                    <a:pt x="297" y="1"/>
                  </a:moveTo>
                  <a:cubicBezTo>
                    <a:pt x="137" y="1"/>
                    <a:pt x="1" y="115"/>
                    <a:pt x="1" y="275"/>
                  </a:cubicBezTo>
                  <a:lnTo>
                    <a:pt x="1" y="1142"/>
                  </a:lnTo>
                  <a:cubicBezTo>
                    <a:pt x="1" y="1302"/>
                    <a:pt x="137" y="1439"/>
                    <a:pt x="297"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9" name="Google Shape;5349;p33"/>
            <p:cNvSpPr/>
            <p:nvPr/>
          </p:nvSpPr>
          <p:spPr>
            <a:xfrm>
              <a:off x="7594464" y="2126338"/>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0" name="Google Shape;5350;p33"/>
            <p:cNvSpPr/>
            <p:nvPr/>
          </p:nvSpPr>
          <p:spPr>
            <a:xfrm>
              <a:off x="7594464" y="2126338"/>
              <a:ext cx="99609" cy="36926"/>
            </a:xfrm>
            <a:custGeom>
              <a:avLst/>
              <a:gdLst/>
              <a:ahLst/>
              <a:cxnLst/>
              <a:rect l="l" t="t" r="r" b="b"/>
              <a:pathLst>
                <a:path w="2649" h="982" extrusionOk="0">
                  <a:moveTo>
                    <a:pt x="1" y="0"/>
                  </a:moveTo>
                  <a:lnTo>
                    <a:pt x="1" y="982"/>
                  </a:lnTo>
                  <a:lnTo>
                    <a:pt x="2649" y="982"/>
                  </a:lnTo>
                  <a:cubicBezTo>
                    <a:pt x="2260" y="799"/>
                    <a:pt x="2009" y="502"/>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1" name="Google Shape;5351;p33"/>
            <p:cNvSpPr/>
            <p:nvPr/>
          </p:nvSpPr>
          <p:spPr>
            <a:xfrm>
              <a:off x="7769583" y="2109153"/>
              <a:ext cx="110739" cy="71294"/>
            </a:xfrm>
            <a:custGeom>
              <a:avLst/>
              <a:gdLst/>
              <a:ahLst/>
              <a:cxnLst/>
              <a:rect l="l" t="t" r="r" b="b"/>
              <a:pathLst>
                <a:path w="2945" h="1896" extrusionOk="0">
                  <a:moveTo>
                    <a:pt x="388" y="1"/>
                  </a:moveTo>
                  <a:cubicBezTo>
                    <a:pt x="183" y="1"/>
                    <a:pt x="0" y="183"/>
                    <a:pt x="0" y="389"/>
                  </a:cubicBezTo>
                  <a:lnTo>
                    <a:pt x="0" y="1507"/>
                  </a:lnTo>
                  <a:cubicBezTo>
                    <a:pt x="0" y="1736"/>
                    <a:pt x="183" y="1895"/>
                    <a:pt x="388" y="1895"/>
                  </a:cubicBezTo>
                  <a:lnTo>
                    <a:pt x="2579" y="1895"/>
                  </a:lnTo>
                  <a:cubicBezTo>
                    <a:pt x="2785" y="1895"/>
                    <a:pt x="2945" y="1736"/>
                    <a:pt x="2945" y="1507"/>
                  </a:cubicBezTo>
                  <a:lnTo>
                    <a:pt x="2945" y="389"/>
                  </a:lnTo>
                  <a:cubicBezTo>
                    <a:pt x="2945" y="183"/>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2" name="Google Shape;5352;p33"/>
            <p:cNvSpPr/>
            <p:nvPr/>
          </p:nvSpPr>
          <p:spPr>
            <a:xfrm>
              <a:off x="7782443" y="2117764"/>
              <a:ext cx="85884" cy="54110"/>
            </a:xfrm>
            <a:custGeom>
              <a:avLst/>
              <a:gdLst/>
              <a:ahLst/>
              <a:cxnLst/>
              <a:rect l="l" t="t" r="r" b="b"/>
              <a:pathLst>
                <a:path w="2284" h="1439" extrusionOk="0">
                  <a:moveTo>
                    <a:pt x="297" y="0"/>
                  </a:moveTo>
                  <a:cubicBezTo>
                    <a:pt x="137" y="0"/>
                    <a:pt x="1" y="137"/>
                    <a:pt x="1" y="297"/>
                  </a:cubicBezTo>
                  <a:lnTo>
                    <a:pt x="1" y="1164"/>
                  </a:lnTo>
                  <a:cubicBezTo>
                    <a:pt x="1" y="1301"/>
                    <a:pt x="137" y="1438"/>
                    <a:pt x="297" y="1438"/>
                  </a:cubicBezTo>
                  <a:lnTo>
                    <a:pt x="1986" y="1438"/>
                  </a:lnTo>
                  <a:cubicBezTo>
                    <a:pt x="2146" y="1438"/>
                    <a:pt x="2283" y="1301"/>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3" name="Google Shape;5353;p33"/>
            <p:cNvSpPr/>
            <p:nvPr/>
          </p:nvSpPr>
          <p:spPr>
            <a:xfrm>
              <a:off x="7594464" y="2022477"/>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4" name="Google Shape;5354;p33"/>
            <p:cNvSpPr/>
            <p:nvPr/>
          </p:nvSpPr>
          <p:spPr>
            <a:xfrm>
              <a:off x="7594464" y="2022477"/>
              <a:ext cx="99609" cy="37791"/>
            </a:xfrm>
            <a:custGeom>
              <a:avLst/>
              <a:gdLst/>
              <a:ahLst/>
              <a:cxnLst/>
              <a:rect l="l" t="t" r="r" b="b"/>
              <a:pathLst>
                <a:path w="2649" h="1005" extrusionOk="0">
                  <a:moveTo>
                    <a:pt x="1" y="0"/>
                  </a:moveTo>
                  <a:lnTo>
                    <a:pt x="1" y="1005"/>
                  </a:lnTo>
                  <a:lnTo>
                    <a:pt x="2649" y="1005"/>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5" name="Google Shape;5355;p33"/>
            <p:cNvSpPr/>
            <p:nvPr/>
          </p:nvSpPr>
          <p:spPr>
            <a:xfrm>
              <a:off x="7769583" y="2006157"/>
              <a:ext cx="110739" cy="70429"/>
            </a:xfrm>
            <a:custGeom>
              <a:avLst/>
              <a:gdLst/>
              <a:ahLst/>
              <a:cxnLst/>
              <a:rect l="l" t="t" r="r" b="b"/>
              <a:pathLst>
                <a:path w="2945" h="1873" extrusionOk="0">
                  <a:moveTo>
                    <a:pt x="388" y="1"/>
                  </a:moveTo>
                  <a:cubicBezTo>
                    <a:pt x="183" y="1"/>
                    <a:pt x="0" y="161"/>
                    <a:pt x="0" y="366"/>
                  </a:cubicBezTo>
                  <a:lnTo>
                    <a:pt x="0" y="1507"/>
                  </a:lnTo>
                  <a:cubicBezTo>
                    <a:pt x="0" y="1713"/>
                    <a:pt x="183" y="1872"/>
                    <a:pt x="388" y="1872"/>
                  </a:cubicBezTo>
                  <a:lnTo>
                    <a:pt x="2579" y="1872"/>
                  </a:lnTo>
                  <a:cubicBezTo>
                    <a:pt x="2785" y="1872"/>
                    <a:pt x="2945" y="1713"/>
                    <a:pt x="2945" y="1507"/>
                  </a:cubicBezTo>
                  <a:lnTo>
                    <a:pt x="2945" y="366"/>
                  </a:lnTo>
                  <a:cubicBezTo>
                    <a:pt x="2945" y="161"/>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6" name="Google Shape;5356;p33"/>
            <p:cNvSpPr/>
            <p:nvPr/>
          </p:nvSpPr>
          <p:spPr>
            <a:xfrm>
              <a:off x="7782443" y="2014768"/>
              <a:ext cx="85884" cy="54072"/>
            </a:xfrm>
            <a:custGeom>
              <a:avLst/>
              <a:gdLst/>
              <a:ahLst/>
              <a:cxnLst/>
              <a:rect l="l" t="t" r="r" b="b"/>
              <a:pathLst>
                <a:path w="2284" h="1438" extrusionOk="0">
                  <a:moveTo>
                    <a:pt x="297" y="0"/>
                  </a:moveTo>
                  <a:cubicBezTo>
                    <a:pt x="137" y="0"/>
                    <a:pt x="1" y="114"/>
                    <a:pt x="1" y="274"/>
                  </a:cubicBezTo>
                  <a:lnTo>
                    <a:pt x="1" y="1141"/>
                  </a:lnTo>
                  <a:cubicBezTo>
                    <a:pt x="1" y="1301"/>
                    <a:pt x="137" y="1438"/>
                    <a:pt x="297" y="1438"/>
                  </a:cubicBezTo>
                  <a:lnTo>
                    <a:pt x="1986" y="1438"/>
                  </a:lnTo>
                  <a:cubicBezTo>
                    <a:pt x="2146" y="1438"/>
                    <a:pt x="2283" y="1301"/>
                    <a:pt x="2283" y="1141"/>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7" name="Google Shape;5357;p33"/>
            <p:cNvSpPr/>
            <p:nvPr/>
          </p:nvSpPr>
          <p:spPr>
            <a:xfrm>
              <a:off x="7594464" y="1917752"/>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8" name="Google Shape;5358;p33"/>
            <p:cNvSpPr/>
            <p:nvPr/>
          </p:nvSpPr>
          <p:spPr>
            <a:xfrm>
              <a:off x="7594464" y="1917752"/>
              <a:ext cx="99609" cy="37828"/>
            </a:xfrm>
            <a:custGeom>
              <a:avLst/>
              <a:gdLst/>
              <a:ahLst/>
              <a:cxnLst/>
              <a:rect l="l" t="t" r="r" b="b"/>
              <a:pathLst>
                <a:path w="2649" h="1006" extrusionOk="0">
                  <a:moveTo>
                    <a:pt x="1" y="1"/>
                  </a:moveTo>
                  <a:lnTo>
                    <a:pt x="1" y="1005"/>
                  </a:lnTo>
                  <a:lnTo>
                    <a:pt x="2649" y="1005"/>
                  </a:lnTo>
                  <a:cubicBezTo>
                    <a:pt x="2260" y="822"/>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9" name="Google Shape;5359;p33"/>
            <p:cNvSpPr/>
            <p:nvPr/>
          </p:nvSpPr>
          <p:spPr>
            <a:xfrm>
              <a:off x="7769583" y="1900604"/>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0" name="Google Shape;5360;p33"/>
            <p:cNvSpPr/>
            <p:nvPr/>
          </p:nvSpPr>
          <p:spPr>
            <a:xfrm>
              <a:off x="7782443" y="1909178"/>
              <a:ext cx="85884" cy="54110"/>
            </a:xfrm>
            <a:custGeom>
              <a:avLst/>
              <a:gdLst/>
              <a:ahLst/>
              <a:cxnLst/>
              <a:rect l="l" t="t" r="r" b="b"/>
              <a:pathLst>
                <a:path w="2284" h="1439" extrusionOk="0">
                  <a:moveTo>
                    <a:pt x="297" y="1"/>
                  </a:moveTo>
                  <a:cubicBezTo>
                    <a:pt x="137" y="1"/>
                    <a:pt x="1" y="137"/>
                    <a:pt x="1" y="297"/>
                  </a:cubicBezTo>
                  <a:lnTo>
                    <a:pt x="1" y="1165"/>
                  </a:lnTo>
                  <a:cubicBezTo>
                    <a:pt x="1" y="1324"/>
                    <a:pt x="137" y="1438"/>
                    <a:pt x="297" y="1438"/>
                  </a:cubicBezTo>
                  <a:lnTo>
                    <a:pt x="1986" y="1438"/>
                  </a:lnTo>
                  <a:cubicBezTo>
                    <a:pt x="2146" y="1438"/>
                    <a:pt x="2283" y="1324"/>
                    <a:pt x="2283" y="1165"/>
                  </a:cubicBezTo>
                  <a:lnTo>
                    <a:pt x="2283" y="297"/>
                  </a:lnTo>
                  <a:cubicBezTo>
                    <a:pt x="2283" y="137"/>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1" name="Google Shape;5361;p33"/>
            <p:cNvSpPr/>
            <p:nvPr/>
          </p:nvSpPr>
          <p:spPr>
            <a:xfrm>
              <a:off x="7594464" y="181389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2" name="Google Shape;5362;p33"/>
            <p:cNvSpPr/>
            <p:nvPr/>
          </p:nvSpPr>
          <p:spPr>
            <a:xfrm>
              <a:off x="7594464" y="1813891"/>
              <a:ext cx="99609" cy="37828"/>
            </a:xfrm>
            <a:custGeom>
              <a:avLst/>
              <a:gdLst/>
              <a:ahLst/>
              <a:cxnLst/>
              <a:rect l="l" t="t" r="r" b="b"/>
              <a:pathLst>
                <a:path w="2649" h="1006" extrusionOk="0">
                  <a:moveTo>
                    <a:pt x="1" y="1"/>
                  </a:moveTo>
                  <a:lnTo>
                    <a:pt x="1" y="1005"/>
                  </a:lnTo>
                  <a:lnTo>
                    <a:pt x="2649" y="1005"/>
                  </a:lnTo>
                  <a:cubicBezTo>
                    <a:pt x="2260" y="823"/>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3" name="Google Shape;5363;p33"/>
            <p:cNvSpPr/>
            <p:nvPr/>
          </p:nvSpPr>
          <p:spPr>
            <a:xfrm>
              <a:off x="7769583" y="1797609"/>
              <a:ext cx="110739" cy="71257"/>
            </a:xfrm>
            <a:custGeom>
              <a:avLst/>
              <a:gdLst/>
              <a:ahLst/>
              <a:cxnLst/>
              <a:rect l="l" t="t" r="r" b="b"/>
              <a:pathLst>
                <a:path w="2945" h="1895" extrusionOk="0">
                  <a:moveTo>
                    <a:pt x="388" y="0"/>
                  </a:moveTo>
                  <a:cubicBezTo>
                    <a:pt x="183" y="0"/>
                    <a:pt x="0" y="160"/>
                    <a:pt x="0" y="365"/>
                  </a:cubicBezTo>
                  <a:lnTo>
                    <a:pt x="0" y="1507"/>
                  </a:lnTo>
                  <a:cubicBezTo>
                    <a:pt x="0" y="1712"/>
                    <a:pt x="183" y="1895"/>
                    <a:pt x="388" y="1895"/>
                  </a:cubicBezTo>
                  <a:lnTo>
                    <a:pt x="2579" y="1895"/>
                  </a:lnTo>
                  <a:cubicBezTo>
                    <a:pt x="2785" y="1895"/>
                    <a:pt x="2945" y="1712"/>
                    <a:pt x="2945" y="1507"/>
                  </a:cubicBezTo>
                  <a:lnTo>
                    <a:pt x="2945" y="365"/>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4" name="Google Shape;5364;p33"/>
            <p:cNvSpPr/>
            <p:nvPr/>
          </p:nvSpPr>
          <p:spPr>
            <a:xfrm>
              <a:off x="7782443" y="1806182"/>
              <a:ext cx="85884" cy="54110"/>
            </a:xfrm>
            <a:custGeom>
              <a:avLst/>
              <a:gdLst/>
              <a:ahLst/>
              <a:cxnLst/>
              <a:rect l="l" t="t" r="r" b="b"/>
              <a:pathLst>
                <a:path w="2284" h="1439" extrusionOk="0">
                  <a:moveTo>
                    <a:pt x="297" y="0"/>
                  </a:moveTo>
                  <a:cubicBezTo>
                    <a:pt x="137" y="0"/>
                    <a:pt x="1" y="115"/>
                    <a:pt x="1" y="274"/>
                  </a:cubicBezTo>
                  <a:lnTo>
                    <a:pt x="1" y="1142"/>
                  </a:lnTo>
                  <a:cubicBezTo>
                    <a:pt x="1" y="1302"/>
                    <a:pt x="137" y="1438"/>
                    <a:pt x="297" y="1438"/>
                  </a:cubicBezTo>
                  <a:lnTo>
                    <a:pt x="1986" y="1438"/>
                  </a:lnTo>
                  <a:cubicBezTo>
                    <a:pt x="2146" y="1438"/>
                    <a:pt x="2283" y="1302"/>
                    <a:pt x="2283" y="1142"/>
                  </a:cubicBezTo>
                  <a:lnTo>
                    <a:pt x="2283" y="274"/>
                  </a:lnTo>
                  <a:cubicBezTo>
                    <a:pt x="2283" y="115"/>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5" name="Google Shape;5365;p33"/>
            <p:cNvSpPr/>
            <p:nvPr/>
          </p:nvSpPr>
          <p:spPr>
            <a:xfrm>
              <a:off x="6211750" y="3358864"/>
              <a:ext cx="37791" cy="206889"/>
            </a:xfrm>
            <a:custGeom>
              <a:avLst/>
              <a:gdLst/>
              <a:ahLst/>
              <a:cxnLst/>
              <a:rect l="l" t="t" r="r" b="b"/>
              <a:pathLst>
                <a:path w="1005" h="5502" extrusionOk="0">
                  <a:moveTo>
                    <a:pt x="0" y="0"/>
                  </a:moveTo>
                  <a:lnTo>
                    <a:pt x="0"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6" name="Google Shape;5366;p33"/>
            <p:cNvSpPr/>
            <p:nvPr/>
          </p:nvSpPr>
          <p:spPr>
            <a:xfrm>
              <a:off x="6211750" y="3358864"/>
              <a:ext cx="37791" cy="98744"/>
            </a:xfrm>
            <a:custGeom>
              <a:avLst/>
              <a:gdLst/>
              <a:ahLst/>
              <a:cxnLst/>
              <a:rect l="l" t="t" r="r" b="b"/>
              <a:pathLst>
                <a:path w="1005" h="2626" extrusionOk="0">
                  <a:moveTo>
                    <a:pt x="0" y="0"/>
                  </a:moveTo>
                  <a:lnTo>
                    <a:pt x="0" y="2625"/>
                  </a:lnTo>
                  <a:cubicBezTo>
                    <a:pt x="163" y="2280"/>
                    <a:pt x="415" y="2043"/>
                    <a:pt x="839" y="2043"/>
                  </a:cubicBezTo>
                  <a:cubicBezTo>
                    <a:pt x="891" y="2043"/>
                    <a:pt x="946"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7" name="Google Shape;5367;p33"/>
            <p:cNvSpPr/>
            <p:nvPr/>
          </p:nvSpPr>
          <p:spPr>
            <a:xfrm>
              <a:off x="6194565" y="3533945"/>
              <a:ext cx="71294" cy="110777"/>
            </a:xfrm>
            <a:custGeom>
              <a:avLst/>
              <a:gdLst/>
              <a:ahLst/>
              <a:cxnLst/>
              <a:rect l="l" t="t" r="r" b="b"/>
              <a:pathLst>
                <a:path w="1896" h="2946" extrusionOk="0">
                  <a:moveTo>
                    <a:pt x="389" y="1"/>
                  </a:moveTo>
                  <a:cubicBezTo>
                    <a:pt x="183" y="1"/>
                    <a:pt x="1" y="161"/>
                    <a:pt x="1" y="366"/>
                  </a:cubicBezTo>
                  <a:lnTo>
                    <a:pt x="1" y="2557"/>
                  </a:lnTo>
                  <a:cubicBezTo>
                    <a:pt x="1" y="2763"/>
                    <a:pt x="183" y="2945"/>
                    <a:pt x="389" y="2945"/>
                  </a:cubicBezTo>
                  <a:lnTo>
                    <a:pt x="1530" y="2945"/>
                  </a:lnTo>
                  <a:cubicBezTo>
                    <a:pt x="1735" y="2945"/>
                    <a:pt x="1895" y="2763"/>
                    <a:pt x="1895" y="2557"/>
                  </a:cubicBezTo>
                  <a:lnTo>
                    <a:pt x="1895" y="366"/>
                  </a:lnTo>
                  <a:cubicBezTo>
                    <a:pt x="1895" y="161"/>
                    <a:pt x="1735" y="1"/>
                    <a:pt x="15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8" name="Google Shape;5368;p33"/>
            <p:cNvSpPr/>
            <p:nvPr/>
          </p:nvSpPr>
          <p:spPr>
            <a:xfrm>
              <a:off x="6203139" y="3545978"/>
              <a:ext cx="54110" cy="85847"/>
            </a:xfrm>
            <a:custGeom>
              <a:avLst/>
              <a:gdLst/>
              <a:ahLst/>
              <a:cxnLst/>
              <a:rect l="l" t="t" r="r" b="b"/>
              <a:pathLst>
                <a:path w="1439" h="2283" extrusionOk="0">
                  <a:moveTo>
                    <a:pt x="298" y="0"/>
                  </a:moveTo>
                  <a:cubicBezTo>
                    <a:pt x="138" y="0"/>
                    <a:pt x="1" y="137"/>
                    <a:pt x="1" y="297"/>
                  </a:cubicBezTo>
                  <a:lnTo>
                    <a:pt x="1" y="2009"/>
                  </a:lnTo>
                  <a:cubicBezTo>
                    <a:pt x="1" y="2169"/>
                    <a:pt x="138" y="2283"/>
                    <a:pt x="298"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9" name="Google Shape;5369;p33"/>
            <p:cNvSpPr/>
            <p:nvPr/>
          </p:nvSpPr>
          <p:spPr>
            <a:xfrm>
              <a:off x="6314746" y="3358864"/>
              <a:ext cx="37791" cy="206889"/>
            </a:xfrm>
            <a:custGeom>
              <a:avLst/>
              <a:gdLst/>
              <a:ahLst/>
              <a:cxnLst/>
              <a:rect l="l" t="t" r="r" b="b"/>
              <a:pathLst>
                <a:path w="1005" h="5502" extrusionOk="0">
                  <a:moveTo>
                    <a:pt x="0" y="0"/>
                  </a:moveTo>
                  <a:lnTo>
                    <a:pt x="0"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0" name="Google Shape;5370;p33"/>
            <p:cNvSpPr/>
            <p:nvPr/>
          </p:nvSpPr>
          <p:spPr>
            <a:xfrm>
              <a:off x="6314746" y="3358864"/>
              <a:ext cx="37791" cy="98744"/>
            </a:xfrm>
            <a:custGeom>
              <a:avLst/>
              <a:gdLst/>
              <a:ahLst/>
              <a:cxnLst/>
              <a:rect l="l" t="t" r="r" b="b"/>
              <a:pathLst>
                <a:path w="1005" h="2626" extrusionOk="0">
                  <a:moveTo>
                    <a:pt x="0" y="0"/>
                  </a:moveTo>
                  <a:lnTo>
                    <a:pt x="0" y="2625"/>
                  </a:lnTo>
                  <a:cubicBezTo>
                    <a:pt x="163" y="2280"/>
                    <a:pt x="433" y="2043"/>
                    <a:pt x="845" y="2043"/>
                  </a:cubicBezTo>
                  <a:cubicBezTo>
                    <a:pt x="896" y="2043"/>
                    <a:pt x="949"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1" name="Google Shape;5371;p33"/>
            <p:cNvSpPr/>
            <p:nvPr/>
          </p:nvSpPr>
          <p:spPr>
            <a:xfrm>
              <a:off x="6298426" y="3533945"/>
              <a:ext cx="71294" cy="110777"/>
            </a:xfrm>
            <a:custGeom>
              <a:avLst/>
              <a:gdLst/>
              <a:ahLst/>
              <a:cxnLst/>
              <a:rect l="l" t="t" r="r" b="b"/>
              <a:pathLst>
                <a:path w="1896" h="2946" extrusionOk="0">
                  <a:moveTo>
                    <a:pt x="366" y="1"/>
                  </a:moveTo>
                  <a:cubicBezTo>
                    <a:pt x="160" y="1"/>
                    <a:pt x="1" y="161"/>
                    <a:pt x="1" y="366"/>
                  </a:cubicBezTo>
                  <a:lnTo>
                    <a:pt x="1" y="2557"/>
                  </a:lnTo>
                  <a:cubicBezTo>
                    <a:pt x="1" y="2763"/>
                    <a:pt x="160" y="2945"/>
                    <a:pt x="366"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2" name="Google Shape;5372;p33"/>
            <p:cNvSpPr/>
            <p:nvPr/>
          </p:nvSpPr>
          <p:spPr>
            <a:xfrm>
              <a:off x="6307000" y="3545978"/>
              <a:ext cx="54110" cy="85847"/>
            </a:xfrm>
            <a:custGeom>
              <a:avLst/>
              <a:gdLst/>
              <a:ahLst/>
              <a:cxnLst/>
              <a:rect l="l" t="t" r="r" b="b"/>
              <a:pathLst>
                <a:path w="1439" h="2283" extrusionOk="0">
                  <a:moveTo>
                    <a:pt x="275" y="0"/>
                  </a:moveTo>
                  <a:cubicBezTo>
                    <a:pt x="115" y="0"/>
                    <a:pt x="1" y="137"/>
                    <a:pt x="1" y="297"/>
                  </a:cubicBezTo>
                  <a:lnTo>
                    <a:pt x="1" y="2009"/>
                  </a:lnTo>
                  <a:cubicBezTo>
                    <a:pt x="1" y="2169"/>
                    <a:pt x="115" y="2283"/>
                    <a:pt x="275"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3" name="Google Shape;5373;p33"/>
            <p:cNvSpPr/>
            <p:nvPr/>
          </p:nvSpPr>
          <p:spPr>
            <a:xfrm>
              <a:off x="6418606" y="3358864"/>
              <a:ext cx="37791" cy="206889"/>
            </a:xfrm>
            <a:custGeom>
              <a:avLst/>
              <a:gdLst/>
              <a:ahLst/>
              <a:cxnLst/>
              <a:rect l="l" t="t" r="r" b="b"/>
              <a:pathLst>
                <a:path w="1005" h="5502" extrusionOk="0">
                  <a:moveTo>
                    <a:pt x="0" y="0"/>
                  </a:moveTo>
                  <a:lnTo>
                    <a:pt x="0" y="5501"/>
                  </a:lnTo>
                  <a:lnTo>
                    <a:pt x="1004" y="5501"/>
                  </a:lnTo>
                  <a:lnTo>
                    <a:pt x="10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4" name="Google Shape;5374;p33"/>
            <p:cNvSpPr/>
            <p:nvPr/>
          </p:nvSpPr>
          <p:spPr>
            <a:xfrm>
              <a:off x="6418606" y="3358864"/>
              <a:ext cx="37791" cy="98744"/>
            </a:xfrm>
            <a:custGeom>
              <a:avLst/>
              <a:gdLst/>
              <a:ahLst/>
              <a:cxnLst/>
              <a:rect l="l" t="t" r="r" b="b"/>
              <a:pathLst>
                <a:path w="1005" h="2626" extrusionOk="0">
                  <a:moveTo>
                    <a:pt x="0" y="0"/>
                  </a:moveTo>
                  <a:lnTo>
                    <a:pt x="0" y="2625"/>
                  </a:lnTo>
                  <a:cubicBezTo>
                    <a:pt x="163" y="2280"/>
                    <a:pt x="415" y="2043"/>
                    <a:pt x="838" y="2043"/>
                  </a:cubicBezTo>
                  <a:cubicBezTo>
                    <a:pt x="891" y="2043"/>
                    <a:pt x="946" y="2047"/>
                    <a:pt x="1004" y="2055"/>
                  </a:cubicBez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5" name="Google Shape;5375;p33"/>
            <p:cNvSpPr/>
            <p:nvPr/>
          </p:nvSpPr>
          <p:spPr>
            <a:xfrm>
              <a:off x="6401422" y="3533945"/>
              <a:ext cx="71294" cy="110777"/>
            </a:xfrm>
            <a:custGeom>
              <a:avLst/>
              <a:gdLst/>
              <a:ahLst/>
              <a:cxnLst/>
              <a:rect l="l" t="t" r="r" b="b"/>
              <a:pathLst>
                <a:path w="1896" h="2946" extrusionOk="0">
                  <a:moveTo>
                    <a:pt x="389" y="1"/>
                  </a:moveTo>
                  <a:cubicBezTo>
                    <a:pt x="183" y="1"/>
                    <a:pt x="1" y="161"/>
                    <a:pt x="1" y="366"/>
                  </a:cubicBezTo>
                  <a:lnTo>
                    <a:pt x="1" y="2557"/>
                  </a:lnTo>
                  <a:cubicBezTo>
                    <a:pt x="1" y="2763"/>
                    <a:pt x="183" y="2945"/>
                    <a:pt x="389" y="2945"/>
                  </a:cubicBezTo>
                  <a:lnTo>
                    <a:pt x="1530" y="2945"/>
                  </a:lnTo>
                  <a:cubicBezTo>
                    <a:pt x="1735" y="2945"/>
                    <a:pt x="1895" y="2763"/>
                    <a:pt x="1895" y="2557"/>
                  </a:cubicBezTo>
                  <a:lnTo>
                    <a:pt x="1895" y="366"/>
                  </a:lnTo>
                  <a:cubicBezTo>
                    <a:pt x="1895" y="161"/>
                    <a:pt x="1735" y="1"/>
                    <a:pt x="15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6" name="Google Shape;5376;p33"/>
            <p:cNvSpPr/>
            <p:nvPr/>
          </p:nvSpPr>
          <p:spPr>
            <a:xfrm>
              <a:off x="6409995" y="3545978"/>
              <a:ext cx="54110" cy="85847"/>
            </a:xfrm>
            <a:custGeom>
              <a:avLst/>
              <a:gdLst/>
              <a:ahLst/>
              <a:cxnLst/>
              <a:rect l="l" t="t" r="r" b="b"/>
              <a:pathLst>
                <a:path w="1439" h="2283" extrusionOk="0">
                  <a:moveTo>
                    <a:pt x="298" y="0"/>
                  </a:moveTo>
                  <a:cubicBezTo>
                    <a:pt x="138" y="0"/>
                    <a:pt x="1" y="137"/>
                    <a:pt x="1" y="297"/>
                  </a:cubicBezTo>
                  <a:lnTo>
                    <a:pt x="1" y="2009"/>
                  </a:lnTo>
                  <a:cubicBezTo>
                    <a:pt x="1" y="2169"/>
                    <a:pt x="138" y="2283"/>
                    <a:pt x="298"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7" name="Google Shape;5377;p33"/>
            <p:cNvSpPr/>
            <p:nvPr/>
          </p:nvSpPr>
          <p:spPr>
            <a:xfrm>
              <a:off x="6521602" y="3358864"/>
              <a:ext cx="37791" cy="206889"/>
            </a:xfrm>
            <a:custGeom>
              <a:avLst/>
              <a:gdLst/>
              <a:ahLst/>
              <a:cxnLst/>
              <a:rect l="l" t="t" r="r" b="b"/>
              <a:pathLst>
                <a:path w="1005" h="5502" extrusionOk="0">
                  <a:moveTo>
                    <a:pt x="0" y="0"/>
                  </a:moveTo>
                  <a:lnTo>
                    <a:pt x="0" y="5501"/>
                  </a:lnTo>
                  <a:lnTo>
                    <a:pt x="1004" y="5501"/>
                  </a:lnTo>
                  <a:lnTo>
                    <a:pt x="10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8" name="Google Shape;5378;p33"/>
            <p:cNvSpPr/>
            <p:nvPr/>
          </p:nvSpPr>
          <p:spPr>
            <a:xfrm>
              <a:off x="6522429" y="3358864"/>
              <a:ext cx="36963" cy="98744"/>
            </a:xfrm>
            <a:custGeom>
              <a:avLst/>
              <a:gdLst/>
              <a:ahLst/>
              <a:cxnLst/>
              <a:rect l="l" t="t" r="r" b="b"/>
              <a:pathLst>
                <a:path w="983" h="2626" extrusionOk="0">
                  <a:moveTo>
                    <a:pt x="1" y="0"/>
                  </a:moveTo>
                  <a:lnTo>
                    <a:pt x="1" y="2625"/>
                  </a:lnTo>
                  <a:cubicBezTo>
                    <a:pt x="143" y="2280"/>
                    <a:pt x="412" y="2043"/>
                    <a:pt x="822" y="2043"/>
                  </a:cubicBezTo>
                  <a:cubicBezTo>
                    <a:pt x="874"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9" name="Google Shape;5379;p33"/>
            <p:cNvSpPr/>
            <p:nvPr/>
          </p:nvSpPr>
          <p:spPr>
            <a:xfrm>
              <a:off x="6505282" y="3533945"/>
              <a:ext cx="71257" cy="110777"/>
            </a:xfrm>
            <a:custGeom>
              <a:avLst/>
              <a:gdLst/>
              <a:ahLst/>
              <a:cxnLst/>
              <a:rect l="l" t="t" r="r" b="b"/>
              <a:pathLst>
                <a:path w="1895" h="2946" extrusionOk="0">
                  <a:moveTo>
                    <a:pt x="366" y="1"/>
                  </a:moveTo>
                  <a:cubicBezTo>
                    <a:pt x="160" y="1"/>
                    <a:pt x="0" y="161"/>
                    <a:pt x="0" y="366"/>
                  </a:cubicBezTo>
                  <a:lnTo>
                    <a:pt x="0" y="2557"/>
                  </a:lnTo>
                  <a:cubicBezTo>
                    <a:pt x="0" y="2763"/>
                    <a:pt x="160" y="2945"/>
                    <a:pt x="366"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0" name="Google Shape;5380;p33"/>
            <p:cNvSpPr/>
            <p:nvPr/>
          </p:nvSpPr>
          <p:spPr>
            <a:xfrm>
              <a:off x="6513856" y="3545978"/>
              <a:ext cx="54110" cy="85847"/>
            </a:xfrm>
            <a:custGeom>
              <a:avLst/>
              <a:gdLst/>
              <a:ahLst/>
              <a:cxnLst/>
              <a:rect l="l" t="t" r="r" b="b"/>
              <a:pathLst>
                <a:path w="1439" h="2283" extrusionOk="0">
                  <a:moveTo>
                    <a:pt x="275" y="0"/>
                  </a:moveTo>
                  <a:cubicBezTo>
                    <a:pt x="115" y="0"/>
                    <a:pt x="1" y="137"/>
                    <a:pt x="1" y="297"/>
                  </a:cubicBezTo>
                  <a:lnTo>
                    <a:pt x="1" y="2009"/>
                  </a:lnTo>
                  <a:cubicBezTo>
                    <a:pt x="1" y="2169"/>
                    <a:pt x="115" y="2283"/>
                    <a:pt x="275"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1" name="Google Shape;5381;p33"/>
            <p:cNvSpPr/>
            <p:nvPr/>
          </p:nvSpPr>
          <p:spPr>
            <a:xfrm>
              <a:off x="6625463" y="3358864"/>
              <a:ext cx="37791" cy="206889"/>
            </a:xfrm>
            <a:custGeom>
              <a:avLst/>
              <a:gdLst/>
              <a:ahLst/>
              <a:cxnLst/>
              <a:rect l="l" t="t" r="r" b="b"/>
              <a:pathLst>
                <a:path w="1005" h="5502" extrusionOk="0">
                  <a:moveTo>
                    <a:pt x="0" y="0"/>
                  </a:moveTo>
                  <a:lnTo>
                    <a:pt x="0" y="5501"/>
                  </a:lnTo>
                  <a:lnTo>
                    <a:pt x="1004" y="5501"/>
                  </a:lnTo>
                  <a:lnTo>
                    <a:pt x="10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2" name="Google Shape;5382;p33"/>
            <p:cNvSpPr/>
            <p:nvPr/>
          </p:nvSpPr>
          <p:spPr>
            <a:xfrm>
              <a:off x="6625463" y="3358864"/>
              <a:ext cx="37791" cy="98744"/>
            </a:xfrm>
            <a:custGeom>
              <a:avLst/>
              <a:gdLst/>
              <a:ahLst/>
              <a:cxnLst/>
              <a:rect l="l" t="t" r="r" b="b"/>
              <a:pathLst>
                <a:path w="1005" h="2626" extrusionOk="0">
                  <a:moveTo>
                    <a:pt x="0" y="0"/>
                  </a:moveTo>
                  <a:lnTo>
                    <a:pt x="0" y="2625"/>
                  </a:lnTo>
                  <a:cubicBezTo>
                    <a:pt x="162" y="2280"/>
                    <a:pt x="415" y="2043"/>
                    <a:pt x="838" y="2043"/>
                  </a:cubicBezTo>
                  <a:cubicBezTo>
                    <a:pt x="891" y="2043"/>
                    <a:pt x="946" y="2047"/>
                    <a:pt x="1004" y="2055"/>
                  </a:cubicBez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3" name="Google Shape;5383;p33"/>
            <p:cNvSpPr/>
            <p:nvPr/>
          </p:nvSpPr>
          <p:spPr>
            <a:xfrm>
              <a:off x="6608278" y="3533945"/>
              <a:ext cx="71257" cy="110777"/>
            </a:xfrm>
            <a:custGeom>
              <a:avLst/>
              <a:gdLst/>
              <a:ahLst/>
              <a:cxnLst/>
              <a:rect l="l" t="t" r="r" b="b"/>
              <a:pathLst>
                <a:path w="1895" h="2946" extrusionOk="0">
                  <a:moveTo>
                    <a:pt x="389" y="1"/>
                  </a:moveTo>
                  <a:cubicBezTo>
                    <a:pt x="183" y="1"/>
                    <a:pt x="1" y="161"/>
                    <a:pt x="1" y="366"/>
                  </a:cubicBezTo>
                  <a:lnTo>
                    <a:pt x="1" y="2557"/>
                  </a:lnTo>
                  <a:cubicBezTo>
                    <a:pt x="1" y="2763"/>
                    <a:pt x="183" y="2945"/>
                    <a:pt x="389" y="2945"/>
                  </a:cubicBezTo>
                  <a:lnTo>
                    <a:pt x="1530" y="2945"/>
                  </a:lnTo>
                  <a:cubicBezTo>
                    <a:pt x="1735" y="2945"/>
                    <a:pt x="1895" y="2763"/>
                    <a:pt x="1895" y="2557"/>
                  </a:cubicBezTo>
                  <a:lnTo>
                    <a:pt x="1895" y="366"/>
                  </a:lnTo>
                  <a:cubicBezTo>
                    <a:pt x="1895" y="161"/>
                    <a:pt x="1735" y="1"/>
                    <a:pt x="15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4" name="Google Shape;5384;p33"/>
            <p:cNvSpPr/>
            <p:nvPr/>
          </p:nvSpPr>
          <p:spPr>
            <a:xfrm>
              <a:off x="6616851" y="3545978"/>
              <a:ext cx="54110" cy="85847"/>
            </a:xfrm>
            <a:custGeom>
              <a:avLst/>
              <a:gdLst/>
              <a:ahLst/>
              <a:cxnLst/>
              <a:rect l="l" t="t" r="r" b="b"/>
              <a:pathLst>
                <a:path w="1439" h="2283" extrusionOk="0">
                  <a:moveTo>
                    <a:pt x="297" y="0"/>
                  </a:moveTo>
                  <a:cubicBezTo>
                    <a:pt x="138" y="0"/>
                    <a:pt x="1" y="137"/>
                    <a:pt x="1" y="297"/>
                  </a:cubicBezTo>
                  <a:lnTo>
                    <a:pt x="1" y="2009"/>
                  </a:lnTo>
                  <a:cubicBezTo>
                    <a:pt x="1" y="2169"/>
                    <a:pt x="138" y="2283"/>
                    <a:pt x="297"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5" name="Google Shape;5385;p33"/>
            <p:cNvSpPr/>
            <p:nvPr/>
          </p:nvSpPr>
          <p:spPr>
            <a:xfrm>
              <a:off x="6729285"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6" name="Google Shape;5386;p33"/>
            <p:cNvSpPr/>
            <p:nvPr/>
          </p:nvSpPr>
          <p:spPr>
            <a:xfrm>
              <a:off x="6729285" y="3358864"/>
              <a:ext cx="36963" cy="98744"/>
            </a:xfrm>
            <a:custGeom>
              <a:avLst/>
              <a:gdLst/>
              <a:ahLst/>
              <a:cxnLst/>
              <a:rect l="l" t="t" r="r" b="b"/>
              <a:pathLst>
                <a:path w="983" h="2626" extrusionOk="0">
                  <a:moveTo>
                    <a:pt x="1" y="0"/>
                  </a:moveTo>
                  <a:lnTo>
                    <a:pt x="1" y="2625"/>
                  </a:lnTo>
                  <a:cubicBezTo>
                    <a:pt x="143" y="2280"/>
                    <a:pt x="411" y="2043"/>
                    <a:pt x="822" y="2043"/>
                  </a:cubicBezTo>
                  <a:cubicBezTo>
                    <a:pt x="873"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7" name="Google Shape;5387;p33"/>
            <p:cNvSpPr/>
            <p:nvPr/>
          </p:nvSpPr>
          <p:spPr>
            <a:xfrm>
              <a:off x="6712138" y="3533945"/>
              <a:ext cx="71257" cy="110777"/>
            </a:xfrm>
            <a:custGeom>
              <a:avLst/>
              <a:gdLst/>
              <a:ahLst/>
              <a:cxnLst/>
              <a:rect l="l" t="t" r="r" b="b"/>
              <a:pathLst>
                <a:path w="1895" h="2946" extrusionOk="0">
                  <a:moveTo>
                    <a:pt x="366" y="1"/>
                  </a:moveTo>
                  <a:cubicBezTo>
                    <a:pt x="160" y="1"/>
                    <a:pt x="0" y="161"/>
                    <a:pt x="0" y="366"/>
                  </a:cubicBezTo>
                  <a:lnTo>
                    <a:pt x="0" y="2557"/>
                  </a:lnTo>
                  <a:cubicBezTo>
                    <a:pt x="0" y="2763"/>
                    <a:pt x="160" y="2945"/>
                    <a:pt x="366"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8" name="Google Shape;5388;p33"/>
            <p:cNvSpPr/>
            <p:nvPr/>
          </p:nvSpPr>
          <p:spPr>
            <a:xfrm>
              <a:off x="6720712" y="3545978"/>
              <a:ext cx="54110" cy="85847"/>
            </a:xfrm>
            <a:custGeom>
              <a:avLst/>
              <a:gdLst/>
              <a:ahLst/>
              <a:cxnLst/>
              <a:rect l="l" t="t" r="r" b="b"/>
              <a:pathLst>
                <a:path w="1439" h="2283" extrusionOk="0">
                  <a:moveTo>
                    <a:pt x="275" y="0"/>
                  </a:moveTo>
                  <a:cubicBezTo>
                    <a:pt x="115" y="0"/>
                    <a:pt x="1" y="137"/>
                    <a:pt x="1" y="297"/>
                  </a:cubicBezTo>
                  <a:lnTo>
                    <a:pt x="1" y="2009"/>
                  </a:lnTo>
                  <a:cubicBezTo>
                    <a:pt x="1" y="2169"/>
                    <a:pt x="115" y="2283"/>
                    <a:pt x="275"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9" name="Google Shape;5389;p33"/>
            <p:cNvSpPr/>
            <p:nvPr/>
          </p:nvSpPr>
          <p:spPr>
            <a:xfrm>
              <a:off x="6832281" y="3358864"/>
              <a:ext cx="37828" cy="206889"/>
            </a:xfrm>
            <a:custGeom>
              <a:avLst/>
              <a:gdLst/>
              <a:ahLst/>
              <a:cxnLst/>
              <a:rect l="l" t="t" r="r" b="b"/>
              <a:pathLst>
                <a:path w="1006"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0" name="Google Shape;5390;p33"/>
            <p:cNvSpPr/>
            <p:nvPr/>
          </p:nvSpPr>
          <p:spPr>
            <a:xfrm>
              <a:off x="6832281" y="3358864"/>
              <a:ext cx="37828" cy="98744"/>
            </a:xfrm>
            <a:custGeom>
              <a:avLst/>
              <a:gdLst/>
              <a:ahLst/>
              <a:cxnLst/>
              <a:rect l="l" t="t" r="r" b="b"/>
              <a:pathLst>
                <a:path w="1006"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1" name="Google Shape;5391;p33"/>
            <p:cNvSpPr/>
            <p:nvPr/>
          </p:nvSpPr>
          <p:spPr>
            <a:xfrm>
              <a:off x="6815999" y="3533945"/>
              <a:ext cx="70392" cy="110777"/>
            </a:xfrm>
            <a:custGeom>
              <a:avLst/>
              <a:gdLst/>
              <a:ahLst/>
              <a:cxnLst/>
              <a:rect l="l" t="t" r="r" b="b"/>
              <a:pathLst>
                <a:path w="1872" h="2946" extrusionOk="0">
                  <a:moveTo>
                    <a:pt x="365" y="1"/>
                  </a:moveTo>
                  <a:cubicBezTo>
                    <a:pt x="160" y="1"/>
                    <a:pt x="0" y="161"/>
                    <a:pt x="0" y="366"/>
                  </a:cubicBezTo>
                  <a:lnTo>
                    <a:pt x="0" y="2557"/>
                  </a:lnTo>
                  <a:cubicBezTo>
                    <a:pt x="0" y="2763"/>
                    <a:pt x="160" y="2945"/>
                    <a:pt x="365" y="2945"/>
                  </a:cubicBezTo>
                  <a:lnTo>
                    <a:pt x="1507" y="2945"/>
                  </a:lnTo>
                  <a:cubicBezTo>
                    <a:pt x="1712" y="2945"/>
                    <a:pt x="1872" y="2763"/>
                    <a:pt x="1872" y="2557"/>
                  </a:cubicBezTo>
                  <a:lnTo>
                    <a:pt x="1872" y="366"/>
                  </a:lnTo>
                  <a:cubicBezTo>
                    <a:pt x="1872"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2" name="Google Shape;5392;p33"/>
            <p:cNvSpPr/>
            <p:nvPr/>
          </p:nvSpPr>
          <p:spPr>
            <a:xfrm>
              <a:off x="6823708" y="3545978"/>
              <a:ext cx="54110" cy="85847"/>
            </a:xfrm>
            <a:custGeom>
              <a:avLst/>
              <a:gdLst/>
              <a:ahLst/>
              <a:cxnLst/>
              <a:rect l="l" t="t" r="r" b="b"/>
              <a:pathLst>
                <a:path w="1439" h="2283" extrusionOk="0">
                  <a:moveTo>
                    <a:pt x="297" y="0"/>
                  </a:moveTo>
                  <a:cubicBezTo>
                    <a:pt x="138" y="0"/>
                    <a:pt x="1" y="137"/>
                    <a:pt x="1" y="297"/>
                  </a:cubicBezTo>
                  <a:lnTo>
                    <a:pt x="1" y="2009"/>
                  </a:lnTo>
                  <a:cubicBezTo>
                    <a:pt x="1" y="2169"/>
                    <a:pt x="138" y="2283"/>
                    <a:pt x="297"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33"/>
            <p:cNvSpPr/>
            <p:nvPr/>
          </p:nvSpPr>
          <p:spPr>
            <a:xfrm>
              <a:off x="6936142"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33"/>
            <p:cNvSpPr/>
            <p:nvPr/>
          </p:nvSpPr>
          <p:spPr>
            <a:xfrm>
              <a:off x="6936142" y="3358864"/>
              <a:ext cx="36963" cy="98744"/>
            </a:xfrm>
            <a:custGeom>
              <a:avLst/>
              <a:gdLst/>
              <a:ahLst/>
              <a:cxnLst/>
              <a:rect l="l" t="t" r="r" b="b"/>
              <a:pathLst>
                <a:path w="983" h="2626" extrusionOk="0">
                  <a:moveTo>
                    <a:pt x="1" y="0"/>
                  </a:moveTo>
                  <a:lnTo>
                    <a:pt x="1" y="2625"/>
                  </a:lnTo>
                  <a:cubicBezTo>
                    <a:pt x="143" y="2280"/>
                    <a:pt x="411" y="2043"/>
                    <a:pt x="822" y="2043"/>
                  </a:cubicBezTo>
                  <a:cubicBezTo>
                    <a:pt x="873"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33"/>
            <p:cNvSpPr/>
            <p:nvPr/>
          </p:nvSpPr>
          <p:spPr>
            <a:xfrm>
              <a:off x="6918995" y="3533945"/>
              <a:ext cx="71257" cy="110777"/>
            </a:xfrm>
            <a:custGeom>
              <a:avLst/>
              <a:gdLst/>
              <a:ahLst/>
              <a:cxnLst/>
              <a:rect l="l" t="t" r="r" b="b"/>
              <a:pathLst>
                <a:path w="1895" h="2946" extrusionOk="0">
                  <a:moveTo>
                    <a:pt x="388" y="1"/>
                  </a:moveTo>
                  <a:cubicBezTo>
                    <a:pt x="160" y="1"/>
                    <a:pt x="0" y="161"/>
                    <a:pt x="0" y="366"/>
                  </a:cubicBezTo>
                  <a:lnTo>
                    <a:pt x="0" y="2557"/>
                  </a:lnTo>
                  <a:cubicBezTo>
                    <a:pt x="0" y="2763"/>
                    <a:pt x="160" y="2945"/>
                    <a:pt x="388"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33"/>
            <p:cNvSpPr/>
            <p:nvPr/>
          </p:nvSpPr>
          <p:spPr>
            <a:xfrm>
              <a:off x="6927568" y="3545978"/>
              <a:ext cx="54110" cy="85847"/>
            </a:xfrm>
            <a:custGeom>
              <a:avLst/>
              <a:gdLst/>
              <a:ahLst/>
              <a:cxnLst/>
              <a:rect l="l" t="t" r="r" b="b"/>
              <a:pathLst>
                <a:path w="1439" h="2283" extrusionOk="0">
                  <a:moveTo>
                    <a:pt x="274" y="0"/>
                  </a:moveTo>
                  <a:cubicBezTo>
                    <a:pt x="115" y="0"/>
                    <a:pt x="1" y="137"/>
                    <a:pt x="1" y="297"/>
                  </a:cubicBezTo>
                  <a:lnTo>
                    <a:pt x="1" y="2009"/>
                  </a:lnTo>
                  <a:cubicBezTo>
                    <a:pt x="1" y="2169"/>
                    <a:pt x="115" y="2283"/>
                    <a:pt x="274"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33"/>
            <p:cNvSpPr/>
            <p:nvPr/>
          </p:nvSpPr>
          <p:spPr>
            <a:xfrm>
              <a:off x="7039137" y="3358864"/>
              <a:ext cx="37828" cy="206889"/>
            </a:xfrm>
            <a:custGeom>
              <a:avLst/>
              <a:gdLst/>
              <a:ahLst/>
              <a:cxnLst/>
              <a:rect l="l" t="t" r="r" b="b"/>
              <a:pathLst>
                <a:path w="1006"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33"/>
            <p:cNvSpPr/>
            <p:nvPr/>
          </p:nvSpPr>
          <p:spPr>
            <a:xfrm>
              <a:off x="7039137" y="3358864"/>
              <a:ext cx="37828" cy="98744"/>
            </a:xfrm>
            <a:custGeom>
              <a:avLst/>
              <a:gdLst/>
              <a:ahLst/>
              <a:cxnLst/>
              <a:rect l="l" t="t" r="r" b="b"/>
              <a:pathLst>
                <a:path w="1006"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33"/>
            <p:cNvSpPr/>
            <p:nvPr/>
          </p:nvSpPr>
          <p:spPr>
            <a:xfrm>
              <a:off x="7022855" y="3533945"/>
              <a:ext cx="70392" cy="110777"/>
            </a:xfrm>
            <a:custGeom>
              <a:avLst/>
              <a:gdLst/>
              <a:ahLst/>
              <a:cxnLst/>
              <a:rect l="l" t="t" r="r" b="b"/>
              <a:pathLst>
                <a:path w="1872" h="2946" extrusionOk="0">
                  <a:moveTo>
                    <a:pt x="365" y="1"/>
                  </a:moveTo>
                  <a:cubicBezTo>
                    <a:pt x="160" y="1"/>
                    <a:pt x="0" y="161"/>
                    <a:pt x="0" y="366"/>
                  </a:cubicBezTo>
                  <a:lnTo>
                    <a:pt x="0" y="2557"/>
                  </a:lnTo>
                  <a:cubicBezTo>
                    <a:pt x="0" y="2763"/>
                    <a:pt x="160" y="2945"/>
                    <a:pt x="365" y="2945"/>
                  </a:cubicBezTo>
                  <a:lnTo>
                    <a:pt x="1507" y="2945"/>
                  </a:lnTo>
                  <a:cubicBezTo>
                    <a:pt x="1712" y="2945"/>
                    <a:pt x="1872" y="2763"/>
                    <a:pt x="1872" y="2557"/>
                  </a:cubicBezTo>
                  <a:lnTo>
                    <a:pt x="1872" y="366"/>
                  </a:lnTo>
                  <a:cubicBezTo>
                    <a:pt x="1872"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33"/>
            <p:cNvSpPr/>
            <p:nvPr/>
          </p:nvSpPr>
          <p:spPr>
            <a:xfrm>
              <a:off x="7030564" y="3545978"/>
              <a:ext cx="54110" cy="85847"/>
            </a:xfrm>
            <a:custGeom>
              <a:avLst/>
              <a:gdLst/>
              <a:ahLst/>
              <a:cxnLst/>
              <a:rect l="l" t="t" r="r" b="b"/>
              <a:pathLst>
                <a:path w="1439" h="2283" extrusionOk="0">
                  <a:moveTo>
                    <a:pt x="297" y="0"/>
                  </a:moveTo>
                  <a:cubicBezTo>
                    <a:pt x="138" y="0"/>
                    <a:pt x="1" y="137"/>
                    <a:pt x="1" y="297"/>
                  </a:cubicBezTo>
                  <a:lnTo>
                    <a:pt x="1" y="2009"/>
                  </a:lnTo>
                  <a:cubicBezTo>
                    <a:pt x="1" y="2169"/>
                    <a:pt x="138" y="2283"/>
                    <a:pt x="297" y="2283"/>
                  </a:cubicBezTo>
                  <a:lnTo>
                    <a:pt x="1165" y="2283"/>
                  </a:lnTo>
                  <a:cubicBezTo>
                    <a:pt x="1324" y="2283"/>
                    <a:pt x="1439" y="2169"/>
                    <a:pt x="1439" y="2009"/>
                  </a:cubicBezTo>
                  <a:lnTo>
                    <a:pt x="1439" y="297"/>
                  </a:lnTo>
                  <a:cubicBezTo>
                    <a:pt x="1439" y="137"/>
                    <a:pt x="1324"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33"/>
            <p:cNvSpPr/>
            <p:nvPr/>
          </p:nvSpPr>
          <p:spPr>
            <a:xfrm>
              <a:off x="7142998"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33"/>
            <p:cNvSpPr/>
            <p:nvPr/>
          </p:nvSpPr>
          <p:spPr>
            <a:xfrm>
              <a:off x="7142998" y="3358864"/>
              <a:ext cx="36963" cy="98744"/>
            </a:xfrm>
            <a:custGeom>
              <a:avLst/>
              <a:gdLst/>
              <a:ahLst/>
              <a:cxnLst/>
              <a:rect l="l" t="t" r="r" b="b"/>
              <a:pathLst>
                <a:path w="983" h="2626" extrusionOk="0">
                  <a:moveTo>
                    <a:pt x="1" y="0"/>
                  </a:moveTo>
                  <a:lnTo>
                    <a:pt x="1" y="2625"/>
                  </a:lnTo>
                  <a:cubicBezTo>
                    <a:pt x="163" y="2280"/>
                    <a:pt x="416" y="2043"/>
                    <a:pt x="823" y="2043"/>
                  </a:cubicBezTo>
                  <a:cubicBezTo>
                    <a:pt x="874"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33"/>
            <p:cNvSpPr/>
            <p:nvPr/>
          </p:nvSpPr>
          <p:spPr>
            <a:xfrm>
              <a:off x="7125851" y="3533945"/>
              <a:ext cx="71257" cy="110777"/>
            </a:xfrm>
            <a:custGeom>
              <a:avLst/>
              <a:gdLst/>
              <a:ahLst/>
              <a:cxnLst/>
              <a:rect l="l" t="t" r="r" b="b"/>
              <a:pathLst>
                <a:path w="1895" h="2946" extrusionOk="0">
                  <a:moveTo>
                    <a:pt x="388" y="1"/>
                  </a:moveTo>
                  <a:cubicBezTo>
                    <a:pt x="160" y="1"/>
                    <a:pt x="0" y="161"/>
                    <a:pt x="0" y="366"/>
                  </a:cubicBezTo>
                  <a:lnTo>
                    <a:pt x="0" y="2557"/>
                  </a:lnTo>
                  <a:cubicBezTo>
                    <a:pt x="0" y="2763"/>
                    <a:pt x="160" y="2945"/>
                    <a:pt x="388"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33"/>
            <p:cNvSpPr/>
            <p:nvPr/>
          </p:nvSpPr>
          <p:spPr>
            <a:xfrm>
              <a:off x="7134424" y="3545978"/>
              <a:ext cx="54110" cy="85847"/>
            </a:xfrm>
            <a:custGeom>
              <a:avLst/>
              <a:gdLst/>
              <a:ahLst/>
              <a:cxnLst/>
              <a:rect l="l" t="t" r="r" b="b"/>
              <a:pathLst>
                <a:path w="1439" h="2283" extrusionOk="0">
                  <a:moveTo>
                    <a:pt x="274" y="0"/>
                  </a:moveTo>
                  <a:cubicBezTo>
                    <a:pt x="137" y="0"/>
                    <a:pt x="0" y="137"/>
                    <a:pt x="0" y="297"/>
                  </a:cubicBezTo>
                  <a:lnTo>
                    <a:pt x="0" y="2009"/>
                  </a:lnTo>
                  <a:cubicBezTo>
                    <a:pt x="0" y="2169"/>
                    <a:pt x="137" y="2283"/>
                    <a:pt x="274" y="2283"/>
                  </a:cubicBezTo>
                  <a:lnTo>
                    <a:pt x="1142" y="2283"/>
                  </a:lnTo>
                  <a:cubicBezTo>
                    <a:pt x="1301" y="2283"/>
                    <a:pt x="1438" y="2169"/>
                    <a:pt x="1438" y="2009"/>
                  </a:cubicBezTo>
                  <a:lnTo>
                    <a:pt x="1438" y="297"/>
                  </a:lnTo>
                  <a:cubicBezTo>
                    <a:pt x="1438" y="137"/>
                    <a:pt x="1301"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33"/>
            <p:cNvSpPr/>
            <p:nvPr/>
          </p:nvSpPr>
          <p:spPr>
            <a:xfrm>
              <a:off x="7245994" y="3358864"/>
              <a:ext cx="37828" cy="206889"/>
            </a:xfrm>
            <a:custGeom>
              <a:avLst/>
              <a:gdLst/>
              <a:ahLst/>
              <a:cxnLst/>
              <a:rect l="l" t="t" r="r" b="b"/>
              <a:pathLst>
                <a:path w="1006"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33"/>
            <p:cNvSpPr/>
            <p:nvPr/>
          </p:nvSpPr>
          <p:spPr>
            <a:xfrm>
              <a:off x="7245994" y="3358864"/>
              <a:ext cx="37828" cy="98744"/>
            </a:xfrm>
            <a:custGeom>
              <a:avLst/>
              <a:gdLst/>
              <a:ahLst/>
              <a:cxnLst/>
              <a:rect l="l" t="t" r="r" b="b"/>
              <a:pathLst>
                <a:path w="1006"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33"/>
            <p:cNvSpPr/>
            <p:nvPr/>
          </p:nvSpPr>
          <p:spPr>
            <a:xfrm>
              <a:off x="7229711" y="3533945"/>
              <a:ext cx="70392" cy="110777"/>
            </a:xfrm>
            <a:custGeom>
              <a:avLst/>
              <a:gdLst/>
              <a:ahLst/>
              <a:cxnLst/>
              <a:rect l="l" t="t" r="r" b="b"/>
              <a:pathLst>
                <a:path w="1872" h="2946" extrusionOk="0">
                  <a:moveTo>
                    <a:pt x="365" y="1"/>
                  </a:moveTo>
                  <a:cubicBezTo>
                    <a:pt x="160" y="1"/>
                    <a:pt x="0" y="161"/>
                    <a:pt x="0" y="366"/>
                  </a:cubicBezTo>
                  <a:lnTo>
                    <a:pt x="0" y="2557"/>
                  </a:lnTo>
                  <a:cubicBezTo>
                    <a:pt x="0" y="2763"/>
                    <a:pt x="160" y="2945"/>
                    <a:pt x="365" y="2945"/>
                  </a:cubicBezTo>
                  <a:lnTo>
                    <a:pt x="1506" y="2945"/>
                  </a:lnTo>
                  <a:cubicBezTo>
                    <a:pt x="1712" y="2945"/>
                    <a:pt x="1872" y="2763"/>
                    <a:pt x="1872" y="2557"/>
                  </a:cubicBezTo>
                  <a:lnTo>
                    <a:pt x="1872" y="366"/>
                  </a:lnTo>
                  <a:cubicBezTo>
                    <a:pt x="1872" y="161"/>
                    <a:pt x="1712" y="1"/>
                    <a:pt x="15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33"/>
            <p:cNvSpPr/>
            <p:nvPr/>
          </p:nvSpPr>
          <p:spPr>
            <a:xfrm>
              <a:off x="7237420" y="3545978"/>
              <a:ext cx="54110" cy="85847"/>
            </a:xfrm>
            <a:custGeom>
              <a:avLst/>
              <a:gdLst/>
              <a:ahLst/>
              <a:cxnLst/>
              <a:rect l="l" t="t" r="r" b="b"/>
              <a:pathLst>
                <a:path w="1439" h="2283" extrusionOk="0">
                  <a:moveTo>
                    <a:pt x="297" y="0"/>
                  </a:moveTo>
                  <a:cubicBezTo>
                    <a:pt x="137" y="0"/>
                    <a:pt x="0" y="137"/>
                    <a:pt x="0" y="297"/>
                  </a:cubicBezTo>
                  <a:lnTo>
                    <a:pt x="0" y="2009"/>
                  </a:lnTo>
                  <a:cubicBezTo>
                    <a:pt x="0" y="2169"/>
                    <a:pt x="137" y="2283"/>
                    <a:pt x="297" y="2283"/>
                  </a:cubicBezTo>
                  <a:lnTo>
                    <a:pt x="1165" y="2283"/>
                  </a:lnTo>
                  <a:cubicBezTo>
                    <a:pt x="1324" y="2283"/>
                    <a:pt x="1438" y="2169"/>
                    <a:pt x="1438" y="2009"/>
                  </a:cubicBezTo>
                  <a:lnTo>
                    <a:pt x="1438" y="297"/>
                  </a:lnTo>
                  <a:cubicBezTo>
                    <a:pt x="1438" y="137"/>
                    <a:pt x="1324"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33"/>
            <p:cNvSpPr/>
            <p:nvPr/>
          </p:nvSpPr>
          <p:spPr>
            <a:xfrm>
              <a:off x="7349854"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33"/>
            <p:cNvSpPr/>
            <p:nvPr/>
          </p:nvSpPr>
          <p:spPr>
            <a:xfrm>
              <a:off x="7349854" y="3358864"/>
              <a:ext cx="36963" cy="98744"/>
            </a:xfrm>
            <a:custGeom>
              <a:avLst/>
              <a:gdLst/>
              <a:ahLst/>
              <a:cxnLst/>
              <a:rect l="l" t="t" r="r" b="b"/>
              <a:pathLst>
                <a:path w="983" h="2626" extrusionOk="0">
                  <a:moveTo>
                    <a:pt x="1" y="0"/>
                  </a:moveTo>
                  <a:lnTo>
                    <a:pt x="1" y="2625"/>
                  </a:lnTo>
                  <a:cubicBezTo>
                    <a:pt x="163" y="2280"/>
                    <a:pt x="416" y="2043"/>
                    <a:pt x="823" y="2043"/>
                  </a:cubicBezTo>
                  <a:cubicBezTo>
                    <a:pt x="873"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33"/>
            <p:cNvSpPr/>
            <p:nvPr/>
          </p:nvSpPr>
          <p:spPr>
            <a:xfrm>
              <a:off x="7332707" y="3533945"/>
              <a:ext cx="71257" cy="110777"/>
            </a:xfrm>
            <a:custGeom>
              <a:avLst/>
              <a:gdLst/>
              <a:ahLst/>
              <a:cxnLst/>
              <a:rect l="l" t="t" r="r" b="b"/>
              <a:pathLst>
                <a:path w="1895" h="2946" extrusionOk="0">
                  <a:moveTo>
                    <a:pt x="388" y="1"/>
                  </a:moveTo>
                  <a:cubicBezTo>
                    <a:pt x="160" y="1"/>
                    <a:pt x="0" y="161"/>
                    <a:pt x="0" y="366"/>
                  </a:cubicBezTo>
                  <a:lnTo>
                    <a:pt x="0" y="2557"/>
                  </a:lnTo>
                  <a:cubicBezTo>
                    <a:pt x="0" y="2763"/>
                    <a:pt x="160" y="2945"/>
                    <a:pt x="388"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33"/>
            <p:cNvSpPr/>
            <p:nvPr/>
          </p:nvSpPr>
          <p:spPr>
            <a:xfrm>
              <a:off x="7341281" y="3545978"/>
              <a:ext cx="54110" cy="85847"/>
            </a:xfrm>
            <a:custGeom>
              <a:avLst/>
              <a:gdLst/>
              <a:ahLst/>
              <a:cxnLst/>
              <a:rect l="l" t="t" r="r" b="b"/>
              <a:pathLst>
                <a:path w="1439" h="2283" extrusionOk="0">
                  <a:moveTo>
                    <a:pt x="297" y="0"/>
                  </a:moveTo>
                  <a:cubicBezTo>
                    <a:pt x="137" y="0"/>
                    <a:pt x="0" y="137"/>
                    <a:pt x="0" y="297"/>
                  </a:cubicBezTo>
                  <a:lnTo>
                    <a:pt x="0" y="2009"/>
                  </a:lnTo>
                  <a:cubicBezTo>
                    <a:pt x="0" y="2169"/>
                    <a:pt x="137" y="2283"/>
                    <a:pt x="297" y="2283"/>
                  </a:cubicBezTo>
                  <a:lnTo>
                    <a:pt x="1142" y="2283"/>
                  </a:lnTo>
                  <a:cubicBezTo>
                    <a:pt x="1301" y="2283"/>
                    <a:pt x="1438" y="2169"/>
                    <a:pt x="1438" y="2009"/>
                  </a:cubicBezTo>
                  <a:lnTo>
                    <a:pt x="1438" y="297"/>
                  </a:lnTo>
                  <a:cubicBezTo>
                    <a:pt x="1438" y="137"/>
                    <a:pt x="1301"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33"/>
            <p:cNvSpPr/>
            <p:nvPr/>
          </p:nvSpPr>
          <p:spPr>
            <a:xfrm>
              <a:off x="7452850" y="3358864"/>
              <a:ext cx="37791" cy="206889"/>
            </a:xfrm>
            <a:custGeom>
              <a:avLst/>
              <a:gdLst/>
              <a:ahLst/>
              <a:cxnLst/>
              <a:rect l="l" t="t" r="r" b="b"/>
              <a:pathLst>
                <a:path w="1005"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33"/>
            <p:cNvSpPr/>
            <p:nvPr/>
          </p:nvSpPr>
          <p:spPr>
            <a:xfrm>
              <a:off x="7452850" y="3358864"/>
              <a:ext cx="37791" cy="98744"/>
            </a:xfrm>
            <a:custGeom>
              <a:avLst/>
              <a:gdLst/>
              <a:ahLst/>
              <a:cxnLst/>
              <a:rect l="l" t="t" r="r" b="b"/>
              <a:pathLst>
                <a:path w="1005"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33"/>
            <p:cNvSpPr/>
            <p:nvPr/>
          </p:nvSpPr>
          <p:spPr>
            <a:xfrm>
              <a:off x="7436530" y="3533945"/>
              <a:ext cx="70429" cy="110777"/>
            </a:xfrm>
            <a:custGeom>
              <a:avLst/>
              <a:gdLst/>
              <a:ahLst/>
              <a:cxnLst/>
              <a:rect l="l" t="t" r="r" b="b"/>
              <a:pathLst>
                <a:path w="1873" h="2946" extrusionOk="0">
                  <a:moveTo>
                    <a:pt x="366" y="1"/>
                  </a:moveTo>
                  <a:cubicBezTo>
                    <a:pt x="161" y="1"/>
                    <a:pt x="1" y="161"/>
                    <a:pt x="1" y="366"/>
                  </a:cubicBezTo>
                  <a:lnTo>
                    <a:pt x="1" y="2557"/>
                  </a:lnTo>
                  <a:cubicBezTo>
                    <a:pt x="1" y="2763"/>
                    <a:pt x="161" y="2945"/>
                    <a:pt x="366" y="2945"/>
                  </a:cubicBezTo>
                  <a:lnTo>
                    <a:pt x="1507" y="2945"/>
                  </a:lnTo>
                  <a:cubicBezTo>
                    <a:pt x="1713" y="2945"/>
                    <a:pt x="1873" y="2763"/>
                    <a:pt x="1873" y="2557"/>
                  </a:cubicBezTo>
                  <a:lnTo>
                    <a:pt x="1873" y="366"/>
                  </a:lnTo>
                  <a:cubicBezTo>
                    <a:pt x="1873" y="161"/>
                    <a:pt x="1713"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33"/>
            <p:cNvSpPr/>
            <p:nvPr/>
          </p:nvSpPr>
          <p:spPr>
            <a:xfrm>
              <a:off x="7444276" y="3545978"/>
              <a:ext cx="54110" cy="85847"/>
            </a:xfrm>
            <a:custGeom>
              <a:avLst/>
              <a:gdLst/>
              <a:ahLst/>
              <a:cxnLst/>
              <a:rect l="l" t="t" r="r" b="b"/>
              <a:pathLst>
                <a:path w="1439" h="2283" extrusionOk="0">
                  <a:moveTo>
                    <a:pt x="297" y="0"/>
                  </a:moveTo>
                  <a:cubicBezTo>
                    <a:pt x="137" y="0"/>
                    <a:pt x="0" y="137"/>
                    <a:pt x="0" y="297"/>
                  </a:cubicBezTo>
                  <a:lnTo>
                    <a:pt x="0" y="2009"/>
                  </a:lnTo>
                  <a:cubicBezTo>
                    <a:pt x="0" y="2169"/>
                    <a:pt x="137" y="2283"/>
                    <a:pt x="297" y="2283"/>
                  </a:cubicBezTo>
                  <a:lnTo>
                    <a:pt x="1164" y="2283"/>
                  </a:lnTo>
                  <a:cubicBezTo>
                    <a:pt x="1324" y="2283"/>
                    <a:pt x="1438" y="2169"/>
                    <a:pt x="1438" y="2009"/>
                  </a:cubicBezTo>
                  <a:lnTo>
                    <a:pt x="1438" y="297"/>
                  </a:lnTo>
                  <a:cubicBezTo>
                    <a:pt x="1438" y="137"/>
                    <a:pt x="1324" y="0"/>
                    <a:pt x="11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9418046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164"/>
                                        </p:tgtEl>
                                        <p:attrNameLst>
                                          <p:attrName>style.visibility</p:attrName>
                                        </p:attrNameLst>
                                      </p:cBhvr>
                                      <p:to>
                                        <p:strVal val="visible"/>
                                      </p:to>
                                    </p:set>
                                    <p:anim calcmode="lin" valueType="num">
                                      <p:cBhvr>
                                        <p:cTn id="7" dur="1000" fill="hold"/>
                                        <p:tgtEl>
                                          <p:spTgt spid="5164"/>
                                        </p:tgtEl>
                                        <p:attrNameLst>
                                          <p:attrName>ppt_w</p:attrName>
                                        </p:attrNameLst>
                                      </p:cBhvr>
                                      <p:tavLst>
                                        <p:tav tm="0">
                                          <p:val>
                                            <p:strVal val="#ppt_w*0.70"/>
                                          </p:val>
                                        </p:tav>
                                        <p:tav tm="100000">
                                          <p:val>
                                            <p:strVal val="#ppt_w"/>
                                          </p:val>
                                        </p:tav>
                                      </p:tavLst>
                                    </p:anim>
                                    <p:anim calcmode="lin" valueType="num">
                                      <p:cBhvr>
                                        <p:cTn id="8" dur="1000" fill="hold"/>
                                        <p:tgtEl>
                                          <p:spTgt spid="5164"/>
                                        </p:tgtEl>
                                        <p:attrNameLst>
                                          <p:attrName>ppt_h</p:attrName>
                                        </p:attrNameLst>
                                      </p:cBhvr>
                                      <p:tavLst>
                                        <p:tav tm="0">
                                          <p:val>
                                            <p:strVal val="#ppt_h"/>
                                          </p:val>
                                        </p:tav>
                                        <p:tav tm="100000">
                                          <p:val>
                                            <p:strVal val="#ppt_h"/>
                                          </p:val>
                                        </p:tav>
                                      </p:tavLst>
                                    </p:anim>
                                    <p:animEffect transition="in" filter="fade">
                                      <p:cBhvr>
                                        <p:cTn id="9" dur="1000"/>
                                        <p:tgtEl>
                                          <p:spTgt spid="5164"/>
                                        </p:tgtEl>
                                      </p:cBhvr>
                                    </p:animEffect>
                                  </p:childTnLst>
                                </p:cTn>
                              </p:par>
                            </p:childTnLst>
                          </p:cTn>
                        </p:par>
                      </p:childTnLst>
                    </p:cTn>
                  </p:par>
                  <p:par>
                    <p:cTn id="10" fill="hold">
                      <p:stCondLst>
                        <p:cond delay="indefinite"/>
                      </p:stCondLst>
                      <p:childTnLst>
                        <p:par>
                          <p:cTn id="11" fill="hold">
                            <p:stCondLst>
                              <p:cond delay="0"/>
                            </p:stCondLst>
                            <p:childTnLst>
                              <p:par>
                                <p:cTn id="12" presetID="37" presetClass="entr" presetSubtype="0" fill="hold" grpId="0" nodeType="clickEffect">
                                  <p:stCondLst>
                                    <p:cond delay="0"/>
                                  </p:stCondLst>
                                  <p:childTnLst>
                                    <p:set>
                                      <p:cBhvr>
                                        <p:cTn id="13" dur="1" fill="hold">
                                          <p:stCondLst>
                                            <p:cond delay="0"/>
                                          </p:stCondLst>
                                        </p:cTn>
                                        <p:tgtEl>
                                          <p:spTgt spid="5163"/>
                                        </p:tgtEl>
                                        <p:attrNameLst>
                                          <p:attrName>style.visibility</p:attrName>
                                        </p:attrNameLst>
                                      </p:cBhvr>
                                      <p:to>
                                        <p:strVal val="visible"/>
                                      </p:to>
                                    </p:set>
                                    <p:animEffect transition="in" filter="fade">
                                      <p:cBhvr>
                                        <p:cTn id="14" dur="1000"/>
                                        <p:tgtEl>
                                          <p:spTgt spid="5163"/>
                                        </p:tgtEl>
                                      </p:cBhvr>
                                    </p:animEffect>
                                    <p:anim calcmode="lin" valueType="num">
                                      <p:cBhvr>
                                        <p:cTn id="15" dur="1000" fill="hold"/>
                                        <p:tgtEl>
                                          <p:spTgt spid="5163"/>
                                        </p:tgtEl>
                                        <p:attrNameLst>
                                          <p:attrName>ppt_x</p:attrName>
                                        </p:attrNameLst>
                                      </p:cBhvr>
                                      <p:tavLst>
                                        <p:tav tm="0">
                                          <p:val>
                                            <p:strVal val="#ppt_x"/>
                                          </p:val>
                                        </p:tav>
                                        <p:tav tm="100000">
                                          <p:val>
                                            <p:strVal val="#ppt_x"/>
                                          </p:val>
                                        </p:tav>
                                      </p:tavLst>
                                    </p:anim>
                                    <p:anim calcmode="lin" valueType="num">
                                      <p:cBhvr>
                                        <p:cTn id="16" dur="900" decel="100000" fill="hold"/>
                                        <p:tgtEl>
                                          <p:spTgt spid="5163"/>
                                        </p:tgtEl>
                                        <p:attrNameLst>
                                          <p:attrName>ppt_y</p:attrName>
                                        </p:attrNameLst>
                                      </p:cBhvr>
                                      <p:tavLst>
                                        <p:tav tm="0">
                                          <p:val>
                                            <p:strVal val="#ppt_y+1"/>
                                          </p:val>
                                        </p:tav>
                                        <p:tav tm="100000">
                                          <p:val>
                                            <p:strVal val="#ppt_y-.03"/>
                                          </p:val>
                                        </p:tav>
                                      </p:tavLst>
                                    </p:anim>
                                    <p:anim calcmode="lin" valueType="num">
                                      <p:cBhvr>
                                        <p:cTn id="17" dur="100" accel="100000" fill="hold">
                                          <p:stCondLst>
                                            <p:cond delay="900"/>
                                          </p:stCondLst>
                                        </p:cTn>
                                        <p:tgtEl>
                                          <p:spTgt spid="5163"/>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3" grpId="0"/>
      <p:bldP spid="516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637"/>
        <p:cNvGrpSpPr/>
        <p:nvPr/>
      </p:nvGrpSpPr>
      <p:grpSpPr>
        <a:xfrm>
          <a:off x="0" y="0"/>
          <a:ext cx="0" cy="0"/>
          <a:chOff x="0" y="0"/>
          <a:chExt cx="0" cy="0"/>
        </a:xfrm>
      </p:grpSpPr>
      <p:sp>
        <p:nvSpPr>
          <p:cNvPr id="7638" name="Google Shape;7638;p54"/>
          <p:cNvSpPr txBox="1">
            <a:spLocks noGrp="1"/>
          </p:cNvSpPr>
          <p:nvPr>
            <p:ph type="title"/>
          </p:nvPr>
        </p:nvSpPr>
        <p:spPr>
          <a:xfrm>
            <a:off x="474133" y="605548"/>
            <a:ext cx="3242567"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Thư viện sử dụng</a:t>
            </a:r>
            <a:endParaRPr/>
          </a:p>
        </p:txBody>
      </p:sp>
      <p:sp>
        <p:nvSpPr>
          <p:cNvPr id="7639" name="Google Shape;7639;p54"/>
          <p:cNvSpPr txBox="1">
            <a:spLocks noGrp="1"/>
          </p:cNvSpPr>
          <p:nvPr>
            <p:ph type="subTitle" idx="1"/>
          </p:nvPr>
        </p:nvSpPr>
        <p:spPr>
          <a:xfrm>
            <a:off x="611445" y="1825556"/>
            <a:ext cx="2766756" cy="130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a:t>Opencv : Thư viện đọc hình ảnh và xử lý từ camera  </a:t>
            </a:r>
            <a:endParaRPr lang="en-US"/>
          </a:p>
          <a:p>
            <a:pPr marL="0" lvl="0" indent="0" algn="l" rtl="0">
              <a:spcBef>
                <a:spcPts val="0"/>
              </a:spcBef>
              <a:spcAft>
                <a:spcPts val="0"/>
              </a:spcAft>
              <a:buNone/>
            </a:pPr>
            <a:endParaRPr lang="vi-VN"/>
          </a:p>
          <a:p>
            <a:pPr marL="0" lvl="0" indent="0" algn="l" rtl="0">
              <a:spcBef>
                <a:spcPts val="0"/>
              </a:spcBef>
              <a:spcAft>
                <a:spcPts val="0"/>
              </a:spcAft>
              <a:buNone/>
            </a:pPr>
            <a:r>
              <a:rPr lang="vi-VN"/>
              <a:t>Pyzbar : Thư viện dịch mã Qrcode, Barcode</a:t>
            </a:r>
            <a:endParaRPr lang="en-US"/>
          </a:p>
          <a:p>
            <a:pPr marL="0" lvl="0" indent="0" algn="l" rtl="0">
              <a:spcBef>
                <a:spcPts val="0"/>
              </a:spcBef>
              <a:spcAft>
                <a:spcPts val="0"/>
              </a:spcAft>
              <a:buNone/>
            </a:pPr>
            <a:endParaRPr lang="vi-VN"/>
          </a:p>
          <a:p>
            <a:pPr marL="0" lvl="0" indent="0" algn="l" rtl="0">
              <a:spcBef>
                <a:spcPts val="0"/>
              </a:spcBef>
              <a:spcAft>
                <a:spcPts val="0"/>
              </a:spcAft>
              <a:buNone/>
            </a:pPr>
            <a:r>
              <a:rPr lang="vi-VN"/>
              <a:t>Requests : là một thư viện yêu cầu gửi nhận dữ liệu HTTP </a:t>
            </a:r>
          </a:p>
        </p:txBody>
      </p:sp>
      <p:pic>
        <p:nvPicPr>
          <p:cNvPr id="3" name="Picture 2" descr="Text&#10;&#10;Description automatically generated">
            <a:extLst>
              <a:ext uri="{FF2B5EF4-FFF2-40B4-BE49-F238E27FC236}">
                <a16:creationId xmlns:a16="http://schemas.microsoft.com/office/drawing/2014/main" id="{0C47BA9E-49B4-CA5E-3340-77A7759D867D}"/>
              </a:ext>
            </a:extLst>
          </p:cNvPr>
          <p:cNvPicPr>
            <a:picLocks noChangeAspect="1"/>
          </p:cNvPicPr>
          <p:nvPr/>
        </p:nvPicPr>
        <p:blipFill rotWithShape="1">
          <a:blip r:embed="rId3"/>
          <a:srcRect l="5566" t="4082" r="5796" b="4631"/>
          <a:stretch/>
        </p:blipFill>
        <p:spPr>
          <a:xfrm>
            <a:off x="4339589" y="110066"/>
            <a:ext cx="3840481" cy="492336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38"/>
                                        </p:tgtEl>
                                        <p:attrNameLst>
                                          <p:attrName>style.visibility</p:attrName>
                                        </p:attrNameLst>
                                      </p:cBhvr>
                                      <p:to>
                                        <p:strVal val="visible"/>
                                      </p:to>
                                    </p:set>
                                    <p:anim calcmode="lin" valueType="num">
                                      <p:cBhvr additive="base">
                                        <p:cTn id="7" dur="500" fill="hold"/>
                                        <p:tgtEl>
                                          <p:spTgt spid="7638"/>
                                        </p:tgtEl>
                                        <p:attrNameLst>
                                          <p:attrName>ppt_x</p:attrName>
                                        </p:attrNameLst>
                                      </p:cBhvr>
                                      <p:tavLst>
                                        <p:tav tm="0">
                                          <p:val>
                                            <p:strVal val="#ppt_x"/>
                                          </p:val>
                                        </p:tav>
                                        <p:tav tm="100000">
                                          <p:val>
                                            <p:strVal val="#ppt_x"/>
                                          </p:val>
                                        </p:tav>
                                      </p:tavLst>
                                    </p:anim>
                                    <p:anim calcmode="lin" valueType="num">
                                      <p:cBhvr additive="base">
                                        <p:cTn id="8" dur="500" fill="hold"/>
                                        <p:tgtEl>
                                          <p:spTgt spid="763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5" presetClass="entr" presetSubtype="0" fill="hold" grpId="0" nodeType="clickEffect">
                                  <p:stCondLst>
                                    <p:cond delay="0"/>
                                  </p:stCondLst>
                                  <p:childTnLst>
                                    <p:set>
                                      <p:cBhvr>
                                        <p:cTn id="12" dur="1" fill="hold">
                                          <p:stCondLst>
                                            <p:cond delay="0"/>
                                          </p:stCondLst>
                                        </p:cTn>
                                        <p:tgtEl>
                                          <p:spTgt spid="7639"/>
                                        </p:tgtEl>
                                        <p:attrNameLst>
                                          <p:attrName>style.visibility</p:attrName>
                                        </p:attrNameLst>
                                      </p:cBhvr>
                                      <p:to>
                                        <p:strVal val="visible"/>
                                      </p:to>
                                    </p:set>
                                    <p:anim calcmode="lin" valueType="num">
                                      <p:cBhvr>
                                        <p:cTn id="13" dur="1000" fill="hold"/>
                                        <p:tgtEl>
                                          <p:spTgt spid="7639"/>
                                        </p:tgtEl>
                                        <p:attrNameLst>
                                          <p:attrName>ppt_w</p:attrName>
                                        </p:attrNameLst>
                                      </p:cBhvr>
                                      <p:tavLst>
                                        <p:tav tm="0">
                                          <p:val>
                                            <p:strVal val="#ppt_w*0.70"/>
                                          </p:val>
                                        </p:tav>
                                        <p:tav tm="100000">
                                          <p:val>
                                            <p:strVal val="#ppt_w"/>
                                          </p:val>
                                        </p:tav>
                                      </p:tavLst>
                                    </p:anim>
                                    <p:anim calcmode="lin" valueType="num">
                                      <p:cBhvr>
                                        <p:cTn id="14" dur="1000" fill="hold"/>
                                        <p:tgtEl>
                                          <p:spTgt spid="7639"/>
                                        </p:tgtEl>
                                        <p:attrNameLst>
                                          <p:attrName>ppt_h</p:attrName>
                                        </p:attrNameLst>
                                      </p:cBhvr>
                                      <p:tavLst>
                                        <p:tav tm="0">
                                          <p:val>
                                            <p:strVal val="#ppt_h"/>
                                          </p:val>
                                        </p:tav>
                                        <p:tav tm="100000">
                                          <p:val>
                                            <p:strVal val="#ppt_h"/>
                                          </p:val>
                                        </p:tav>
                                      </p:tavLst>
                                    </p:anim>
                                    <p:animEffect transition="in" filter="fade">
                                      <p:cBhvr>
                                        <p:cTn id="15" dur="1000"/>
                                        <p:tgtEl>
                                          <p:spTgt spid="7639"/>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500"/>
                                        <p:tgtEl>
                                          <p:spTgt spid="3"/>
                                        </p:tgtEl>
                                        <p:attrNameLst>
                                          <p:attrName>ppt_y</p:attrName>
                                        </p:attrNameLst>
                                      </p:cBhvr>
                                      <p:tavLst>
                                        <p:tav tm="0">
                                          <p:val>
                                            <p:strVal val="#ppt_y+#ppt_h*1.125000"/>
                                          </p:val>
                                        </p:tav>
                                        <p:tav tm="100000">
                                          <p:val>
                                            <p:strVal val="#ppt_y"/>
                                          </p:val>
                                        </p:tav>
                                      </p:tavLst>
                                    </p:anim>
                                    <p:animEffect transition="in" filter="wipe(up)">
                                      <p:cBhvr>
                                        <p:cTn id="2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38" grpId="0"/>
      <p:bldP spid="763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162"/>
        <p:cNvGrpSpPr/>
        <p:nvPr/>
      </p:nvGrpSpPr>
      <p:grpSpPr>
        <a:xfrm>
          <a:off x="0" y="0"/>
          <a:ext cx="0" cy="0"/>
          <a:chOff x="0" y="0"/>
          <a:chExt cx="0" cy="0"/>
        </a:xfrm>
      </p:grpSpPr>
      <p:sp>
        <p:nvSpPr>
          <p:cNvPr id="5163" name="Google Shape;5163;p33"/>
          <p:cNvSpPr txBox="1">
            <a:spLocks noGrp="1"/>
          </p:cNvSpPr>
          <p:nvPr>
            <p:ph type="title"/>
          </p:nvPr>
        </p:nvSpPr>
        <p:spPr>
          <a:xfrm>
            <a:off x="1106900" y="1868900"/>
            <a:ext cx="3852000" cy="1862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ea typeface="Big Shoulders Text"/>
                <a:cs typeface="Big Shoulders Text"/>
              </a:rPr>
              <a:t>Phân loại</a:t>
            </a:r>
            <a:endParaRPr>
              <a:solidFill>
                <a:schemeClr val="lt2"/>
              </a:solidFill>
              <a:latin typeface="Big Shoulders Text"/>
              <a:ea typeface="Big Shoulders Text"/>
              <a:cs typeface="Big Shoulders Text"/>
              <a:sym typeface="Big Shoulders Text"/>
            </a:endParaRPr>
          </a:p>
        </p:txBody>
      </p:sp>
      <p:sp>
        <p:nvSpPr>
          <p:cNvPr id="5164" name="Google Shape;5164;p33"/>
          <p:cNvSpPr txBox="1">
            <a:spLocks noGrp="1"/>
          </p:cNvSpPr>
          <p:nvPr>
            <p:ph type="title" idx="2"/>
          </p:nvPr>
        </p:nvSpPr>
        <p:spPr>
          <a:xfrm>
            <a:off x="1106900" y="896600"/>
            <a:ext cx="1251900" cy="97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5166" name="Google Shape;5166;p33"/>
          <p:cNvSpPr/>
          <p:nvPr/>
        </p:nvSpPr>
        <p:spPr>
          <a:xfrm>
            <a:off x="4571996" y="1931863"/>
            <a:ext cx="1756883" cy="1453521"/>
          </a:xfrm>
          <a:custGeom>
            <a:avLst/>
            <a:gdLst/>
            <a:ahLst/>
            <a:cxnLst/>
            <a:rect l="l" t="t" r="r" b="b"/>
            <a:pathLst>
              <a:path w="18376" h="15203" extrusionOk="0">
                <a:moveTo>
                  <a:pt x="18375" y="0"/>
                </a:moveTo>
                <a:lnTo>
                  <a:pt x="1" y="11596"/>
                </a:lnTo>
                <a:lnTo>
                  <a:pt x="15910" y="15202"/>
                </a:lnTo>
                <a:lnTo>
                  <a:pt x="18375" y="0"/>
                </a:lnTo>
                <a:close/>
              </a:path>
            </a:pathLst>
          </a:custGeom>
          <a:gradFill>
            <a:gsLst>
              <a:gs pos="0">
                <a:srgbClr val="002AB1">
                  <a:alpha val="70980"/>
                </a:srgbClr>
              </a:gs>
              <a:gs pos="100000">
                <a:srgbClr val="00E0FF">
                  <a:alpha val="6901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67" name="Google Shape;5167;p33"/>
          <p:cNvGrpSpPr/>
          <p:nvPr/>
        </p:nvGrpSpPr>
        <p:grpSpPr>
          <a:xfrm>
            <a:off x="5629554" y="1659472"/>
            <a:ext cx="4205772" cy="4205117"/>
            <a:chOff x="4430950" y="148050"/>
            <a:chExt cx="4848153" cy="4847398"/>
          </a:xfrm>
        </p:grpSpPr>
        <p:grpSp>
          <p:nvGrpSpPr>
            <p:cNvPr id="5168" name="Google Shape;5168;p33"/>
            <p:cNvGrpSpPr/>
            <p:nvPr/>
          </p:nvGrpSpPr>
          <p:grpSpPr>
            <a:xfrm>
              <a:off x="4430950" y="148050"/>
              <a:ext cx="4848153" cy="4847398"/>
              <a:chOff x="4430950" y="148050"/>
              <a:chExt cx="4848153" cy="4847398"/>
            </a:xfrm>
          </p:grpSpPr>
          <p:sp>
            <p:nvSpPr>
              <p:cNvPr id="5169" name="Google Shape;5169;p33"/>
              <p:cNvSpPr/>
              <p:nvPr/>
            </p:nvSpPr>
            <p:spPr>
              <a:xfrm>
                <a:off x="4870244" y="587345"/>
                <a:ext cx="3969609" cy="3968798"/>
              </a:xfrm>
              <a:custGeom>
                <a:avLst/>
                <a:gdLst/>
                <a:ahLst/>
                <a:cxnLst/>
                <a:rect l="l" t="t" r="r" b="b"/>
                <a:pathLst>
                  <a:path w="112621" h="112598" fill="none" extrusionOk="0">
                    <a:moveTo>
                      <a:pt x="112620" y="56287"/>
                    </a:moveTo>
                    <a:cubicBezTo>
                      <a:pt x="112620" y="87398"/>
                      <a:pt x="87421" y="112597"/>
                      <a:pt x="56310" y="112597"/>
                    </a:cubicBezTo>
                    <a:cubicBezTo>
                      <a:pt x="25222" y="112597"/>
                      <a:pt x="0" y="87398"/>
                      <a:pt x="0" y="56287"/>
                    </a:cubicBezTo>
                    <a:cubicBezTo>
                      <a:pt x="0" y="25199"/>
                      <a:pt x="25222" y="0"/>
                      <a:pt x="56310" y="0"/>
                    </a:cubicBezTo>
                    <a:cubicBezTo>
                      <a:pt x="87421" y="0"/>
                      <a:pt x="112620" y="25199"/>
                      <a:pt x="112620" y="56287"/>
                    </a:cubicBezTo>
                    <a:close/>
                  </a:path>
                </a:pathLst>
              </a:custGeom>
              <a:noFill/>
              <a:ln w="2340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0" name="Google Shape;5170;p33"/>
              <p:cNvSpPr/>
              <p:nvPr/>
            </p:nvSpPr>
            <p:spPr>
              <a:xfrm>
                <a:off x="4430950" y="148050"/>
                <a:ext cx="4848153" cy="4847342"/>
              </a:xfrm>
              <a:custGeom>
                <a:avLst/>
                <a:gdLst/>
                <a:ahLst/>
                <a:cxnLst/>
                <a:rect l="l" t="t" r="r" b="b"/>
                <a:pathLst>
                  <a:path w="137546" h="137523" fill="none" extrusionOk="0">
                    <a:moveTo>
                      <a:pt x="137546" y="68750"/>
                    </a:moveTo>
                    <a:cubicBezTo>
                      <a:pt x="137546" y="106732"/>
                      <a:pt x="106754" y="137523"/>
                      <a:pt x="68773" y="137523"/>
                    </a:cubicBezTo>
                    <a:cubicBezTo>
                      <a:pt x="30792" y="137523"/>
                      <a:pt x="0" y="106732"/>
                      <a:pt x="0" y="68750"/>
                    </a:cubicBezTo>
                    <a:cubicBezTo>
                      <a:pt x="0" y="30792"/>
                      <a:pt x="30792" y="1"/>
                      <a:pt x="68773" y="1"/>
                    </a:cubicBezTo>
                    <a:cubicBezTo>
                      <a:pt x="106754" y="1"/>
                      <a:pt x="137546" y="30792"/>
                      <a:pt x="137546" y="68750"/>
                    </a:cubicBezTo>
                    <a:close/>
                  </a:path>
                </a:pathLst>
              </a:custGeom>
              <a:noFill/>
              <a:ln w="28525"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1" name="Google Shape;5171;p33"/>
              <p:cNvSpPr/>
              <p:nvPr/>
            </p:nvSpPr>
            <p:spPr>
              <a:xfrm>
                <a:off x="4430950" y="1757964"/>
                <a:ext cx="140814" cy="1588182"/>
              </a:xfrm>
              <a:custGeom>
                <a:avLst/>
                <a:gdLst/>
                <a:ahLst/>
                <a:cxnLst/>
                <a:rect l="l" t="t" r="r" b="b"/>
                <a:pathLst>
                  <a:path w="3995" h="45058" fill="none" extrusionOk="0">
                    <a:moveTo>
                      <a:pt x="3584" y="45057"/>
                    </a:moveTo>
                    <a:cubicBezTo>
                      <a:pt x="1279" y="38164"/>
                      <a:pt x="0" y="30769"/>
                      <a:pt x="0" y="23076"/>
                    </a:cubicBezTo>
                    <a:cubicBezTo>
                      <a:pt x="0" y="14996"/>
                      <a:pt x="1416" y="7213"/>
                      <a:pt x="3995" y="0"/>
                    </a:cubicBezTo>
                  </a:path>
                </a:pathLst>
              </a:custGeom>
              <a:noFill/>
              <a:ln w="16205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2" name="Google Shape;5172;p33"/>
              <p:cNvSpPr/>
              <p:nvPr/>
            </p:nvSpPr>
            <p:spPr>
              <a:xfrm>
                <a:off x="6464821" y="4788650"/>
                <a:ext cx="1370987" cy="206797"/>
              </a:xfrm>
              <a:custGeom>
                <a:avLst/>
                <a:gdLst/>
                <a:ahLst/>
                <a:cxnLst/>
                <a:rect l="l" t="t" r="r" b="b"/>
                <a:pathLst>
                  <a:path w="38896" h="5867" fill="none" extrusionOk="0">
                    <a:moveTo>
                      <a:pt x="38895" y="1"/>
                    </a:moveTo>
                    <a:cubicBezTo>
                      <a:pt x="30404" y="3767"/>
                      <a:pt x="20977" y="5867"/>
                      <a:pt x="11071" y="5867"/>
                    </a:cubicBezTo>
                    <a:cubicBezTo>
                      <a:pt x="7305" y="5867"/>
                      <a:pt x="3607" y="5570"/>
                      <a:pt x="1" y="4977"/>
                    </a:cubicBezTo>
                  </a:path>
                </a:pathLst>
              </a:custGeom>
              <a:noFill/>
              <a:ln w="16205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3" name="Google Shape;5173;p33"/>
              <p:cNvSpPr/>
              <p:nvPr/>
            </p:nvSpPr>
            <p:spPr>
              <a:xfrm>
                <a:off x="4959527" y="148050"/>
                <a:ext cx="2420904" cy="913192"/>
              </a:xfrm>
              <a:custGeom>
                <a:avLst/>
                <a:gdLst/>
                <a:ahLst/>
                <a:cxnLst/>
                <a:rect l="l" t="t" r="r" b="b"/>
                <a:pathLst>
                  <a:path w="68683" h="25908" fill="none" extrusionOk="0">
                    <a:moveTo>
                      <a:pt x="1" y="25907"/>
                    </a:moveTo>
                    <a:cubicBezTo>
                      <a:pt x="12600" y="10112"/>
                      <a:pt x="32002" y="1"/>
                      <a:pt x="53777" y="1"/>
                    </a:cubicBezTo>
                    <a:cubicBezTo>
                      <a:pt x="58890" y="1"/>
                      <a:pt x="63889" y="549"/>
                      <a:pt x="68682" y="1621"/>
                    </a:cubicBezTo>
                  </a:path>
                </a:pathLst>
              </a:custGeom>
              <a:noFill/>
              <a:ln w="162050" cap="flat" cmpd="sng">
                <a:solidFill>
                  <a:schemeClr val="l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4" name="Google Shape;5174;p33"/>
              <p:cNvSpPr/>
              <p:nvPr/>
            </p:nvSpPr>
            <p:spPr>
              <a:xfrm>
                <a:off x="5209751" y="926042"/>
                <a:ext cx="3291376" cy="3291376"/>
              </a:xfrm>
              <a:custGeom>
                <a:avLst/>
                <a:gdLst/>
                <a:ahLst/>
                <a:cxnLst/>
                <a:rect l="l" t="t" r="r" b="b"/>
                <a:pathLst>
                  <a:path w="93379" h="93379" fill="none" extrusionOk="0">
                    <a:moveTo>
                      <a:pt x="93379" y="46678"/>
                    </a:moveTo>
                    <a:cubicBezTo>
                      <a:pt x="93379" y="72471"/>
                      <a:pt x="72471" y="93379"/>
                      <a:pt x="46678" y="93379"/>
                    </a:cubicBezTo>
                    <a:cubicBezTo>
                      <a:pt x="20908" y="93379"/>
                      <a:pt x="0" y="72471"/>
                      <a:pt x="0" y="46678"/>
                    </a:cubicBezTo>
                    <a:cubicBezTo>
                      <a:pt x="0" y="20909"/>
                      <a:pt x="20908" y="1"/>
                      <a:pt x="46678" y="1"/>
                    </a:cubicBezTo>
                    <a:cubicBezTo>
                      <a:pt x="72471" y="1"/>
                      <a:pt x="93379" y="20909"/>
                      <a:pt x="93379" y="46678"/>
                    </a:cubicBezTo>
                    <a:close/>
                  </a:path>
                </a:pathLst>
              </a:custGeom>
              <a:noFill/>
              <a:ln w="19400" cap="flat" cmpd="sng">
                <a:solidFill>
                  <a:schemeClr val="lt2"/>
                </a:solidFill>
                <a:prstDash val="dash"/>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75" name="Google Shape;5175;p33"/>
            <p:cNvSpPr/>
            <p:nvPr/>
          </p:nvSpPr>
          <p:spPr>
            <a:xfrm>
              <a:off x="5645802" y="1362905"/>
              <a:ext cx="2418472" cy="2417661"/>
            </a:xfrm>
            <a:custGeom>
              <a:avLst/>
              <a:gdLst/>
              <a:ahLst/>
              <a:cxnLst/>
              <a:rect l="l" t="t" r="r" b="b"/>
              <a:pathLst>
                <a:path w="68614" h="68591" extrusionOk="0">
                  <a:moveTo>
                    <a:pt x="34307" y="1"/>
                  </a:moveTo>
                  <a:cubicBezTo>
                    <a:pt x="15362" y="1"/>
                    <a:pt x="1" y="15339"/>
                    <a:pt x="1" y="34284"/>
                  </a:cubicBezTo>
                  <a:cubicBezTo>
                    <a:pt x="1" y="53252"/>
                    <a:pt x="15362" y="68591"/>
                    <a:pt x="34307" y="68591"/>
                  </a:cubicBezTo>
                  <a:cubicBezTo>
                    <a:pt x="53252" y="68591"/>
                    <a:pt x="68614" y="53252"/>
                    <a:pt x="68614" y="34284"/>
                  </a:cubicBezTo>
                  <a:cubicBezTo>
                    <a:pt x="68614" y="15339"/>
                    <a:pt x="53252" y="1"/>
                    <a:pt x="34307" y="1"/>
                  </a:cubicBezTo>
                  <a:close/>
                </a:path>
              </a:pathLst>
            </a:custGeom>
            <a:gradFill>
              <a:gsLst>
                <a:gs pos="0">
                  <a:schemeClr val="dk2"/>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6" name="Google Shape;5176;p33"/>
            <p:cNvSpPr/>
            <p:nvPr/>
          </p:nvSpPr>
          <p:spPr>
            <a:xfrm>
              <a:off x="5645802" y="1362905"/>
              <a:ext cx="2418472" cy="2417661"/>
            </a:xfrm>
            <a:custGeom>
              <a:avLst/>
              <a:gdLst/>
              <a:ahLst/>
              <a:cxnLst/>
              <a:rect l="l" t="t" r="r" b="b"/>
              <a:pathLst>
                <a:path w="68614" h="68591" fill="none" extrusionOk="0">
                  <a:moveTo>
                    <a:pt x="68614" y="34284"/>
                  </a:moveTo>
                  <a:cubicBezTo>
                    <a:pt x="68614" y="53229"/>
                    <a:pt x="53252" y="68591"/>
                    <a:pt x="34307" y="68591"/>
                  </a:cubicBezTo>
                  <a:cubicBezTo>
                    <a:pt x="15362" y="68591"/>
                    <a:pt x="1" y="53229"/>
                    <a:pt x="1" y="34284"/>
                  </a:cubicBezTo>
                  <a:cubicBezTo>
                    <a:pt x="1" y="15339"/>
                    <a:pt x="15362" y="1"/>
                    <a:pt x="34307" y="1"/>
                  </a:cubicBezTo>
                  <a:cubicBezTo>
                    <a:pt x="53252" y="1"/>
                    <a:pt x="68614" y="15339"/>
                    <a:pt x="68614" y="34284"/>
                  </a:cubicBezTo>
                  <a:close/>
                </a:path>
              </a:pathLst>
            </a:custGeom>
            <a:noFill/>
            <a:ln w="28525" cap="flat" cmpd="sng">
              <a:solidFill>
                <a:schemeClr val="l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7" name="Google Shape;5177;p33"/>
          <p:cNvGrpSpPr/>
          <p:nvPr/>
        </p:nvGrpSpPr>
        <p:grpSpPr>
          <a:xfrm>
            <a:off x="6446650" y="2228775"/>
            <a:ext cx="2050547" cy="2145797"/>
            <a:chOff x="5829775" y="1498925"/>
            <a:chExt cx="2050547" cy="2145797"/>
          </a:xfrm>
        </p:grpSpPr>
        <p:sp>
          <p:nvSpPr>
            <p:cNvPr id="5178" name="Google Shape;5178;p33"/>
            <p:cNvSpPr/>
            <p:nvPr/>
          </p:nvSpPr>
          <p:spPr>
            <a:xfrm>
              <a:off x="6140492" y="1793322"/>
              <a:ext cx="1428256" cy="1543207"/>
            </a:xfrm>
            <a:custGeom>
              <a:avLst/>
              <a:gdLst/>
              <a:ahLst/>
              <a:cxnLst/>
              <a:rect l="l" t="t" r="r" b="b"/>
              <a:pathLst>
                <a:path w="37983" h="41040" extrusionOk="0">
                  <a:moveTo>
                    <a:pt x="2283" y="0"/>
                  </a:moveTo>
                  <a:cubicBezTo>
                    <a:pt x="1028" y="0"/>
                    <a:pt x="1" y="1027"/>
                    <a:pt x="1" y="2283"/>
                  </a:cubicBezTo>
                  <a:lnTo>
                    <a:pt x="1" y="38757"/>
                  </a:lnTo>
                  <a:cubicBezTo>
                    <a:pt x="1" y="40013"/>
                    <a:pt x="1028" y="41040"/>
                    <a:pt x="2283" y="41040"/>
                  </a:cubicBezTo>
                  <a:lnTo>
                    <a:pt x="35699" y="41040"/>
                  </a:lnTo>
                  <a:cubicBezTo>
                    <a:pt x="36955" y="41040"/>
                    <a:pt x="37982" y="40013"/>
                    <a:pt x="37982" y="38757"/>
                  </a:cubicBezTo>
                  <a:lnTo>
                    <a:pt x="37982" y="2283"/>
                  </a:lnTo>
                  <a:cubicBezTo>
                    <a:pt x="37982" y="1027"/>
                    <a:pt x="36955" y="0"/>
                    <a:pt x="35699" y="0"/>
                  </a:cubicBezTo>
                  <a:close/>
                </a:path>
              </a:pathLst>
            </a:custGeom>
            <a:solidFill>
              <a:srgbClr val="B5D6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9" name="Google Shape;5179;p33"/>
            <p:cNvSpPr/>
            <p:nvPr/>
          </p:nvSpPr>
          <p:spPr>
            <a:xfrm>
              <a:off x="6079574" y="1726350"/>
              <a:ext cx="1550088" cy="1677147"/>
            </a:xfrm>
            <a:custGeom>
              <a:avLst/>
              <a:gdLst/>
              <a:ahLst/>
              <a:cxnLst/>
              <a:rect l="l" t="t" r="r" b="b"/>
              <a:pathLst>
                <a:path w="41223" h="44602" extrusionOk="0">
                  <a:moveTo>
                    <a:pt x="1187" y="1"/>
                  </a:moveTo>
                  <a:cubicBezTo>
                    <a:pt x="525" y="1"/>
                    <a:pt x="0" y="549"/>
                    <a:pt x="0" y="1210"/>
                  </a:cubicBezTo>
                  <a:lnTo>
                    <a:pt x="0" y="43392"/>
                  </a:lnTo>
                  <a:cubicBezTo>
                    <a:pt x="0" y="44053"/>
                    <a:pt x="525" y="44601"/>
                    <a:pt x="1187" y="44601"/>
                  </a:cubicBezTo>
                  <a:lnTo>
                    <a:pt x="40013" y="44601"/>
                  </a:lnTo>
                  <a:cubicBezTo>
                    <a:pt x="40675" y="44601"/>
                    <a:pt x="41223" y="44053"/>
                    <a:pt x="41223" y="43392"/>
                  </a:cubicBezTo>
                  <a:lnTo>
                    <a:pt x="41223" y="1210"/>
                  </a:lnTo>
                  <a:cubicBezTo>
                    <a:pt x="41223" y="549"/>
                    <a:pt x="40675" y="1"/>
                    <a:pt x="400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0" name="Google Shape;5180;p33"/>
            <p:cNvSpPr/>
            <p:nvPr/>
          </p:nvSpPr>
          <p:spPr>
            <a:xfrm>
              <a:off x="6164520" y="1819043"/>
              <a:ext cx="1379335" cy="1491766"/>
            </a:xfrm>
            <a:custGeom>
              <a:avLst/>
              <a:gdLst/>
              <a:ahLst/>
              <a:cxnLst/>
              <a:rect l="l" t="t" r="r" b="b"/>
              <a:pathLst>
                <a:path w="36682" h="39672" extrusionOk="0">
                  <a:moveTo>
                    <a:pt x="2215" y="1"/>
                  </a:moveTo>
                  <a:cubicBezTo>
                    <a:pt x="1005" y="1"/>
                    <a:pt x="1" y="1005"/>
                    <a:pt x="1" y="2215"/>
                  </a:cubicBezTo>
                  <a:lnTo>
                    <a:pt x="1" y="37457"/>
                  </a:lnTo>
                  <a:cubicBezTo>
                    <a:pt x="1" y="38667"/>
                    <a:pt x="1005" y="39671"/>
                    <a:pt x="2215" y="39671"/>
                  </a:cubicBezTo>
                  <a:lnTo>
                    <a:pt x="34490" y="39671"/>
                  </a:lnTo>
                  <a:cubicBezTo>
                    <a:pt x="35700" y="39671"/>
                    <a:pt x="36681" y="38667"/>
                    <a:pt x="36681" y="37457"/>
                  </a:cubicBezTo>
                  <a:lnTo>
                    <a:pt x="36681" y="2215"/>
                  </a:lnTo>
                  <a:cubicBezTo>
                    <a:pt x="36681" y="1005"/>
                    <a:pt x="35700" y="1"/>
                    <a:pt x="344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1" name="Google Shape;5181;p33"/>
            <p:cNvSpPr/>
            <p:nvPr/>
          </p:nvSpPr>
          <p:spPr>
            <a:xfrm>
              <a:off x="6249504" y="1910043"/>
              <a:ext cx="1210236" cy="1309770"/>
            </a:xfrm>
            <a:custGeom>
              <a:avLst/>
              <a:gdLst/>
              <a:ahLst/>
              <a:cxnLst/>
              <a:rect l="l" t="t" r="r" b="b"/>
              <a:pathLst>
                <a:path w="32185" h="34832" extrusionOk="0">
                  <a:moveTo>
                    <a:pt x="1918" y="0"/>
                  </a:moveTo>
                  <a:cubicBezTo>
                    <a:pt x="868" y="0"/>
                    <a:pt x="1" y="891"/>
                    <a:pt x="1" y="1940"/>
                  </a:cubicBezTo>
                  <a:lnTo>
                    <a:pt x="1" y="32892"/>
                  </a:lnTo>
                  <a:cubicBezTo>
                    <a:pt x="1" y="33941"/>
                    <a:pt x="868" y="34832"/>
                    <a:pt x="1918" y="34832"/>
                  </a:cubicBezTo>
                  <a:lnTo>
                    <a:pt x="30244" y="34832"/>
                  </a:lnTo>
                  <a:cubicBezTo>
                    <a:pt x="31317" y="34832"/>
                    <a:pt x="32184" y="33941"/>
                    <a:pt x="32184" y="32892"/>
                  </a:cubicBezTo>
                  <a:lnTo>
                    <a:pt x="32184" y="1940"/>
                  </a:lnTo>
                  <a:cubicBezTo>
                    <a:pt x="32184" y="891"/>
                    <a:pt x="31317" y="0"/>
                    <a:pt x="302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2" name="Google Shape;5182;p33"/>
            <p:cNvSpPr/>
            <p:nvPr/>
          </p:nvSpPr>
          <p:spPr>
            <a:xfrm>
              <a:off x="6329336" y="1997584"/>
              <a:ext cx="1050576" cy="1134693"/>
            </a:xfrm>
            <a:custGeom>
              <a:avLst/>
              <a:gdLst/>
              <a:ahLst/>
              <a:cxnLst/>
              <a:rect l="l" t="t" r="r" b="b"/>
              <a:pathLst>
                <a:path w="27939" h="30176" extrusionOk="0">
                  <a:moveTo>
                    <a:pt x="1689" y="1"/>
                  </a:moveTo>
                  <a:cubicBezTo>
                    <a:pt x="754" y="1"/>
                    <a:pt x="0" y="754"/>
                    <a:pt x="0" y="1667"/>
                  </a:cubicBezTo>
                  <a:lnTo>
                    <a:pt x="0" y="1667"/>
                  </a:lnTo>
                  <a:lnTo>
                    <a:pt x="0" y="28509"/>
                  </a:lnTo>
                  <a:cubicBezTo>
                    <a:pt x="0" y="29422"/>
                    <a:pt x="754" y="30176"/>
                    <a:pt x="1689" y="30176"/>
                  </a:cubicBezTo>
                  <a:lnTo>
                    <a:pt x="1689" y="30176"/>
                  </a:lnTo>
                  <a:lnTo>
                    <a:pt x="26249" y="30176"/>
                  </a:lnTo>
                  <a:cubicBezTo>
                    <a:pt x="27162" y="30176"/>
                    <a:pt x="27938" y="29422"/>
                    <a:pt x="27938" y="28509"/>
                  </a:cubicBezTo>
                  <a:lnTo>
                    <a:pt x="27938" y="28509"/>
                  </a:lnTo>
                  <a:lnTo>
                    <a:pt x="27938" y="1667"/>
                  </a:lnTo>
                  <a:cubicBezTo>
                    <a:pt x="27938" y="754"/>
                    <a:pt x="27162" y="1"/>
                    <a:pt x="26249" y="1"/>
                  </a:cubicBezTo>
                  <a:lnTo>
                    <a:pt x="262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3" name="Google Shape;5183;p33"/>
            <p:cNvSpPr/>
            <p:nvPr/>
          </p:nvSpPr>
          <p:spPr>
            <a:xfrm>
              <a:off x="6351635" y="2012174"/>
              <a:ext cx="1005115" cy="1105513"/>
            </a:xfrm>
            <a:custGeom>
              <a:avLst/>
              <a:gdLst/>
              <a:ahLst/>
              <a:cxnLst/>
              <a:rect l="l" t="t" r="r" b="b"/>
              <a:pathLst>
                <a:path w="26730" h="29400" extrusionOk="0">
                  <a:moveTo>
                    <a:pt x="25109" y="29399"/>
                  </a:moveTo>
                  <a:lnTo>
                    <a:pt x="1621" y="29399"/>
                  </a:lnTo>
                  <a:cubicBezTo>
                    <a:pt x="731" y="29399"/>
                    <a:pt x="1" y="28669"/>
                    <a:pt x="1" y="27779"/>
                  </a:cubicBezTo>
                  <a:lnTo>
                    <a:pt x="1" y="1621"/>
                  </a:lnTo>
                  <a:cubicBezTo>
                    <a:pt x="1" y="731"/>
                    <a:pt x="731" y="1"/>
                    <a:pt x="1621" y="1"/>
                  </a:cubicBezTo>
                  <a:lnTo>
                    <a:pt x="25109" y="1"/>
                  </a:lnTo>
                  <a:cubicBezTo>
                    <a:pt x="26022" y="1"/>
                    <a:pt x="26729" y="731"/>
                    <a:pt x="26729" y="1621"/>
                  </a:cubicBezTo>
                  <a:lnTo>
                    <a:pt x="26729" y="27779"/>
                  </a:lnTo>
                  <a:cubicBezTo>
                    <a:pt x="26729" y="28669"/>
                    <a:pt x="26022" y="29399"/>
                    <a:pt x="25109" y="2939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4" name="Google Shape;5184;p33"/>
            <p:cNvSpPr/>
            <p:nvPr/>
          </p:nvSpPr>
          <p:spPr>
            <a:xfrm>
              <a:off x="6392848" y="2065383"/>
              <a:ext cx="923555" cy="999098"/>
            </a:xfrm>
            <a:custGeom>
              <a:avLst/>
              <a:gdLst/>
              <a:ahLst/>
              <a:cxnLst/>
              <a:rect l="l" t="t" r="r" b="b"/>
              <a:pathLst>
                <a:path w="24561" h="26570" extrusionOk="0">
                  <a:moveTo>
                    <a:pt x="23077" y="26569"/>
                  </a:moveTo>
                  <a:lnTo>
                    <a:pt x="1484" y="26569"/>
                  </a:lnTo>
                  <a:cubicBezTo>
                    <a:pt x="662" y="26569"/>
                    <a:pt x="0" y="25907"/>
                    <a:pt x="0" y="25086"/>
                  </a:cubicBezTo>
                  <a:lnTo>
                    <a:pt x="0" y="1484"/>
                  </a:lnTo>
                  <a:cubicBezTo>
                    <a:pt x="0" y="663"/>
                    <a:pt x="662" y="1"/>
                    <a:pt x="1484" y="1"/>
                  </a:cubicBezTo>
                  <a:lnTo>
                    <a:pt x="23077" y="1"/>
                  </a:lnTo>
                  <a:cubicBezTo>
                    <a:pt x="23898" y="1"/>
                    <a:pt x="24560" y="663"/>
                    <a:pt x="24560" y="1484"/>
                  </a:cubicBezTo>
                  <a:lnTo>
                    <a:pt x="24560" y="25086"/>
                  </a:lnTo>
                  <a:cubicBezTo>
                    <a:pt x="24560" y="25907"/>
                    <a:pt x="23898" y="26569"/>
                    <a:pt x="23077" y="26569"/>
                  </a:cubicBezTo>
                  <a:close/>
                </a:path>
              </a:pathLst>
            </a:custGeom>
            <a:gradFill>
              <a:gsLst>
                <a:gs pos="0">
                  <a:schemeClr val="accent2"/>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5" name="Google Shape;5185;p33"/>
            <p:cNvSpPr/>
            <p:nvPr/>
          </p:nvSpPr>
          <p:spPr>
            <a:xfrm>
              <a:off x="6488097" y="2169243"/>
              <a:ext cx="732158" cy="791382"/>
            </a:xfrm>
            <a:custGeom>
              <a:avLst/>
              <a:gdLst/>
              <a:ahLst/>
              <a:cxnLst/>
              <a:rect l="l" t="t" r="r" b="b"/>
              <a:pathLst>
                <a:path w="19471" h="21046" extrusionOk="0">
                  <a:moveTo>
                    <a:pt x="1188" y="1"/>
                  </a:moveTo>
                  <a:lnTo>
                    <a:pt x="18307" y="1"/>
                  </a:lnTo>
                  <a:cubicBezTo>
                    <a:pt x="18946" y="1"/>
                    <a:pt x="19471" y="526"/>
                    <a:pt x="19471" y="1165"/>
                  </a:cubicBezTo>
                  <a:lnTo>
                    <a:pt x="19471" y="19881"/>
                  </a:lnTo>
                  <a:cubicBezTo>
                    <a:pt x="19471" y="20520"/>
                    <a:pt x="18946" y="21045"/>
                    <a:pt x="18307" y="21045"/>
                  </a:cubicBezTo>
                  <a:lnTo>
                    <a:pt x="1188" y="21045"/>
                  </a:lnTo>
                  <a:cubicBezTo>
                    <a:pt x="526" y="21045"/>
                    <a:pt x="1" y="20520"/>
                    <a:pt x="1" y="19881"/>
                  </a:cubicBezTo>
                  <a:lnTo>
                    <a:pt x="1" y="1165"/>
                  </a:lnTo>
                  <a:cubicBezTo>
                    <a:pt x="1" y="526"/>
                    <a:pt x="526" y="1"/>
                    <a:pt x="11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6" name="Google Shape;5186;p33"/>
            <p:cNvSpPr/>
            <p:nvPr/>
          </p:nvSpPr>
          <p:spPr>
            <a:xfrm>
              <a:off x="6491557" y="2171838"/>
              <a:ext cx="728699" cy="788788"/>
            </a:xfrm>
            <a:custGeom>
              <a:avLst/>
              <a:gdLst/>
              <a:ahLst/>
              <a:cxnLst/>
              <a:rect l="l" t="t" r="r" b="b"/>
              <a:pathLst>
                <a:path w="19379" h="20977" extrusionOk="0">
                  <a:moveTo>
                    <a:pt x="18694" y="19105"/>
                  </a:moveTo>
                  <a:cubicBezTo>
                    <a:pt x="18694" y="19744"/>
                    <a:pt x="18169" y="20269"/>
                    <a:pt x="17507" y="20269"/>
                  </a:cubicBezTo>
                  <a:lnTo>
                    <a:pt x="388" y="20269"/>
                  </a:lnTo>
                  <a:cubicBezTo>
                    <a:pt x="251" y="20269"/>
                    <a:pt x="114" y="20246"/>
                    <a:pt x="0" y="20200"/>
                  </a:cubicBezTo>
                  <a:cubicBezTo>
                    <a:pt x="160" y="20657"/>
                    <a:pt x="571" y="20976"/>
                    <a:pt x="1096" y="20976"/>
                  </a:cubicBezTo>
                  <a:lnTo>
                    <a:pt x="18215" y="20976"/>
                  </a:lnTo>
                  <a:cubicBezTo>
                    <a:pt x="18854" y="20976"/>
                    <a:pt x="19379" y="20451"/>
                    <a:pt x="19379" y="19812"/>
                  </a:cubicBezTo>
                  <a:lnTo>
                    <a:pt x="19379" y="1096"/>
                  </a:lnTo>
                  <a:cubicBezTo>
                    <a:pt x="19379" y="593"/>
                    <a:pt x="19059" y="160"/>
                    <a:pt x="18603" y="0"/>
                  </a:cubicBezTo>
                  <a:cubicBezTo>
                    <a:pt x="18649" y="114"/>
                    <a:pt x="18694" y="251"/>
                    <a:pt x="18694" y="388"/>
                  </a:cubicBez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7" name="Google Shape;5187;p33"/>
            <p:cNvSpPr/>
            <p:nvPr/>
          </p:nvSpPr>
          <p:spPr>
            <a:xfrm>
              <a:off x="6532733" y="2216435"/>
              <a:ext cx="400015" cy="400880"/>
            </a:xfrm>
            <a:custGeom>
              <a:avLst/>
              <a:gdLst/>
              <a:ahLst/>
              <a:cxnLst/>
              <a:rect l="l" t="t" r="r" b="b"/>
              <a:pathLst>
                <a:path w="10638" h="10661" extrusionOk="0">
                  <a:moveTo>
                    <a:pt x="8378" y="1"/>
                  </a:moveTo>
                  <a:lnTo>
                    <a:pt x="1" y="8401"/>
                  </a:lnTo>
                  <a:lnTo>
                    <a:pt x="1" y="10660"/>
                  </a:lnTo>
                  <a:lnTo>
                    <a:pt x="10637" y="1"/>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8" name="Google Shape;5188;p33"/>
            <p:cNvSpPr/>
            <p:nvPr/>
          </p:nvSpPr>
          <p:spPr>
            <a:xfrm>
              <a:off x="6532733" y="2216435"/>
              <a:ext cx="630030" cy="640333"/>
            </a:xfrm>
            <a:custGeom>
              <a:avLst/>
              <a:gdLst/>
              <a:ahLst/>
              <a:cxnLst/>
              <a:rect l="l" t="t" r="r" b="b"/>
              <a:pathLst>
                <a:path w="16755" h="17029" extrusionOk="0">
                  <a:moveTo>
                    <a:pt x="16093" y="1"/>
                  </a:moveTo>
                  <a:lnTo>
                    <a:pt x="13810" y="1"/>
                  </a:lnTo>
                  <a:lnTo>
                    <a:pt x="1" y="13833"/>
                  </a:lnTo>
                  <a:lnTo>
                    <a:pt x="1" y="17029"/>
                  </a:lnTo>
                  <a:lnTo>
                    <a:pt x="16755" y="275"/>
                  </a:lnTo>
                  <a:cubicBezTo>
                    <a:pt x="16572" y="115"/>
                    <a:pt x="16344" y="1"/>
                    <a:pt x="16093" y="1"/>
                  </a:cubicBezTo>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9" name="Google Shape;5189;p33"/>
            <p:cNvSpPr/>
            <p:nvPr/>
          </p:nvSpPr>
          <p:spPr>
            <a:xfrm>
              <a:off x="6532733" y="2216435"/>
              <a:ext cx="149395" cy="150260"/>
            </a:xfrm>
            <a:custGeom>
              <a:avLst/>
              <a:gdLst/>
              <a:ahLst/>
              <a:cxnLst/>
              <a:rect l="l" t="t" r="r" b="b"/>
              <a:pathLst>
                <a:path w="3973" h="3996" extrusionOk="0">
                  <a:moveTo>
                    <a:pt x="1028" y="1"/>
                  </a:moveTo>
                  <a:cubicBezTo>
                    <a:pt x="457" y="1"/>
                    <a:pt x="1" y="480"/>
                    <a:pt x="1" y="1028"/>
                  </a:cubicBezTo>
                  <a:lnTo>
                    <a:pt x="1" y="3995"/>
                  </a:lnTo>
                  <a:lnTo>
                    <a:pt x="3972" y="1"/>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0" name="Google Shape;5190;p33"/>
            <p:cNvSpPr/>
            <p:nvPr/>
          </p:nvSpPr>
          <p:spPr>
            <a:xfrm>
              <a:off x="7095806" y="2832717"/>
              <a:ext cx="80695" cy="80733"/>
            </a:xfrm>
            <a:custGeom>
              <a:avLst/>
              <a:gdLst/>
              <a:ahLst/>
              <a:cxnLst/>
              <a:rect l="l" t="t" r="r" b="b"/>
              <a:pathLst>
                <a:path w="2146" h="2147" extrusionOk="0">
                  <a:moveTo>
                    <a:pt x="0" y="2146"/>
                  </a:moveTo>
                  <a:lnTo>
                    <a:pt x="1119" y="2146"/>
                  </a:lnTo>
                  <a:cubicBezTo>
                    <a:pt x="1689" y="2146"/>
                    <a:pt x="2146" y="1667"/>
                    <a:pt x="2146" y="1096"/>
                  </a:cubicBezTo>
                  <a:lnTo>
                    <a:pt x="2146" y="0"/>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1" name="Google Shape;5191;p33"/>
            <p:cNvSpPr/>
            <p:nvPr/>
          </p:nvSpPr>
          <p:spPr>
            <a:xfrm>
              <a:off x="6915535" y="2652484"/>
              <a:ext cx="260961" cy="260961"/>
            </a:xfrm>
            <a:custGeom>
              <a:avLst/>
              <a:gdLst/>
              <a:ahLst/>
              <a:cxnLst/>
              <a:rect l="l" t="t" r="r" b="b"/>
              <a:pathLst>
                <a:path w="6940" h="6940" extrusionOk="0">
                  <a:moveTo>
                    <a:pt x="6940" y="0"/>
                  </a:moveTo>
                  <a:lnTo>
                    <a:pt x="1" y="6939"/>
                  </a:lnTo>
                  <a:lnTo>
                    <a:pt x="2261" y="6939"/>
                  </a:lnTo>
                  <a:lnTo>
                    <a:pt x="6940" y="2237"/>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2" name="Google Shape;5192;p33"/>
            <p:cNvSpPr/>
            <p:nvPr/>
          </p:nvSpPr>
          <p:spPr>
            <a:xfrm>
              <a:off x="6665773" y="2402723"/>
              <a:ext cx="510717" cy="510717"/>
            </a:xfrm>
            <a:custGeom>
              <a:avLst/>
              <a:gdLst/>
              <a:ahLst/>
              <a:cxnLst/>
              <a:rect l="l" t="t" r="r" b="b"/>
              <a:pathLst>
                <a:path w="13582" h="13582" extrusionOk="0">
                  <a:moveTo>
                    <a:pt x="13582" y="0"/>
                  </a:moveTo>
                  <a:lnTo>
                    <a:pt x="1" y="13581"/>
                  </a:lnTo>
                  <a:lnTo>
                    <a:pt x="3059" y="13581"/>
                  </a:lnTo>
                  <a:lnTo>
                    <a:pt x="13582" y="3059"/>
                  </a:lnTo>
                  <a:close/>
                </a:path>
              </a:pathLst>
            </a:custGeom>
            <a:gradFill>
              <a:gsLst>
                <a:gs pos="0">
                  <a:srgbClr val="FFFFFF">
                    <a:alpha val="49803"/>
                  </a:srgbClr>
                </a:gs>
                <a:gs pos="100000">
                  <a:srgbClr val="00031B">
                    <a:alpha val="1647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3" name="Google Shape;5193;p33"/>
            <p:cNvSpPr/>
            <p:nvPr/>
          </p:nvSpPr>
          <p:spPr>
            <a:xfrm>
              <a:off x="7452850" y="1577855"/>
              <a:ext cx="37791" cy="206889"/>
            </a:xfrm>
            <a:custGeom>
              <a:avLst/>
              <a:gdLst/>
              <a:ahLst/>
              <a:cxnLst/>
              <a:rect l="l" t="t" r="r" b="b"/>
              <a:pathLst>
                <a:path w="1005"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4" name="Google Shape;5194;p33"/>
            <p:cNvSpPr/>
            <p:nvPr/>
          </p:nvSpPr>
          <p:spPr>
            <a:xfrm>
              <a:off x="7452850" y="1685175"/>
              <a:ext cx="37791" cy="99571"/>
            </a:xfrm>
            <a:custGeom>
              <a:avLst/>
              <a:gdLst/>
              <a:ahLst/>
              <a:cxnLst/>
              <a:rect l="l" t="t" r="r" b="b"/>
              <a:pathLst>
                <a:path w="1005" h="2648" extrusionOk="0">
                  <a:moveTo>
                    <a:pt x="1005" y="0"/>
                  </a:moveTo>
                  <a:cubicBezTo>
                    <a:pt x="837" y="358"/>
                    <a:pt x="552" y="599"/>
                    <a:pt x="116" y="599"/>
                  </a:cubicBezTo>
                  <a:cubicBezTo>
                    <a:pt x="78"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5" name="Google Shape;5195;p33"/>
            <p:cNvSpPr/>
            <p:nvPr/>
          </p:nvSpPr>
          <p:spPr>
            <a:xfrm>
              <a:off x="7436530" y="1498925"/>
              <a:ext cx="70429" cy="110739"/>
            </a:xfrm>
            <a:custGeom>
              <a:avLst/>
              <a:gdLst/>
              <a:ahLst/>
              <a:cxnLst/>
              <a:rect l="l" t="t" r="r" b="b"/>
              <a:pathLst>
                <a:path w="1873" h="2945" extrusionOk="0">
                  <a:moveTo>
                    <a:pt x="366" y="0"/>
                  </a:moveTo>
                  <a:cubicBezTo>
                    <a:pt x="161" y="0"/>
                    <a:pt x="1" y="160"/>
                    <a:pt x="1" y="365"/>
                  </a:cubicBezTo>
                  <a:lnTo>
                    <a:pt x="1" y="2556"/>
                  </a:lnTo>
                  <a:cubicBezTo>
                    <a:pt x="1" y="2762"/>
                    <a:pt x="161" y="2944"/>
                    <a:pt x="366" y="2944"/>
                  </a:cubicBezTo>
                  <a:lnTo>
                    <a:pt x="1507" y="2944"/>
                  </a:lnTo>
                  <a:cubicBezTo>
                    <a:pt x="1713" y="2944"/>
                    <a:pt x="1873" y="2762"/>
                    <a:pt x="1873" y="2556"/>
                  </a:cubicBezTo>
                  <a:lnTo>
                    <a:pt x="1873" y="365"/>
                  </a:lnTo>
                  <a:cubicBezTo>
                    <a:pt x="1873" y="160"/>
                    <a:pt x="1713"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6" name="Google Shape;5196;p33"/>
            <p:cNvSpPr/>
            <p:nvPr/>
          </p:nvSpPr>
          <p:spPr>
            <a:xfrm>
              <a:off x="7444276" y="1510920"/>
              <a:ext cx="54975" cy="85884"/>
            </a:xfrm>
            <a:custGeom>
              <a:avLst/>
              <a:gdLst/>
              <a:ahLst/>
              <a:cxnLst/>
              <a:rect l="l" t="t" r="r" b="b"/>
              <a:pathLst>
                <a:path w="1462" h="2284" extrusionOk="0">
                  <a:moveTo>
                    <a:pt x="297" y="1"/>
                  </a:moveTo>
                  <a:cubicBezTo>
                    <a:pt x="137" y="1"/>
                    <a:pt x="0" y="138"/>
                    <a:pt x="0" y="297"/>
                  </a:cubicBezTo>
                  <a:lnTo>
                    <a:pt x="0" y="1986"/>
                  </a:lnTo>
                  <a:cubicBezTo>
                    <a:pt x="0" y="2146"/>
                    <a:pt x="137" y="2283"/>
                    <a:pt x="297" y="2283"/>
                  </a:cubicBezTo>
                  <a:lnTo>
                    <a:pt x="1164" y="2283"/>
                  </a:lnTo>
                  <a:cubicBezTo>
                    <a:pt x="1324" y="2283"/>
                    <a:pt x="1461" y="2146"/>
                    <a:pt x="1461" y="1986"/>
                  </a:cubicBezTo>
                  <a:lnTo>
                    <a:pt x="1461" y="297"/>
                  </a:lnTo>
                  <a:cubicBezTo>
                    <a:pt x="1461" y="138"/>
                    <a:pt x="1324" y="1"/>
                    <a:pt x="11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7" name="Google Shape;5197;p33"/>
            <p:cNvSpPr/>
            <p:nvPr/>
          </p:nvSpPr>
          <p:spPr>
            <a:xfrm>
              <a:off x="7349854"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8" name="Google Shape;5198;p33"/>
            <p:cNvSpPr/>
            <p:nvPr/>
          </p:nvSpPr>
          <p:spPr>
            <a:xfrm>
              <a:off x="7349854" y="1685175"/>
              <a:ext cx="36963" cy="99571"/>
            </a:xfrm>
            <a:custGeom>
              <a:avLst/>
              <a:gdLst/>
              <a:ahLst/>
              <a:cxnLst/>
              <a:rect l="l" t="t" r="r" b="b"/>
              <a:pathLst>
                <a:path w="983" h="2648" extrusionOk="0">
                  <a:moveTo>
                    <a:pt x="982" y="0"/>
                  </a:moveTo>
                  <a:cubicBezTo>
                    <a:pt x="814" y="358"/>
                    <a:pt x="549" y="599"/>
                    <a:pt x="115" y="599"/>
                  </a:cubicBezTo>
                  <a:cubicBezTo>
                    <a:pt x="78"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9" name="Google Shape;5199;p33"/>
            <p:cNvSpPr/>
            <p:nvPr/>
          </p:nvSpPr>
          <p:spPr>
            <a:xfrm>
              <a:off x="7332707" y="1498925"/>
              <a:ext cx="71257" cy="110739"/>
            </a:xfrm>
            <a:custGeom>
              <a:avLst/>
              <a:gdLst/>
              <a:ahLst/>
              <a:cxnLst/>
              <a:rect l="l" t="t" r="r" b="b"/>
              <a:pathLst>
                <a:path w="1895" h="2945" extrusionOk="0">
                  <a:moveTo>
                    <a:pt x="388" y="0"/>
                  </a:moveTo>
                  <a:cubicBezTo>
                    <a:pt x="160" y="0"/>
                    <a:pt x="0" y="160"/>
                    <a:pt x="0" y="365"/>
                  </a:cubicBezTo>
                  <a:lnTo>
                    <a:pt x="0" y="2556"/>
                  </a:lnTo>
                  <a:cubicBezTo>
                    <a:pt x="0" y="2762"/>
                    <a:pt x="160" y="2944"/>
                    <a:pt x="388"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0" name="Google Shape;5200;p33"/>
            <p:cNvSpPr/>
            <p:nvPr/>
          </p:nvSpPr>
          <p:spPr>
            <a:xfrm>
              <a:off x="7341281" y="1510920"/>
              <a:ext cx="54110" cy="85884"/>
            </a:xfrm>
            <a:custGeom>
              <a:avLst/>
              <a:gdLst/>
              <a:ahLst/>
              <a:cxnLst/>
              <a:rect l="l" t="t" r="r" b="b"/>
              <a:pathLst>
                <a:path w="1439" h="2284" extrusionOk="0">
                  <a:moveTo>
                    <a:pt x="297" y="1"/>
                  </a:moveTo>
                  <a:cubicBezTo>
                    <a:pt x="137" y="1"/>
                    <a:pt x="0" y="138"/>
                    <a:pt x="0" y="297"/>
                  </a:cubicBezTo>
                  <a:lnTo>
                    <a:pt x="0" y="1986"/>
                  </a:lnTo>
                  <a:cubicBezTo>
                    <a:pt x="0" y="2146"/>
                    <a:pt x="137" y="2283"/>
                    <a:pt x="297" y="2283"/>
                  </a:cubicBezTo>
                  <a:lnTo>
                    <a:pt x="1142" y="2283"/>
                  </a:lnTo>
                  <a:cubicBezTo>
                    <a:pt x="1301" y="2283"/>
                    <a:pt x="1438" y="2146"/>
                    <a:pt x="1438" y="1986"/>
                  </a:cubicBezTo>
                  <a:lnTo>
                    <a:pt x="1438" y="297"/>
                  </a:lnTo>
                  <a:cubicBezTo>
                    <a:pt x="1438" y="138"/>
                    <a:pt x="1301"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1" name="Google Shape;5201;p33"/>
            <p:cNvSpPr/>
            <p:nvPr/>
          </p:nvSpPr>
          <p:spPr>
            <a:xfrm>
              <a:off x="7245994" y="1577855"/>
              <a:ext cx="37828" cy="206889"/>
            </a:xfrm>
            <a:custGeom>
              <a:avLst/>
              <a:gdLst/>
              <a:ahLst/>
              <a:cxnLst/>
              <a:rect l="l" t="t" r="r" b="b"/>
              <a:pathLst>
                <a:path w="1006"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2" name="Google Shape;5202;p33"/>
            <p:cNvSpPr/>
            <p:nvPr/>
          </p:nvSpPr>
          <p:spPr>
            <a:xfrm>
              <a:off x="7245994" y="1685175"/>
              <a:ext cx="37828" cy="99571"/>
            </a:xfrm>
            <a:custGeom>
              <a:avLst/>
              <a:gdLst/>
              <a:ahLst/>
              <a:cxnLst/>
              <a:rect l="l" t="t" r="r" b="b"/>
              <a:pathLst>
                <a:path w="1006" h="2648" extrusionOk="0">
                  <a:moveTo>
                    <a:pt x="1005" y="0"/>
                  </a:moveTo>
                  <a:cubicBezTo>
                    <a:pt x="837" y="358"/>
                    <a:pt x="552" y="599"/>
                    <a:pt x="116" y="599"/>
                  </a:cubicBezTo>
                  <a:cubicBezTo>
                    <a:pt x="79"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3" name="Google Shape;5203;p33"/>
            <p:cNvSpPr/>
            <p:nvPr/>
          </p:nvSpPr>
          <p:spPr>
            <a:xfrm>
              <a:off x="7229711" y="1498925"/>
              <a:ext cx="70392" cy="110739"/>
            </a:xfrm>
            <a:custGeom>
              <a:avLst/>
              <a:gdLst/>
              <a:ahLst/>
              <a:cxnLst/>
              <a:rect l="l" t="t" r="r" b="b"/>
              <a:pathLst>
                <a:path w="1872" h="2945" extrusionOk="0">
                  <a:moveTo>
                    <a:pt x="365" y="0"/>
                  </a:moveTo>
                  <a:cubicBezTo>
                    <a:pt x="160" y="0"/>
                    <a:pt x="0" y="160"/>
                    <a:pt x="0" y="365"/>
                  </a:cubicBezTo>
                  <a:lnTo>
                    <a:pt x="0" y="2556"/>
                  </a:lnTo>
                  <a:cubicBezTo>
                    <a:pt x="0" y="2762"/>
                    <a:pt x="160" y="2944"/>
                    <a:pt x="365" y="2944"/>
                  </a:cubicBezTo>
                  <a:lnTo>
                    <a:pt x="1506" y="2944"/>
                  </a:lnTo>
                  <a:cubicBezTo>
                    <a:pt x="1712" y="2944"/>
                    <a:pt x="1872" y="2762"/>
                    <a:pt x="1872" y="2556"/>
                  </a:cubicBezTo>
                  <a:lnTo>
                    <a:pt x="1872" y="365"/>
                  </a:lnTo>
                  <a:cubicBezTo>
                    <a:pt x="1872" y="160"/>
                    <a:pt x="1712" y="0"/>
                    <a:pt x="15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4" name="Google Shape;5204;p33"/>
            <p:cNvSpPr/>
            <p:nvPr/>
          </p:nvSpPr>
          <p:spPr>
            <a:xfrm>
              <a:off x="7237420" y="1510920"/>
              <a:ext cx="54110" cy="85884"/>
            </a:xfrm>
            <a:custGeom>
              <a:avLst/>
              <a:gdLst/>
              <a:ahLst/>
              <a:cxnLst/>
              <a:rect l="l" t="t" r="r" b="b"/>
              <a:pathLst>
                <a:path w="1439" h="2284" extrusionOk="0">
                  <a:moveTo>
                    <a:pt x="297" y="1"/>
                  </a:moveTo>
                  <a:cubicBezTo>
                    <a:pt x="137" y="1"/>
                    <a:pt x="0" y="138"/>
                    <a:pt x="0" y="297"/>
                  </a:cubicBezTo>
                  <a:lnTo>
                    <a:pt x="0" y="1986"/>
                  </a:lnTo>
                  <a:cubicBezTo>
                    <a:pt x="0" y="2146"/>
                    <a:pt x="137" y="2283"/>
                    <a:pt x="297" y="2283"/>
                  </a:cubicBezTo>
                  <a:lnTo>
                    <a:pt x="1165" y="2283"/>
                  </a:lnTo>
                  <a:cubicBezTo>
                    <a:pt x="1324" y="2283"/>
                    <a:pt x="1438" y="2146"/>
                    <a:pt x="1438" y="1986"/>
                  </a:cubicBezTo>
                  <a:lnTo>
                    <a:pt x="1438" y="297"/>
                  </a:lnTo>
                  <a:cubicBezTo>
                    <a:pt x="1438" y="138"/>
                    <a:pt x="1324"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5" name="Google Shape;5205;p33"/>
            <p:cNvSpPr/>
            <p:nvPr/>
          </p:nvSpPr>
          <p:spPr>
            <a:xfrm>
              <a:off x="7142998"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6" name="Google Shape;5206;p33"/>
            <p:cNvSpPr/>
            <p:nvPr/>
          </p:nvSpPr>
          <p:spPr>
            <a:xfrm>
              <a:off x="7142998" y="1685175"/>
              <a:ext cx="36963" cy="99571"/>
            </a:xfrm>
            <a:custGeom>
              <a:avLst/>
              <a:gdLst/>
              <a:ahLst/>
              <a:cxnLst/>
              <a:rect l="l" t="t" r="r" b="b"/>
              <a:pathLst>
                <a:path w="983" h="2648" extrusionOk="0">
                  <a:moveTo>
                    <a:pt x="982" y="0"/>
                  </a:moveTo>
                  <a:cubicBezTo>
                    <a:pt x="814" y="358"/>
                    <a:pt x="549" y="599"/>
                    <a:pt x="115" y="599"/>
                  </a:cubicBezTo>
                  <a:cubicBezTo>
                    <a:pt x="78"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7" name="Google Shape;5207;p33"/>
            <p:cNvSpPr/>
            <p:nvPr/>
          </p:nvSpPr>
          <p:spPr>
            <a:xfrm>
              <a:off x="7125851" y="1498925"/>
              <a:ext cx="71257" cy="110739"/>
            </a:xfrm>
            <a:custGeom>
              <a:avLst/>
              <a:gdLst/>
              <a:ahLst/>
              <a:cxnLst/>
              <a:rect l="l" t="t" r="r" b="b"/>
              <a:pathLst>
                <a:path w="1895" h="2945" extrusionOk="0">
                  <a:moveTo>
                    <a:pt x="388" y="0"/>
                  </a:moveTo>
                  <a:cubicBezTo>
                    <a:pt x="160" y="0"/>
                    <a:pt x="0" y="160"/>
                    <a:pt x="0" y="365"/>
                  </a:cubicBezTo>
                  <a:lnTo>
                    <a:pt x="0" y="2556"/>
                  </a:lnTo>
                  <a:cubicBezTo>
                    <a:pt x="0" y="2762"/>
                    <a:pt x="160" y="2944"/>
                    <a:pt x="388"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8" name="Google Shape;5208;p33"/>
            <p:cNvSpPr/>
            <p:nvPr/>
          </p:nvSpPr>
          <p:spPr>
            <a:xfrm>
              <a:off x="7134424" y="1510920"/>
              <a:ext cx="54110" cy="85884"/>
            </a:xfrm>
            <a:custGeom>
              <a:avLst/>
              <a:gdLst/>
              <a:ahLst/>
              <a:cxnLst/>
              <a:rect l="l" t="t" r="r" b="b"/>
              <a:pathLst>
                <a:path w="1439" h="2284" extrusionOk="0">
                  <a:moveTo>
                    <a:pt x="274" y="1"/>
                  </a:moveTo>
                  <a:cubicBezTo>
                    <a:pt x="137" y="1"/>
                    <a:pt x="0" y="138"/>
                    <a:pt x="0" y="297"/>
                  </a:cubicBezTo>
                  <a:lnTo>
                    <a:pt x="0" y="1986"/>
                  </a:lnTo>
                  <a:cubicBezTo>
                    <a:pt x="0" y="2146"/>
                    <a:pt x="137" y="2283"/>
                    <a:pt x="274" y="2283"/>
                  </a:cubicBezTo>
                  <a:lnTo>
                    <a:pt x="1142" y="2283"/>
                  </a:lnTo>
                  <a:cubicBezTo>
                    <a:pt x="1301" y="2283"/>
                    <a:pt x="1438" y="2146"/>
                    <a:pt x="1438" y="1986"/>
                  </a:cubicBezTo>
                  <a:lnTo>
                    <a:pt x="1438" y="297"/>
                  </a:lnTo>
                  <a:cubicBezTo>
                    <a:pt x="1438" y="138"/>
                    <a:pt x="1301"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9" name="Google Shape;5209;p33"/>
            <p:cNvSpPr/>
            <p:nvPr/>
          </p:nvSpPr>
          <p:spPr>
            <a:xfrm>
              <a:off x="7039137" y="1577855"/>
              <a:ext cx="37828" cy="206889"/>
            </a:xfrm>
            <a:custGeom>
              <a:avLst/>
              <a:gdLst/>
              <a:ahLst/>
              <a:cxnLst/>
              <a:rect l="l" t="t" r="r" b="b"/>
              <a:pathLst>
                <a:path w="1006"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0" name="Google Shape;5210;p33"/>
            <p:cNvSpPr/>
            <p:nvPr/>
          </p:nvSpPr>
          <p:spPr>
            <a:xfrm>
              <a:off x="7039137" y="1685175"/>
              <a:ext cx="37828" cy="99571"/>
            </a:xfrm>
            <a:custGeom>
              <a:avLst/>
              <a:gdLst/>
              <a:ahLst/>
              <a:cxnLst/>
              <a:rect l="l" t="t" r="r" b="b"/>
              <a:pathLst>
                <a:path w="1006" h="2648" extrusionOk="0">
                  <a:moveTo>
                    <a:pt x="1005" y="0"/>
                  </a:moveTo>
                  <a:cubicBezTo>
                    <a:pt x="837" y="358"/>
                    <a:pt x="552" y="599"/>
                    <a:pt x="116" y="599"/>
                  </a:cubicBezTo>
                  <a:cubicBezTo>
                    <a:pt x="79"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1" name="Google Shape;5211;p33"/>
            <p:cNvSpPr/>
            <p:nvPr/>
          </p:nvSpPr>
          <p:spPr>
            <a:xfrm>
              <a:off x="7022855" y="1498925"/>
              <a:ext cx="70392" cy="110739"/>
            </a:xfrm>
            <a:custGeom>
              <a:avLst/>
              <a:gdLst/>
              <a:ahLst/>
              <a:cxnLst/>
              <a:rect l="l" t="t" r="r" b="b"/>
              <a:pathLst>
                <a:path w="1872" h="2945" extrusionOk="0">
                  <a:moveTo>
                    <a:pt x="365" y="0"/>
                  </a:moveTo>
                  <a:cubicBezTo>
                    <a:pt x="160" y="0"/>
                    <a:pt x="0" y="160"/>
                    <a:pt x="0" y="365"/>
                  </a:cubicBezTo>
                  <a:lnTo>
                    <a:pt x="0" y="2556"/>
                  </a:lnTo>
                  <a:cubicBezTo>
                    <a:pt x="0" y="2762"/>
                    <a:pt x="160" y="2944"/>
                    <a:pt x="365" y="2944"/>
                  </a:cubicBezTo>
                  <a:lnTo>
                    <a:pt x="1507" y="2944"/>
                  </a:lnTo>
                  <a:cubicBezTo>
                    <a:pt x="1712" y="2944"/>
                    <a:pt x="1872" y="2762"/>
                    <a:pt x="1872" y="2556"/>
                  </a:cubicBezTo>
                  <a:lnTo>
                    <a:pt x="1872" y="365"/>
                  </a:lnTo>
                  <a:cubicBezTo>
                    <a:pt x="1872"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2" name="Google Shape;5212;p33"/>
            <p:cNvSpPr/>
            <p:nvPr/>
          </p:nvSpPr>
          <p:spPr>
            <a:xfrm>
              <a:off x="7030564" y="1510920"/>
              <a:ext cx="54110" cy="85884"/>
            </a:xfrm>
            <a:custGeom>
              <a:avLst/>
              <a:gdLst/>
              <a:ahLst/>
              <a:cxnLst/>
              <a:rect l="l" t="t" r="r" b="b"/>
              <a:pathLst>
                <a:path w="1439" h="2284" extrusionOk="0">
                  <a:moveTo>
                    <a:pt x="297" y="1"/>
                  </a:moveTo>
                  <a:cubicBezTo>
                    <a:pt x="138" y="1"/>
                    <a:pt x="1" y="138"/>
                    <a:pt x="1" y="297"/>
                  </a:cubicBezTo>
                  <a:lnTo>
                    <a:pt x="1" y="1986"/>
                  </a:lnTo>
                  <a:cubicBezTo>
                    <a:pt x="1" y="2146"/>
                    <a:pt x="138" y="2283"/>
                    <a:pt x="297" y="2283"/>
                  </a:cubicBezTo>
                  <a:lnTo>
                    <a:pt x="1165" y="2283"/>
                  </a:lnTo>
                  <a:cubicBezTo>
                    <a:pt x="1324" y="2283"/>
                    <a:pt x="1439" y="2146"/>
                    <a:pt x="1439" y="1986"/>
                  </a:cubicBezTo>
                  <a:lnTo>
                    <a:pt x="1439" y="297"/>
                  </a:lnTo>
                  <a:cubicBezTo>
                    <a:pt x="1439" y="138"/>
                    <a:pt x="1324"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3" name="Google Shape;5213;p33"/>
            <p:cNvSpPr/>
            <p:nvPr/>
          </p:nvSpPr>
          <p:spPr>
            <a:xfrm>
              <a:off x="6936142"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4" name="Google Shape;5214;p33"/>
            <p:cNvSpPr/>
            <p:nvPr/>
          </p:nvSpPr>
          <p:spPr>
            <a:xfrm>
              <a:off x="6936142" y="1685175"/>
              <a:ext cx="36963" cy="99571"/>
            </a:xfrm>
            <a:custGeom>
              <a:avLst/>
              <a:gdLst/>
              <a:ahLst/>
              <a:cxnLst/>
              <a:rect l="l" t="t" r="r" b="b"/>
              <a:pathLst>
                <a:path w="983" h="2648" extrusionOk="0">
                  <a:moveTo>
                    <a:pt x="982" y="0"/>
                  </a:moveTo>
                  <a:cubicBezTo>
                    <a:pt x="814" y="358"/>
                    <a:pt x="549" y="599"/>
                    <a:pt x="115" y="599"/>
                  </a:cubicBezTo>
                  <a:cubicBezTo>
                    <a:pt x="78"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5" name="Google Shape;5215;p33"/>
            <p:cNvSpPr/>
            <p:nvPr/>
          </p:nvSpPr>
          <p:spPr>
            <a:xfrm>
              <a:off x="6918995" y="1498925"/>
              <a:ext cx="71257" cy="110739"/>
            </a:xfrm>
            <a:custGeom>
              <a:avLst/>
              <a:gdLst/>
              <a:ahLst/>
              <a:cxnLst/>
              <a:rect l="l" t="t" r="r" b="b"/>
              <a:pathLst>
                <a:path w="1895" h="2945" extrusionOk="0">
                  <a:moveTo>
                    <a:pt x="388" y="0"/>
                  </a:moveTo>
                  <a:cubicBezTo>
                    <a:pt x="160" y="0"/>
                    <a:pt x="0" y="160"/>
                    <a:pt x="0" y="365"/>
                  </a:cubicBezTo>
                  <a:lnTo>
                    <a:pt x="0" y="2556"/>
                  </a:lnTo>
                  <a:cubicBezTo>
                    <a:pt x="0" y="2762"/>
                    <a:pt x="160" y="2944"/>
                    <a:pt x="388"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6" name="Google Shape;5216;p33"/>
            <p:cNvSpPr/>
            <p:nvPr/>
          </p:nvSpPr>
          <p:spPr>
            <a:xfrm>
              <a:off x="6927568" y="1510920"/>
              <a:ext cx="54110" cy="85884"/>
            </a:xfrm>
            <a:custGeom>
              <a:avLst/>
              <a:gdLst/>
              <a:ahLst/>
              <a:cxnLst/>
              <a:rect l="l" t="t" r="r" b="b"/>
              <a:pathLst>
                <a:path w="1439" h="2284" extrusionOk="0">
                  <a:moveTo>
                    <a:pt x="274" y="1"/>
                  </a:moveTo>
                  <a:cubicBezTo>
                    <a:pt x="115" y="1"/>
                    <a:pt x="1" y="138"/>
                    <a:pt x="1" y="297"/>
                  </a:cubicBezTo>
                  <a:lnTo>
                    <a:pt x="1" y="1986"/>
                  </a:lnTo>
                  <a:cubicBezTo>
                    <a:pt x="1" y="2146"/>
                    <a:pt x="115" y="2283"/>
                    <a:pt x="274"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7" name="Google Shape;5217;p33"/>
            <p:cNvSpPr/>
            <p:nvPr/>
          </p:nvSpPr>
          <p:spPr>
            <a:xfrm>
              <a:off x="6832281" y="1577855"/>
              <a:ext cx="37828" cy="206889"/>
            </a:xfrm>
            <a:custGeom>
              <a:avLst/>
              <a:gdLst/>
              <a:ahLst/>
              <a:cxnLst/>
              <a:rect l="l" t="t" r="r" b="b"/>
              <a:pathLst>
                <a:path w="1006" h="5502" extrusionOk="0">
                  <a:moveTo>
                    <a:pt x="1" y="1"/>
                  </a:moveTo>
                  <a:lnTo>
                    <a:pt x="1"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8" name="Google Shape;5218;p33"/>
            <p:cNvSpPr/>
            <p:nvPr/>
          </p:nvSpPr>
          <p:spPr>
            <a:xfrm>
              <a:off x="6832281" y="1685175"/>
              <a:ext cx="37828" cy="99571"/>
            </a:xfrm>
            <a:custGeom>
              <a:avLst/>
              <a:gdLst/>
              <a:ahLst/>
              <a:cxnLst/>
              <a:rect l="l" t="t" r="r" b="b"/>
              <a:pathLst>
                <a:path w="1006" h="2648" extrusionOk="0">
                  <a:moveTo>
                    <a:pt x="1005" y="0"/>
                  </a:moveTo>
                  <a:cubicBezTo>
                    <a:pt x="837" y="358"/>
                    <a:pt x="552" y="599"/>
                    <a:pt x="116" y="599"/>
                  </a:cubicBezTo>
                  <a:cubicBezTo>
                    <a:pt x="79" y="599"/>
                    <a:pt x="40" y="597"/>
                    <a:pt x="1" y="594"/>
                  </a:cubicBezTo>
                  <a:lnTo>
                    <a:pt x="1"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9" name="Google Shape;5219;p33"/>
            <p:cNvSpPr/>
            <p:nvPr/>
          </p:nvSpPr>
          <p:spPr>
            <a:xfrm>
              <a:off x="6815999" y="1498925"/>
              <a:ext cx="70392" cy="110739"/>
            </a:xfrm>
            <a:custGeom>
              <a:avLst/>
              <a:gdLst/>
              <a:ahLst/>
              <a:cxnLst/>
              <a:rect l="l" t="t" r="r" b="b"/>
              <a:pathLst>
                <a:path w="1872" h="2945" extrusionOk="0">
                  <a:moveTo>
                    <a:pt x="365" y="0"/>
                  </a:moveTo>
                  <a:cubicBezTo>
                    <a:pt x="160" y="0"/>
                    <a:pt x="0" y="160"/>
                    <a:pt x="0" y="365"/>
                  </a:cubicBezTo>
                  <a:lnTo>
                    <a:pt x="0" y="2556"/>
                  </a:lnTo>
                  <a:cubicBezTo>
                    <a:pt x="0" y="2762"/>
                    <a:pt x="160" y="2944"/>
                    <a:pt x="365" y="2944"/>
                  </a:cubicBezTo>
                  <a:lnTo>
                    <a:pt x="1507" y="2944"/>
                  </a:lnTo>
                  <a:cubicBezTo>
                    <a:pt x="1712" y="2944"/>
                    <a:pt x="1872" y="2762"/>
                    <a:pt x="1872" y="2556"/>
                  </a:cubicBezTo>
                  <a:lnTo>
                    <a:pt x="1872" y="365"/>
                  </a:lnTo>
                  <a:cubicBezTo>
                    <a:pt x="1872"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0" name="Google Shape;5220;p33"/>
            <p:cNvSpPr/>
            <p:nvPr/>
          </p:nvSpPr>
          <p:spPr>
            <a:xfrm>
              <a:off x="6823708" y="1510920"/>
              <a:ext cx="54110" cy="85884"/>
            </a:xfrm>
            <a:custGeom>
              <a:avLst/>
              <a:gdLst/>
              <a:ahLst/>
              <a:cxnLst/>
              <a:rect l="l" t="t" r="r" b="b"/>
              <a:pathLst>
                <a:path w="1439" h="2284" extrusionOk="0">
                  <a:moveTo>
                    <a:pt x="297" y="1"/>
                  </a:moveTo>
                  <a:cubicBezTo>
                    <a:pt x="138" y="1"/>
                    <a:pt x="1" y="138"/>
                    <a:pt x="1" y="297"/>
                  </a:cubicBezTo>
                  <a:lnTo>
                    <a:pt x="1" y="1986"/>
                  </a:lnTo>
                  <a:cubicBezTo>
                    <a:pt x="1" y="2146"/>
                    <a:pt x="138" y="2283"/>
                    <a:pt x="297"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1" name="Google Shape;5221;p33"/>
            <p:cNvSpPr/>
            <p:nvPr/>
          </p:nvSpPr>
          <p:spPr>
            <a:xfrm>
              <a:off x="6729285" y="1577855"/>
              <a:ext cx="36963" cy="206889"/>
            </a:xfrm>
            <a:custGeom>
              <a:avLst/>
              <a:gdLst/>
              <a:ahLst/>
              <a:cxnLst/>
              <a:rect l="l" t="t" r="r" b="b"/>
              <a:pathLst>
                <a:path w="983" h="5502" extrusionOk="0">
                  <a:moveTo>
                    <a:pt x="1" y="1"/>
                  </a:moveTo>
                  <a:lnTo>
                    <a:pt x="1" y="5502"/>
                  </a:lnTo>
                  <a:lnTo>
                    <a:pt x="982" y="5502"/>
                  </a:lnTo>
                  <a:lnTo>
                    <a:pt x="9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2" name="Google Shape;5222;p33"/>
            <p:cNvSpPr/>
            <p:nvPr/>
          </p:nvSpPr>
          <p:spPr>
            <a:xfrm>
              <a:off x="6729285" y="1685175"/>
              <a:ext cx="36963" cy="99571"/>
            </a:xfrm>
            <a:custGeom>
              <a:avLst/>
              <a:gdLst/>
              <a:ahLst/>
              <a:cxnLst/>
              <a:rect l="l" t="t" r="r" b="b"/>
              <a:pathLst>
                <a:path w="983" h="2648" extrusionOk="0">
                  <a:moveTo>
                    <a:pt x="982" y="0"/>
                  </a:moveTo>
                  <a:cubicBezTo>
                    <a:pt x="814" y="358"/>
                    <a:pt x="549" y="599"/>
                    <a:pt x="116" y="599"/>
                  </a:cubicBezTo>
                  <a:cubicBezTo>
                    <a:pt x="79" y="599"/>
                    <a:pt x="40" y="597"/>
                    <a:pt x="1" y="594"/>
                  </a:cubicBezTo>
                  <a:lnTo>
                    <a:pt x="1" y="2648"/>
                  </a:lnTo>
                  <a:lnTo>
                    <a:pt x="982" y="2648"/>
                  </a:ln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3" name="Google Shape;5223;p33"/>
            <p:cNvSpPr/>
            <p:nvPr/>
          </p:nvSpPr>
          <p:spPr>
            <a:xfrm>
              <a:off x="6712138" y="1498925"/>
              <a:ext cx="71257" cy="110739"/>
            </a:xfrm>
            <a:custGeom>
              <a:avLst/>
              <a:gdLst/>
              <a:ahLst/>
              <a:cxnLst/>
              <a:rect l="l" t="t" r="r" b="b"/>
              <a:pathLst>
                <a:path w="1895" h="2945" extrusionOk="0">
                  <a:moveTo>
                    <a:pt x="366" y="0"/>
                  </a:moveTo>
                  <a:cubicBezTo>
                    <a:pt x="160" y="0"/>
                    <a:pt x="0" y="160"/>
                    <a:pt x="0" y="365"/>
                  </a:cubicBezTo>
                  <a:lnTo>
                    <a:pt x="0" y="2556"/>
                  </a:lnTo>
                  <a:cubicBezTo>
                    <a:pt x="0" y="2762"/>
                    <a:pt x="160" y="2944"/>
                    <a:pt x="366"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4" name="Google Shape;5224;p33"/>
            <p:cNvSpPr/>
            <p:nvPr/>
          </p:nvSpPr>
          <p:spPr>
            <a:xfrm>
              <a:off x="6720712" y="1510920"/>
              <a:ext cx="54110" cy="85884"/>
            </a:xfrm>
            <a:custGeom>
              <a:avLst/>
              <a:gdLst/>
              <a:ahLst/>
              <a:cxnLst/>
              <a:rect l="l" t="t" r="r" b="b"/>
              <a:pathLst>
                <a:path w="1439" h="2284" extrusionOk="0">
                  <a:moveTo>
                    <a:pt x="275" y="1"/>
                  </a:moveTo>
                  <a:cubicBezTo>
                    <a:pt x="115" y="1"/>
                    <a:pt x="1" y="138"/>
                    <a:pt x="1" y="297"/>
                  </a:cubicBezTo>
                  <a:lnTo>
                    <a:pt x="1" y="1986"/>
                  </a:lnTo>
                  <a:cubicBezTo>
                    <a:pt x="1" y="2146"/>
                    <a:pt x="115" y="2283"/>
                    <a:pt x="275"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5" name="Google Shape;5225;p33"/>
            <p:cNvSpPr/>
            <p:nvPr/>
          </p:nvSpPr>
          <p:spPr>
            <a:xfrm>
              <a:off x="6625463" y="1577855"/>
              <a:ext cx="37791" cy="206889"/>
            </a:xfrm>
            <a:custGeom>
              <a:avLst/>
              <a:gdLst/>
              <a:ahLst/>
              <a:cxnLst/>
              <a:rect l="l" t="t" r="r" b="b"/>
              <a:pathLst>
                <a:path w="1005" h="5502" extrusionOk="0">
                  <a:moveTo>
                    <a:pt x="0" y="1"/>
                  </a:moveTo>
                  <a:lnTo>
                    <a:pt x="0" y="5502"/>
                  </a:lnTo>
                  <a:lnTo>
                    <a:pt x="1004" y="5502"/>
                  </a:lnTo>
                  <a:lnTo>
                    <a:pt x="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6" name="Google Shape;5226;p33"/>
            <p:cNvSpPr/>
            <p:nvPr/>
          </p:nvSpPr>
          <p:spPr>
            <a:xfrm>
              <a:off x="6625463" y="1685175"/>
              <a:ext cx="37791" cy="99571"/>
            </a:xfrm>
            <a:custGeom>
              <a:avLst/>
              <a:gdLst/>
              <a:ahLst/>
              <a:cxnLst/>
              <a:rect l="l" t="t" r="r" b="b"/>
              <a:pathLst>
                <a:path w="1005" h="2648" extrusionOk="0">
                  <a:moveTo>
                    <a:pt x="1004" y="0"/>
                  </a:moveTo>
                  <a:cubicBezTo>
                    <a:pt x="836" y="358"/>
                    <a:pt x="552" y="599"/>
                    <a:pt x="115" y="599"/>
                  </a:cubicBezTo>
                  <a:cubicBezTo>
                    <a:pt x="78" y="599"/>
                    <a:pt x="39" y="597"/>
                    <a:pt x="0" y="594"/>
                  </a:cubicBezTo>
                  <a:lnTo>
                    <a:pt x="0" y="2648"/>
                  </a:lnTo>
                  <a:lnTo>
                    <a:pt x="1004" y="2648"/>
                  </a:ln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7" name="Google Shape;5227;p33"/>
            <p:cNvSpPr/>
            <p:nvPr/>
          </p:nvSpPr>
          <p:spPr>
            <a:xfrm>
              <a:off x="6608278" y="1498925"/>
              <a:ext cx="71257" cy="110739"/>
            </a:xfrm>
            <a:custGeom>
              <a:avLst/>
              <a:gdLst/>
              <a:ahLst/>
              <a:cxnLst/>
              <a:rect l="l" t="t" r="r" b="b"/>
              <a:pathLst>
                <a:path w="1895" h="2945" extrusionOk="0">
                  <a:moveTo>
                    <a:pt x="389" y="0"/>
                  </a:moveTo>
                  <a:cubicBezTo>
                    <a:pt x="183" y="0"/>
                    <a:pt x="1" y="160"/>
                    <a:pt x="1" y="365"/>
                  </a:cubicBezTo>
                  <a:lnTo>
                    <a:pt x="1" y="2556"/>
                  </a:lnTo>
                  <a:cubicBezTo>
                    <a:pt x="1" y="2762"/>
                    <a:pt x="183" y="2944"/>
                    <a:pt x="389" y="2944"/>
                  </a:cubicBezTo>
                  <a:lnTo>
                    <a:pt x="1530" y="2944"/>
                  </a:lnTo>
                  <a:cubicBezTo>
                    <a:pt x="1735" y="2944"/>
                    <a:pt x="1895" y="2762"/>
                    <a:pt x="1895" y="2556"/>
                  </a:cubicBezTo>
                  <a:lnTo>
                    <a:pt x="1895" y="365"/>
                  </a:lnTo>
                  <a:cubicBezTo>
                    <a:pt x="1895" y="160"/>
                    <a:pt x="1735" y="0"/>
                    <a:pt x="15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8" name="Google Shape;5228;p33"/>
            <p:cNvSpPr/>
            <p:nvPr/>
          </p:nvSpPr>
          <p:spPr>
            <a:xfrm>
              <a:off x="6616851" y="1510920"/>
              <a:ext cx="54110" cy="85884"/>
            </a:xfrm>
            <a:custGeom>
              <a:avLst/>
              <a:gdLst/>
              <a:ahLst/>
              <a:cxnLst/>
              <a:rect l="l" t="t" r="r" b="b"/>
              <a:pathLst>
                <a:path w="1439" h="2284" extrusionOk="0">
                  <a:moveTo>
                    <a:pt x="297" y="1"/>
                  </a:moveTo>
                  <a:cubicBezTo>
                    <a:pt x="138" y="1"/>
                    <a:pt x="1" y="138"/>
                    <a:pt x="1" y="297"/>
                  </a:cubicBezTo>
                  <a:lnTo>
                    <a:pt x="1" y="1986"/>
                  </a:lnTo>
                  <a:cubicBezTo>
                    <a:pt x="1" y="2146"/>
                    <a:pt x="138" y="2283"/>
                    <a:pt x="297"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9" name="Google Shape;5229;p33"/>
            <p:cNvSpPr/>
            <p:nvPr/>
          </p:nvSpPr>
          <p:spPr>
            <a:xfrm>
              <a:off x="6521602" y="1577855"/>
              <a:ext cx="37791" cy="206889"/>
            </a:xfrm>
            <a:custGeom>
              <a:avLst/>
              <a:gdLst/>
              <a:ahLst/>
              <a:cxnLst/>
              <a:rect l="l" t="t" r="r" b="b"/>
              <a:pathLst>
                <a:path w="1005" h="5502" extrusionOk="0">
                  <a:moveTo>
                    <a:pt x="0" y="1"/>
                  </a:moveTo>
                  <a:lnTo>
                    <a:pt x="0" y="5502"/>
                  </a:lnTo>
                  <a:lnTo>
                    <a:pt x="1004" y="5502"/>
                  </a:lnTo>
                  <a:lnTo>
                    <a:pt x="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0" name="Google Shape;5230;p33"/>
            <p:cNvSpPr/>
            <p:nvPr/>
          </p:nvSpPr>
          <p:spPr>
            <a:xfrm>
              <a:off x="6521602" y="1685175"/>
              <a:ext cx="37791" cy="99571"/>
            </a:xfrm>
            <a:custGeom>
              <a:avLst/>
              <a:gdLst/>
              <a:ahLst/>
              <a:cxnLst/>
              <a:rect l="l" t="t" r="r" b="b"/>
              <a:pathLst>
                <a:path w="1005" h="2648" extrusionOk="0">
                  <a:moveTo>
                    <a:pt x="1004" y="0"/>
                  </a:moveTo>
                  <a:cubicBezTo>
                    <a:pt x="836" y="358"/>
                    <a:pt x="571" y="599"/>
                    <a:pt x="120" y="599"/>
                  </a:cubicBezTo>
                  <a:cubicBezTo>
                    <a:pt x="81" y="599"/>
                    <a:pt x="41" y="597"/>
                    <a:pt x="0" y="594"/>
                  </a:cubicBezTo>
                  <a:lnTo>
                    <a:pt x="0" y="2648"/>
                  </a:lnTo>
                  <a:lnTo>
                    <a:pt x="1004" y="2648"/>
                  </a:ln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1" name="Google Shape;5231;p33"/>
            <p:cNvSpPr/>
            <p:nvPr/>
          </p:nvSpPr>
          <p:spPr>
            <a:xfrm>
              <a:off x="6505282" y="1498925"/>
              <a:ext cx="71257" cy="110739"/>
            </a:xfrm>
            <a:custGeom>
              <a:avLst/>
              <a:gdLst/>
              <a:ahLst/>
              <a:cxnLst/>
              <a:rect l="l" t="t" r="r" b="b"/>
              <a:pathLst>
                <a:path w="1895" h="2945" extrusionOk="0">
                  <a:moveTo>
                    <a:pt x="366" y="0"/>
                  </a:moveTo>
                  <a:cubicBezTo>
                    <a:pt x="160" y="0"/>
                    <a:pt x="0" y="160"/>
                    <a:pt x="0" y="365"/>
                  </a:cubicBezTo>
                  <a:lnTo>
                    <a:pt x="0" y="2556"/>
                  </a:lnTo>
                  <a:cubicBezTo>
                    <a:pt x="0" y="2762"/>
                    <a:pt x="160" y="2944"/>
                    <a:pt x="366"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2" name="Google Shape;5232;p33"/>
            <p:cNvSpPr/>
            <p:nvPr/>
          </p:nvSpPr>
          <p:spPr>
            <a:xfrm>
              <a:off x="6513856" y="1510920"/>
              <a:ext cx="54110" cy="85884"/>
            </a:xfrm>
            <a:custGeom>
              <a:avLst/>
              <a:gdLst/>
              <a:ahLst/>
              <a:cxnLst/>
              <a:rect l="l" t="t" r="r" b="b"/>
              <a:pathLst>
                <a:path w="1439" h="2284" extrusionOk="0">
                  <a:moveTo>
                    <a:pt x="275" y="1"/>
                  </a:moveTo>
                  <a:cubicBezTo>
                    <a:pt x="115" y="1"/>
                    <a:pt x="1" y="138"/>
                    <a:pt x="1" y="297"/>
                  </a:cubicBezTo>
                  <a:lnTo>
                    <a:pt x="1" y="1986"/>
                  </a:lnTo>
                  <a:cubicBezTo>
                    <a:pt x="1" y="2146"/>
                    <a:pt x="115" y="2283"/>
                    <a:pt x="275"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3" name="Google Shape;5233;p33"/>
            <p:cNvSpPr/>
            <p:nvPr/>
          </p:nvSpPr>
          <p:spPr>
            <a:xfrm>
              <a:off x="6418606" y="1577855"/>
              <a:ext cx="37791" cy="206889"/>
            </a:xfrm>
            <a:custGeom>
              <a:avLst/>
              <a:gdLst/>
              <a:ahLst/>
              <a:cxnLst/>
              <a:rect l="l" t="t" r="r" b="b"/>
              <a:pathLst>
                <a:path w="1005" h="5502" extrusionOk="0">
                  <a:moveTo>
                    <a:pt x="0" y="1"/>
                  </a:moveTo>
                  <a:lnTo>
                    <a:pt x="0" y="5502"/>
                  </a:lnTo>
                  <a:lnTo>
                    <a:pt x="1004" y="5502"/>
                  </a:lnTo>
                  <a:lnTo>
                    <a:pt x="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4" name="Google Shape;5234;p33"/>
            <p:cNvSpPr/>
            <p:nvPr/>
          </p:nvSpPr>
          <p:spPr>
            <a:xfrm>
              <a:off x="6418606" y="1685175"/>
              <a:ext cx="37791" cy="99571"/>
            </a:xfrm>
            <a:custGeom>
              <a:avLst/>
              <a:gdLst/>
              <a:ahLst/>
              <a:cxnLst/>
              <a:rect l="l" t="t" r="r" b="b"/>
              <a:pathLst>
                <a:path w="1005" h="2648" extrusionOk="0">
                  <a:moveTo>
                    <a:pt x="1004" y="0"/>
                  </a:moveTo>
                  <a:cubicBezTo>
                    <a:pt x="836" y="358"/>
                    <a:pt x="552" y="599"/>
                    <a:pt x="115" y="599"/>
                  </a:cubicBezTo>
                  <a:cubicBezTo>
                    <a:pt x="78" y="599"/>
                    <a:pt x="40" y="597"/>
                    <a:pt x="0" y="594"/>
                  </a:cubicBezTo>
                  <a:lnTo>
                    <a:pt x="0" y="2648"/>
                  </a:lnTo>
                  <a:lnTo>
                    <a:pt x="1004" y="2648"/>
                  </a:ln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5" name="Google Shape;5235;p33"/>
            <p:cNvSpPr/>
            <p:nvPr/>
          </p:nvSpPr>
          <p:spPr>
            <a:xfrm>
              <a:off x="6401422" y="1498925"/>
              <a:ext cx="71294" cy="110739"/>
            </a:xfrm>
            <a:custGeom>
              <a:avLst/>
              <a:gdLst/>
              <a:ahLst/>
              <a:cxnLst/>
              <a:rect l="l" t="t" r="r" b="b"/>
              <a:pathLst>
                <a:path w="1896" h="2945" extrusionOk="0">
                  <a:moveTo>
                    <a:pt x="389" y="0"/>
                  </a:moveTo>
                  <a:cubicBezTo>
                    <a:pt x="183" y="0"/>
                    <a:pt x="1" y="160"/>
                    <a:pt x="1" y="365"/>
                  </a:cubicBezTo>
                  <a:lnTo>
                    <a:pt x="1" y="2556"/>
                  </a:lnTo>
                  <a:cubicBezTo>
                    <a:pt x="1" y="2762"/>
                    <a:pt x="183" y="2944"/>
                    <a:pt x="389" y="2944"/>
                  </a:cubicBezTo>
                  <a:lnTo>
                    <a:pt x="1530" y="2944"/>
                  </a:lnTo>
                  <a:cubicBezTo>
                    <a:pt x="1735" y="2944"/>
                    <a:pt x="1895" y="2762"/>
                    <a:pt x="1895" y="2556"/>
                  </a:cubicBezTo>
                  <a:lnTo>
                    <a:pt x="1895" y="365"/>
                  </a:lnTo>
                  <a:cubicBezTo>
                    <a:pt x="1895" y="160"/>
                    <a:pt x="1735" y="0"/>
                    <a:pt x="15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6" name="Google Shape;5236;p33"/>
            <p:cNvSpPr/>
            <p:nvPr/>
          </p:nvSpPr>
          <p:spPr>
            <a:xfrm>
              <a:off x="6409995" y="1510920"/>
              <a:ext cx="54110" cy="85884"/>
            </a:xfrm>
            <a:custGeom>
              <a:avLst/>
              <a:gdLst/>
              <a:ahLst/>
              <a:cxnLst/>
              <a:rect l="l" t="t" r="r" b="b"/>
              <a:pathLst>
                <a:path w="1439" h="2284" extrusionOk="0">
                  <a:moveTo>
                    <a:pt x="298" y="1"/>
                  </a:moveTo>
                  <a:cubicBezTo>
                    <a:pt x="138" y="1"/>
                    <a:pt x="1" y="138"/>
                    <a:pt x="1" y="297"/>
                  </a:cubicBezTo>
                  <a:lnTo>
                    <a:pt x="1" y="1986"/>
                  </a:lnTo>
                  <a:cubicBezTo>
                    <a:pt x="1" y="2146"/>
                    <a:pt x="138" y="2283"/>
                    <a:pt x="298"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7" name="Google Shape;5237;p33"/>
            <p:cNvSpPr/>
            <p:nvPr/>
          </p:nvSpPr>
          <p:spPr>
            <a:xfrm>
              <a:off x="6314746" y="1577855"/>
              <a:ext cx="37791" cy="206889"/>
            </a:xfrm>
            <a:custGeom>
              <a:avLst/>
              <a:gdLst/>
              <a:ahLst/>
              <a:cxnLst/>
              <a:rect l="l" t="t" r="r" b="b"/>
              <a:pathLst>
                <a:path w="1005" h="5502" extrusionOk="0">
                  <a:moveTo>
                    <a:pt x="0" y="1"/>
                  </a:moveTo>
                  <a:lnTo>
                    <a:pt x="0"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8" name="Google Shape;5238;p33"/>
            <p:cNvSpPr/>
            <p:nvPr/>
          </p:nvSpPr>
          <p:spPr>
            <a:xfrm>
              <a:off x="6314746" y="1685175"/>
              <a:ext cx="37791" cy="99571"/>
            </a:xfrm>
            <a:custGeom>
              <a:avLst/>
              <a:gdLst/>
              <a:ahLst/>
              <a:cxnLst/>
              <a:rect l="l" t="t" r="r" b="b"/>
              <a:pathLst>
                <a:path w="1005" h="2648" extrusionOk="0">
                  <a:moveTo>
                    <a:pt x="1005" y="0"/>
                  </a:moveTo>
                  <a:cubicBezTo>
                    <a:pt x="836" y="358"/>
                    <a:pt x="571" y="599"/>
                    <a:pt x="120" y="599"/>
                  </a:cubicBezTo>
                  <a:cubicBezTo>
                    <a:pt x="81" y="599"/>
                    <a:pt x="42" y="597"/>
                    <a:pt x="0" y="594"/>
                  </a:cubicBezTo>
                  <a:lnTo>
                    <a:pt x="0"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9" name="Google Shape;5239;p33"/>
            <p:cNvSpPr/>
            <p:nvPr/>
          </p:nvSpPr>
          <p:spPr>
            <a:xfrm>
              <a:off x="6298426" y="1498925"/>
              <a:ext cx="71294" cy="110739"/>
            </a:xfrm>
            <a:custGeom>
              <a:avLst/>
              <a:gdLst/>
              <a:ahLst/>
              <a:cxnLst/>
              <a:rect l="l" t="t" r="r" b="b"/>
              <a:pathLst>
                <a:path w="1896" h="2945" extrusionOk="0">
                  <a:moveTo>
                    <a:pt x="366" y="0"/>
                  </a:moveTo>
                  <a:cubicBezTo>
                    <a:pt x="160" y="0"/>
                    <a:pt x="1" y="160"/>
                    <a:pt x="1" y="365"/>
                  </a:cubicBezTo>
                  <a:lnTo>
                    <a:pt x="1" y="2556"/>
                  </a:lnTo>
                  <a:cubicBezTo>
                    <a:pt x="1" y="2762"/>
                    <a:pt x="160" y="2944"/>
                    <a:pt x="366" y="2944"/>
                  </a:cubicBezTo>
                  <a:lnTo>
                    <a:pt x="1507" y="2944"/>
                  </a:lnTo>
                  <a:cubicBezTo>
                    <a:pt x="1712" y="2944"/>
                    <a:pt x="1895" y="2762"/>
                    <a:pt x="1895" y="2556"/>
                  </a:cubicBezTo>
                  <a:lnTo>
                    <a:pt x="1895" y="365"/>
                  </a:lnTo>
                  <a:cubicBezTo>
                    <a:pt x="1895" y="160"/>
                    <a:pt x="1712"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0" name="Google Shape;5240;p33"/>
            <p:cNvSpPr/>
            <p:nvPr/>
          </p:nvSpPr>
          <p:spPr>
            <a:xfrm>
              <a:off x="6307000" y="1510920"/>
              <a:ext cx="54110" cy="85884"/>
            </a:xfrm>
            <a:custGeom>
              <a:avLst/>
              <a:gdLst/>
              <a:ahLst/>
              <a:cxnLst/>
              <a:rect l="l" t="t" r="r" b="b"/>
              <a:pathLst>
                <a:path w="1439" h="2284" extrusionOk="0">
                  <a:moveTo>
                    <a:pt x="275" y="1"/>
                  </a:moveTo>
                  <a:cubicBezTo>
                    <a:pt x="115" y="1"/>
                    <a:pt x="1" y="138"/>
                    <a:pt x="1" y="297"/>
                  </a:cubicBezTo>
                  <a:lnTo>
                    <a:pt x="1" y="1986"/>
                  </a:lnTo>
                  <a:cubicBezTo>
                    <a:pt x="1" y="2146"/>
                    <a:pt x="115" y="2283"/>
                    <a:pt x="275" y="2283"/>
                  </a:cubicBezTo>
                  <a:lnTo>
                    <a:pt x="1142" y="2283"/>
                  </a:lnTo>
                  <a:cubicBezTo>
                    <a:pt x="1302" y="2283"/>
                    <a:pt x="1439" y="2146"/>
                    <a:pt x="1439" y="1986"/>
                  </a:cubicBezTo>
                  <a:lnTo>
                    <a:pt x="1439" y="297"/>
                  </a:lnTo>
                  <a:cubicBezTo>
                    <a:pt x="1439" y="138"/>
                    <a:pt x="1302" y="1"/>
                    <a:pt x="1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1" name="Google Shape;5241;p33"/>
            <p:cNvSpPr/>
            <p:nvPr/>
          </p:nvSpPr>
          <p:spPr>
            <a:xfrm>
              <a:off x="6211750" y="1577855"/>
              <a:ext cx="37791" cy="206889"/>
            </a:xfrm>
            <a:custGeom>
              <a:avLst/>
              <a:gdLst/>
              <a:ahLst/>
              <a:cxnLst/>
              <a:rect l="l" t="t" r="r" b="b"/>
              <a:pathLst>
                <a:path w="1005" h="5502" extrusionOk="0">
                  <a:moveTo>
                    <a:pt x="0" y="1"/>
                  </a:moveTo>
                  <a:lnTo>
                    <a:pt x="0" y="5502"/>
                  </a:lnTo>
                  <a:lnTo>
                    <a:pt x="1005" y="5502"/>
                  </a:lnTo>
                  <a:lnTo>
                    <a:pt x="10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2" name="Google Shape;5242;p33"/>
            <p:cNvSpPr/>
            <p:nvPr/>
          </p:nvSpPr>
          <p:spPr>
            <a:xfrm>
              <a:off x="6211750" y="1685175"/>
              <a:ext cx="37791" cy="99571"/>
            </a:xfrm>
            <a:custGeom>
              <a:avLst/>
              <a:gdLst/>
              <a:ahLst/>
              <a:cxnLst/>
              <a:rect l="l" t="t" r="r" b="b"/>
              <a:pathLst>
                <a:path w="1005" h="2648" extrusionOk="0">
                  <a:moveTo>
                    <a:pt x="1005" y="0"/>
                  </a:moveTo>
                  <a:cubicBezTo>
                    <a:pt x="836" y="358"/>
                    <a:pt x="552" y="599"/>
                    <a:pt x="115" y="599"/>
                  </a:cubicBezTo>
                  <a:cubicBezTo>
                    <a:pt x="78" y="599"/>
                    <a:pt x="40" y="597"/>
                    <a:pt x="0" y="594"/>
                  </a:cubicBezTo>
                  <a:lnTo>
                    <a:pt x="0" y="2648"/>
                  </a:lnTo>
                  <a:lnTo>
                    <a:pt x="1005" y="2648"/>
                  </a:ln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3" name="Google Shape;5243;p33"/>
            <p:cNvSpPr/>
            <p:nvPr/>
          </p:nvSpPr>
          <p:spPr>
            <a:xfrm>
              <a:off x="6194565" y="1498925"/>
              <a:ext cx="71294" cy="110739"/>
            </a:xfrm>
            <a:custGeom>
              <a:avLst/>
              <a:gdLst/>
              <a:ahLst/>
              <a:cxnLst/>
              <a:rect l="l" t="t" r="r" b="b"/>
              <a:pathLst>
                <a:path w="1896" h="2945" extrusionOk="0">
                  <a:moveTo>
                    <a:pt x="389" y="0"/>
                  </a:moveTo>
                  <a:cubicBezTo>
                    <a:pt x="183" y="0"/>
                    <a:pt x="1" y="160"/>
                    <a:pt x="1" y="365"/>
                  </a:cubicBezTo>
                  <a:lnTo>
                    <a:pt x="1" y="2556"/>
                  </a:lnTo>
                  <a:cubicBezTo>
                    <a:pt x="1" y="2762"/>
                    <a:pt x="183" y="2944"/>
                    <a:pt x="389" y="2944"/>
                  </a:cubicBezTo>
                  <a:lnTo>
                    <a:pt x="1530" y="2944"/>
                  </a:lnTo>
                  <a:cubicBezTo>
                    <a:pt x="1735" y="2944"/>
                    <a:pt x="1895" y="2762"/>
                    <a:pt x="1895" y="2556"/>
                  </a:cubicBezTo>
                  <a:lnTo>
                    <a:pt x="1895" y="365"/>
                  </a:lnTo>
                  <a:cubicBezTo>
                    <a:pt x="1895" y="160"/>
                    <a:pt x="1735" y="0"/>
                    <a:pt x="15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4" name="Google Shape;5244;p33"/>
            <p:cNvSpPr/>
            <p:nvPr/>
          </p:nvSpPr>
          <p:spPr>
            <a:xfrm>
              <a:off x="6203139" y="1510920"/>
              <a:ext cx="54110" cy="85884"/>
            </a:xfrm>
            <a:custGeom>
              <a:avLst/>
              <a:gdLst/>
              <a:ahLst/>
              <a:cxnLst/>
              <a:rect l="l" t="t" r="r" b="b"/>
              <a:pathLst>
                <a:path w="1439" h="2284" extrusionOk="0">
                  <a:moveTo>
                    <a:pt x="298" y="1"/>
                  </a:moveTo>
                  <a:cubicBezTo>
                    <a:pt x="138" y="1"/>
                    <a:pt x="1" y="138"/>
                    <a:pt x="1" y="297"/>
                  </a:cubicBezTo>
                  <a:lnTo>
                    <a:pt x="1" y="1986"/>
                  </a:lnTo>
                  <a:cubicBezTo>
                    <a:pt x="1" y="2146"/>
                    <a:pt x="138" y="2283"/>
                    <a:pt x="298" y="2283"/>
                  </a:cubicBezTo>
                  <a:lnTo>
                    <a:pt x="1165" y="2283"/>
                  </a:lnTo>
                  <a:cubicBezTo>
                    <a:pt x="1325" y="2283"/>
                    <a:pt x="1439" y="2146"/>
                    <a:pt x="1439" y="1986"/>
                  </a:cubicBezTo>
                  <a:lnTo>
                    <a:pt x="1439" y="297"/>
                  </a:lnTo>
                  <a:cubicBezTo>
                    <a:pt x="1439" y="138"/>
                    <a:pt x="1325" y="1"/>
                    <a:pt x="1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5" name="Google Shape;5245;p33"/>
            <p:cNvSpPr/>
            <p:nvPr/>
          </p:nvSpPr>
          <p:spPr>
            <a:xfrm>
              <a:off x="5908742" y="181389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6" name="Google Shape;5246;p33"/>
            <p:cNvSpPr/>
            <p:nvPr/>
          </p:nvSpPr>
          <p:spPr>
            <a:xfrm>
              <a:off x="6016889" y="1813891"/>
              <a:ext cx="98744" cy="37828"/>
            </a:xfrm>
            <a:custGeom>
              <a:avLst/>
              <a:gdLst/>
              <a:ahLst/>
              <a:cxnLst/>
              <a:rect l="l" t="t" r="r" b="b"/>
              <a:pathLst>
                <a:path w="2626" h="1006" extrusionOk="0">
                  <a:moveTo>
                    <a:pt x="1" y="1"/>
                  </a:moveTo>
                  <a:cubicBezTo>
                    <a:pt x="389" y="184"/>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7" name="Google Shape;5247;p33"/>
            <p:cNvSpPr/>
            <p:nvPr/>
          </p:nvSpPr>
          <p:spPr>
            <a:xfrm>
              <a:off x="5829775" y="1797609"/>
              <a:ext cx="110777" cy="71257"/>
            </a:xfrm>
            <a:custGeom>
              <a:avLst/>
              <a:gdLst/>
              <a:ahLst/>
              <a:cxnLst/>
              <a:rect l="l" t="t" r="r" b="b"/>
              <a:pathLst>
                <a:path w="2946" h="1895" extrusionOk="0">
                  <a:moveTo>
                    <a:pt x="389" y="0"/>
                  </a:moveTo>
                  <a:cubicBezTo>
                    <a:pt x="184" y="0"/>
                    <a:pt x="1" y="160"/>
                    <a:pt x="1" y="365"/>
                  </a:cubicBezTo>
                  <a:lnTo>
                    <a:pt x="1" y="1507"/>
                  </a:lnTo>
                  <a:cubicBezTo>
                    <a:pt x="1" y="1712"/>
                    <a:pt x="184" y="1895"/>
                    <a:pt x="389" y="1895"/>
                  </a:cubicBezTo>
                  <a:lnTo>
                    <a:pt x="2580" y="1895"/>
                  </a:lnTo>
                  <a:cubicBezTo>
                    <a:pt x="2786" y="1895"/>
                    <a:pt x="2945" y="1712"/>
                    <a:pt x="2945" y="1507"/>
                  </a:cubicBezTo>
                  <a:lnTo>
                    <a:pt x="2945" y="365"/>
                  </a:lnTo>
                  <a:cubicBezTo>
                    <a:pt x="2945" y="160"/>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8" name="Google Shape;5248;p33"/>
            <p:cNvSpPr/>
            <p:nvPr/>
          </p:nvSpPr>
          <p:spPr>
            <a:xfrm>
              <a:off x="5842673" y="1806182"/>
              <a:ext cx="85847" cy="54110"/>
            </a:xfrm>
            <a:custGeom>
              <a:avLst/>
              <a:gdLst/>
              <a:ahLst/>
              <a:cxnLst/>
              <a:rect l="l" t="t" r="r" b="b"/>
              <a:pathLst>
                <a:path w="2283" h="1439" extrusionOk="0">
                  <a:moveTo>
                    <a:pt x="274" y="0"/>
                  </a:moveTo>
                  <a:cubicBezTo>
                    <a:pt x="114" y="0"/>
                    <a:pt x="0" y="115"/>
                    <a:pt x="0" y="274"/>
                  </a:cubicBezTo>
                  <a:lnTo>
                    <a:pt x="0" y="1142"/>
                  </a:lnTo>
                  <a:cubicBezTo>
                    <a:pt x="0" y="1302"/>
                    <a:pt x="114" y="1438"/>
                    <a:pt x="274" y="1438"/>
                  </a:cubicBezTo>
                  <a:lnTo>
                    <a:pt x="1986" y="1438"/>
                  </a:lnTo>
                  <a:cubicBezTo>
                    <a:pt x="2146" y="1438"/>
                    <a:pt x="2283" y="1302"/>
                    <a:pt x="2283" y="1142"/>
                  </a:cubicBezTo>
                  <a:lnTo>
                    <a:pt x="2283" y="274"/>
                  </a:lnTo>
                  <a:cubicBezTo>
                    <a:pt x="2283" y="115"/>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9" name="Google Shape;5249;p33"/>
            <p:cNvSpPr/>
            <p:nvPr/>
          </p:nvSpPr>
          <p:spPr>
            <a:xfrm>
              <a:off x="5908742" y="1917752"/>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0" name="Google Shape;5250;p33"/>
            <p:cNvSpPr/>
            <p:nvPr/>
          </p:nvSpPr>
          <p:spPr>
            <a:xfrm>
              <a:off x="6016889" y="1917752"/>
              <a:ext cx="98744" cy="37828"/>
            </a:xfrm>
            <a:custGeom>
              <a:avLst/>
              <a:gdLst/>
              <a:ahLst/>
              <a:cxnLst/>
              <a:rect l="l" t="t" r="r" b="b"/>
              <a:pathLst>
                <a:path w="2626" h="1006"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1" name="Google Shape;5251;p33"/>
            <p:cNvSpPr/>
            <p:nvPr/>
          </p:nvSpPr>
          <p:spPr>
            <a:xfrm>
              <a:off x="5829775" y="1900604"/>
              <a:ext cx="110777" cy="71257"/>
            </a:xfrm>
            <a:custGeom>
              <a:avLst/>
              <a:gdLst/>
              <a:ahLst/>
              <a:cxnLst/>
              <a:rect l="l" t="t" r="r" b="b"/>
              <a:pathLst>
                <a:path w="2946" h="1895" extrusionOk="0">
                  <a:moveTo>
                    <a:pt x="389" y="0"/>
                  </a:moveTo>
                  <a:cubicBezTo>
                    <a:pt x="184" y="0"/>
                    <a:pt x="1" y="183"/>
                    <a:pt x="1" y="388"/>
                  </a:cubicBezTo>
                  <a:lnTo>
                    <a:pt x="1" y="1530"/>
                  </a:lnTo>
                  <a:cubicBezTo>
                    <a:pt x="1" y="1735"/>
                    <a:pt x="184" y="1895"/>
                    <a:pt x="389" y="1895"/>
                  </a:cubicBezTo>
                  <a:lnTo>
                    <a:pt x="2580" y="1895"/>
                  </a:lnTo>
                  <a:cubicBezTo>
                    <a:pt x="2786" y="1895"/>
                    <a:pt x="2945" y="1735"/>
                    <a:pt x="2945" y="1530"/>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2" name="Google Shape;5252;p33"/>
            <p:cNvSpPr/>
            <p:nvPr/>
          </p:nvSpPr>
          <p:spPr>
            <a:xfrm>
              <a:off x="5842673" y="1909178"/>
              <a:ext cx="85847" cy="54110"/>
            </a:xfrm>
            <a:custGeom>
              <a:avLst/>
              <a:gdLst/>
              <a:ahLst/>
              <a:cxnLst/>
              <a:rect l="l" t="t" r="r" b="b"/>
              <a:pathLst>
                <a:path w="2283" h="1439" extrusionOk="0">
                  <a:moveTo>
                    <a:pt x="274" y="1"/>
                  </a:moveTo>
                  <a:cubicBezTo>
                    <a:pt x="114" y="1"/>
                    <a:pt x="0" y="137"/>
                    <a:pt x="0" y="297"/>
                  </a:cubicBezTo>
                  <a:lnTo>
                    <a:pt x="0" y="1165"/>
                  </a:lnTo>
                  <a:cubicBezTo>
                    <a:pt x="0" y="1324"/>
                    <a:pt x="114" y="1438"/>
                    <a:pt x="274" y="1438"/>
                  </a:cubicBezTo>
                  <a:lnTo>
                    <a:pt x="1986" y="1438"/>
                  </a:lnTo>
                  <a:cubicBezTo>
                    <a:pt x="2146" y="1438"/>
                    <a:pt x="2283" y="1324"/>
                    <a:pt x="2283" y="1165"/>
                  </a:cubicBezTo>
                  <a:lnTo>
                    <a:pt x="2283" y="297"/>
                  </a:lnTo>
                  <a:cubicBezTo>
                    <a:pt x="2283" y="137"/>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3" name="Google Shape;5253;p33"/>
            <p:cNvSpPr/>
            <p:nvPr/>
          </p:nvSpPr>
          <p:spPr>
            <a:xfrm>
              <a:off x="5908742" y="2020747"/>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4" name="Google Shape;5254;p33"/>
            <p:cNvSpPr/>
            <p:nvPr/>
          </p:nvSpPr>
          <p:spPr>
            <a:xfrm>
              <a:off x="6016889" y="2020747"/>
              <a:ext cx="98744" cy="37828"/>
            </a:xfrm>
            <a:custGeom>
              <a:avLst/>
              <a:gdLst/>
              <a:ahLst/>
              <a:cxnLst/>
              <a:rect l="l" t="t" r="r" b="b"/>
              <a:pathLst>
                <a:path w="2626" h="1006"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5" name="Google Shape;5255;p33"/>
            <p:cNvSpPr/>
            <p:nvPr/>
          </p:nvSpPr>
          <p:spPr>
            <a:xfrm>
              <a:off x="5829775" y="2004465"/>
              <a:ext cx="110777" cy="71257"/>
            </a:xfrm>
            <a:custGeom>
              <a:avLst/>
              <a:gdLst/>
              <a:ahLst/>
              <a:cxnLst/>
              <a:rect l="l" t="t" r="r" b="b"/>
              <a:pathLst>
                <a:path w="2946" h="1895" extrusionOk="0">
                  <a:moveTo>
                    <a:pt x="389" y="0"/>
                  </a:moveTo>
                  <a:cubicBezTo>
                    <a:pt x="184" y="0"/>
                    <a:pt x="1" y="160"/>
                    <a:pt x="1" y="365"/>
                  </a:cubicBezTo>
                  <a:lnTo>
                    <a:pt x="1" y="1507"/>
                  </a:lnTo>
                  <a:cubicBezTo>
                    <a:pt x="1" y="1712"/>
                    <a:pt x="184" y="1895"/>
                    <a:pt x="389" y="1895"/>
                  </a:cubicBezTo>
                  <a:lnTo>
                    <a:pt x="2580" y="1895"/>
                  </a:lnTo>
                  <a:cubicBezTo>
                    <a:pt x="2786" y="1895"/>
                    <a:pt x="2945" y="1712"/>
                    <a:pt x="2945" y="1507"/>
                  </a:cubicBezTo>
                  <a:lnTo>
                    <a:pt x="2945" y="365"/>
                  </a:lnTo>
                  <a:cubicBezTo>
                    <a:pt x="2945" y="160"/>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6" name="Google Shape;5256;p33"/>
            <p:cNvSpPr/>
            <p:nvPr/>
          </p:nvSpPr>
          <p:spPr>
            <a:xfrm>
              <a:off x="5842673" y="2013039"/>
              <a:ext cx="85847" cy="54110"/>
            </a:xfrm>
            <a:custGeom>
              <a:avLst/>
              <a:gdLst/>
              <a:ahLst/>
              <a:cxnLst/>
              <a:rect l="l" t="t" r="r" b="b"/>
              <a:pathLst>
                <a:path w="2283" h="1439" extrusionOk="0">
                  <a:moveTo>
                    <a:pt x="274" y="0"/>
                  </a:moveTo>
                  <a:cubicBezTo>
                    <a:pt x="114" y="0"/>
                    <a:pt x="0" y="114"/>
                    <a:pt x="0" y="274"/>
                  </a:cubicBezTo>
                  <a:lnTo>
                    <a:pt x="0" y="1142"/>
                  </a:lnTo>
                  <a:cubicBezTo>
                    <a:pt x="0" y="1301"/>
                    <a:pt x="114" y="1438"/>
                    <a:pt x="274"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7" name="Google Shape;5257;p33"/>
            <p:cNvSpPr/>
            <p:nvPr/>
          </p:nvSpPr>
          <p:spPr>
            <a:xfrm>
              <a:off x="5908742" y="2124608"/>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8" name="Google Shape;5258;p33"/>
            <p:cNvSpPr/>
            <p:nvPr/>
          </p:nvSpPr>
          <p:spPr>
            <a:xfrm>
              <a:off x="6016889" y="2124608"/>
              <a:ext cx="98744" cy="37791"/>
            </a:xfrm>
            <a:custGeom>
              <a:avLst/>
              <a:gdLst/>
              <a:ahLst/>
              <a:cxnLst/>
              <a:rect l="l" t="t" r="r" b="b"/>
              <a:pathLst>
                <a:path w="2626" h="1005"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9" name="Google Shape;5259;p33"/>
            <p:cNvSpPr/>
            <p:nvPr/>
          </p:nvSpPr>
          <p:spPr>
            <a:xfrm>
              <a:off x="5829775" y="2107461"/>
              <a:ext cx="110777" cy="71257"/>
            </a:xfrm>
            <a:custGeom>
              <a:avLst/>
              <a:gdLst/>
              <a:ahLst/>
              <a:cxnLst/>
              <a:rect l="l" t="t" r="r" b="b"/>
              <a:pathLst>
                <a:path w="2946" h="1895" extrusionOk="0">
                  <a:moveTo>
                    <a:pt x="389" y="0"/>
                  </a:moveTo>
                  <a:cubicBezTo>
                    <a:pt x="184" y="0"/>
                    <a:pt x="1" y="183"/>
                    <a:pt x="1" y="388"/>
                  </a:cubicBezTo>
                  <a:lnTo>
                    <a:pt x="1" y="1529"/>
                  </a:lnTo>
                  <a:cubicBezTo>
                    <a:pt x="1" y="1735"/>
                    <a:pt x="184" y="1895"/>
                    <a:pt x="389" y="1895"/>
                  </a:cubicBezTo>
                  <a:lnTo>
                    <a:pt x="2580" y="1895"/>
                  </a:lnTo>
                  <a:cubicBezTo>
                    <a:pt x="2786" y="1895"/>
                    <a:pt x="2945" y="1735"/>
                    <a:pt x="2945" y="1529"/>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0" name="Google Shape;5260;p33"/>
            <p:cNvSpPr/>
            <p:nvPr/>
          </p:nvSpPr>
          <p:spPr>
            <a:xfrm>
              <a:off x="5842673" y="2116034"/>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1" name="Google Shape;5261;p33"/>
            <p:cNvSpPr/>
            <p:nvPr/>
          </p:nvSpPr>
          <p:spPr>
            <a:xfrm>
              <a:off x="5908742" y="2227604"/>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2" name="Google Shape;5262;p33"/>
            <p:cNvSpPr/>
            <p:nvPr/>
          </p:nvSpPr>
          <p:spPr>
            <a:xfrm>
              <a:off x="6016889" y="2227604"/>
              <a:ext cx="98744" cy="37791"/>
            </a:xfrm>
            <a:custGeom>
              <a:avLst/>
              <a:gdLst/>
              <a:ahLst/>
              <a:cxnLst/>
              <a:rect l="l" t="t" r="r" b="b"/>
              <a:pathLst>
                <a:path w="2626" h="1005"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3" name="Google Shape;5263;p33"/>
            <p:cNvSpPr/>
            <p:nvPr/>
          </p:nvSpPr>
          <p:spPr>
            <a:xfrm>
              <a:off x="5829775" y="2211284"/>
              <a:ext cx="110777" cy="71294"/>
            </a:xfrm>
            <a:custGeom>
              <a:avLst/>
              <a:gdLst/>
              <a:ahLst/>
              <a:cxnLst/>
              <a:rect l="l" t="t" r="r" b="b"/>
              <a:pathLst>
                <a:path w="2946" h="1896" extrusionOk="0">
                  <a:moveTo>
                    <a:pt x="389" y="1"/>
                  </a:moveTo>
                  <a:cubicBezTo>
                    <a:pt x="184" y="1"/>
                    <a:pt x="1" y="161"/>
                    <a:pt x="1" y="366"/>
                  </a:cubicBezTo>
                  <a:lnTo>
                    <a:pt x="1" y="1507"/>
                  </a:lnTo>
                  <a:cubicBezTo>
                    <a:pt x="1" y="1713"/>
                    <a:pt x="184" y="1895"/>
                    <a:pt x="389" y="1895"/>
                  </a:cubicBezTo>
                  <a:lnTo>
                    <a:pt x="2580" y="1895"/>
                  </a:lnTo>
                  <a:cubicBezTo>
                    <a:pt x="2786" y="1895"/>
                    <a:pt x="2945" y="1713"/>
                    <a:pt x="2945" y="1507"/>
                  </a:cubicBezTo>
                  <a:lnTo>
                    <a:pt x="2945" y="366"/>
                  </a:lnTo>
                  <a:cubicBezTo>
                    <a:pt x="2945" y="161"/>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4" name="Google Shape;5264;p33"/>
            <p:cNvSpPr/>
            <p:nvPr/>
          </p:nvSpPr>
          <p:spPr>
            <a:xfrm>
              <a:off x="5842673" y="2219895"/>
              <a:ext cx="85847" cy="54110"/>
            </a:xfrm>
            <a:custGeom>
              <a:avLst/>
              <a:gdLst/>
              <a:ahLst/>
              <a:cxnLst/>
              <a:rect l="l" t="t" r="r" b="b"/>
              <a:pathLst>
                <a:path w="2283" h="1439" extrusionOk="0">
                  <a:moveTo>
                    <a:pt x="274" y="0"/>
                  </a:moveTo>
                  <a:cubicBezTo>
                    <a:pt x="114" y="0"/>
                    <a:pt x="0" y="114"/>
                    <a:pt x="0" y="274"/>
                  </a:cubicBezTo>
                  <a:lnTo>
                    <a:pt x="0" y="1142"/>
                  </a:lnTo>
                  <a:cubicBezTo>
                    <a:pt x="0" y="1301"/>
                    <a:pt x="114" y="1438"/>
                    <a:pt x="274"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5" name="Google Shape;5265;p33"/>
            <p:cNvSpPr/>
            <p:nvPr/>
          </p:nvSpPr>
          <p:spPr>
            <a:xfrm>
              <a:off x="5908742" y="2331464"/>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6" name="Google Shape;5266;p33"/>
            <p:cNvSpPr/>
            <p:nvPr/>
          </p:nvSpPr>
          <p:spPr>
            <a:xfrm>
              <a:off x="6016889" y="2331464"/>
              <a:ext cx="98744" cy="37791"/>
            </a:xfrm>
            <a:custGeom>
              <a:avLst/>
              <a:gdLst/>
              <a:ahLst/>
              <a:cxnLst/>
              <a:rect l="l" t="t" r="r" b="b"/>
              <a:pathLst>
                <a:path w="2626" h="1005"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7" name="Google Shape;5267;p33"/>
            <p:cNvSpPr/>
            <p:nvPr/>
          </p:nvSpPr>
          <p:spPr>
            <a:xfrm>
              <a:off x="5829775" y="2314317"/>
              <a:ext cx="110777" cy="71257"/>
            </a:xfrm>
            <a:custGeom>
              <a:avLst/>
              <a:gdLst/>
              <a:ahLst/>
              <a:cxnLst/>
              <a:rect l="l" t="t" r="r" b="b"/>
              <a:pathLst>
                <a:path w="2946" h="1895" extrusionOk="0">
                  <a:moveTo>
                    <a:pt x="389" y="0"/>
                  </a:moveTo>
                  <a:cubicBezTo>
                    <a:pt x="184" y="0"/>
                    <a:pt x="1" y="183"/>
                    <a:pt x="1" y="388"/>
                  </a:cubicBezTo>
                  <a:lnTo>
                    <a:pt x="1" y="1529"/>
                  </a:lnTo>
                  <a:cubicBezTo>
                    <a:pt x="1" y="1735"/>
                    <a:pt x="184" y="1895"/>
                    <a:pt x="389" y="1895"/>
                  </a:cubicBezTo>
                  <a:lnTo>
                    <a:pt x="2580" y="1895"/>
                  </a:lnTo>
                  <a:cubicBezTo>
                    <a:pt x="2786" y="1895"/>
                    <a:pt x="2945" y="1735"/>
                    <a:pt x="2945" y="1529"/>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8" name="Google Shape;5268;p33"/>
            <p:cNvSpPr/>
            <p:nvPr/>
          </p:nvSpPr>
          <p:spPr>
            <a:xfrm>
              <a:off x="5842673" y="2322891"/>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9" name="Google Shape;5269;p33"/>
            <p:cNvSpPr/>
            <p:nvPr/>
          </p:nvSpPr>
          <p:spPr>
            <a:xfrm>
              <a:off x="5908742" y="2434460"/>
              <a:ext cx="206889" cy="37791"/>
            </a:xfrm>
            <a:custGeom>
              <a:avLst/>
              <a:gdLst/>
              <a:ahLst/>
              <a:cxnLst/>
              <a:rect l="l" t="t" r="r" b="b"/>
              <a:pathLst>
                <a:path w="5502" h="1005"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0" name="Google Shape;5270;p33"/>
            <p:cNvSpPr/>
            <p:nvPr/>
          </p:nvSpPr>
          <p:spPr>
            <a:xfrm>
              <a:off x="6016889" y="2434460"/>
              <a:ext cx="98744" cy="37791"/>
            </a:xfrm>
            <a:custGeom>
              <a:avLst/>
              <a:gdLst/>
              <a:ahLst/>
              <a:cxnLst/>
              <a:rect l="l" t="t" r="r" b="b"/>
              <a:pathLst>
                <a:path w="2626" h="1005"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1" name="Google Shape;5271;p33"/>
            <p:cNvSpPr/>
            <p:nvPr/>
          </p:nvSpPr>
          <p:spPr>
            <a:xfrm>
              <a:off x="5829775" y="2418140"/>
              <a:ext cx="110777" cy="71294"/>
            </a:xfrm>
            <a:custGeom>
              <a:avLst/>
              <a:gdLst/>
              <a:ahLst/>
              <a:cxnLst/>
              <a:rect l="l" t="t" r="r" b="b"/>
              <a:pathLst>
                <a:path w="2946" h="1896" extrusionOk="0">
                  <a:moveTo>
                    <a:pt x="389" y="1"/>
                  </a:moveTo>
                  <a:cubicBezTo>
                    <a:pt x="184" y="1"/>
                    <a:pt x="1" y="161"/>
                    <a:pt x="1" y="366"/>
                  </a:cubicBezTo>
                  <a:lnTo>
                    <a:pt x="1" y="1507"/>
                  </a:lnTo>
                  <a:cubicBezTo>
                    <a:pt x="1" y="1713"/>
                    <a:pt x="184" y="1895"/>
                    <a:pt x="389" y="1895"/>
                  </a:cubicBezTo>
                  <a:lnTo>
                    <a:pt x="2580" y="1895"/>
                  </a:lnTo>
                  <a:cubicBezTo>
                    <a:pt x="2786" y="1895"/>
                    <a:pt x="2945" y="1713"/>
                    <a:pt x="2945" y="1507"/>
                  </a:cubicBezTo>
                  <a:lnTo>
                    <a:pt x="2945" y="366"/>
                  </a:lnTo>
                  <a:cubicBezTo>
                    <a:pt x="2945" y="161"/>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2" name="Google Shape;5272;p33"/>
            <p:cNvSpPr/>
            <p:nvPr/>
          </p:nvSpPr>
          <p:spPr>
            <a:xfrm>
              <a:off x="5842673" y="2426751"/>
              <a:ext cx="85847" cy="54110"/>
            </a:xfrm>
            <a:custGeom>
              <a:avLst/>
              <a:gdLst/>
              <a:ahLst/>
              <a:cxnLst/>
              <a:rect l="l" t="t" r="r" b="b"/>
              <a:pathLst>
                <a:path w="2283" h="1439" extrusionOk="0">
                  <a:moveTo>
                    <a:pt x="274" y="0"/>
                  </a:moveTo>
                  <a:cubicBezTo>
                    <a:pt x="114" y="0"/>
                    <a:pt x="0" y="114"/>
                    <a:pt x="0" y="274"/>
                  </a:cubicBezTo>
                  <a:lnTo>
                    <a:pt x="0" y="1141"/>
                  </a:lnTo>
                  <a:cubicBezTo>
                    <a:pt x="0" y="1301"/>
                    <a:pt x="114" y="1438"/>
                    <a:pt x="274" y="1438"/>
                  </a:cubicBezTo>
                  <a:lnTo>
                    <a:pt x="1986" y="1438"/>
                  </a:lnTo>
                  <a:cubicBezTo>
                    <a:pt x="2146" y="1438"/>
                    <a:pt x="2283" y="1301"/>
                    <a:pt x="2283" y="1141"/>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3" name="Google Shape;5273;p33"/>
            <p:cNvSpPr/>
            <p:nvPr/>
          </p:nvSpPr>
          <p:spPr>
            <a:xfrm>
              <a:off x="5908742" y="2538320"/>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4" name="Google Shape;5274;p33"/>
            <p:cNvSpPr/>
            <p:nvPr/>
          </p:nvSpPr>
          <p:spPr>
            <a:xfrm>
              <a:off x="6016889" y="2538320"/>
              <a:ext cx="98744" cy="37791"/>
            </a:xfrm>
            <a:custGeom>
              <a:avLst/>
              <a:gdLst/>
              <a:ahLst/>
              <a:cxnLst/>
              <a:rect l="l" t="t" r="r" b="b"/>
              <a:pathLst>
                <a:path w="2626" h="1005" extrusionOk="0">
                  <a:moveTo>
                    <a:pt x="1" y="0"/>
                  </a:moveTo>
                  <a:cubicBezTo>
                    <a:pt x="389" y="183"/>
                    <a:pt x="640" y="480"/>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5" name="Google Shape;5275;p33"/>
            <p:cNvSpPr/>
            <p:nvPr/>
          </p:nvSpPr>
          <p:spPr>
            <a:xfrm>
              <a:off x="5829775" y="2521136"/>
              <a:ext cx="110777" cy="71294"/>
            </a:xfrm>
            <a:custGeom>
              <a:avLst/>
              <a:gdLst/>
              <a:ahLst/>
              <a:cxnLst/>
              <a:rect l="l" t="t" r="r" b="b"/>
              <a:pathLst>
                <a:path w="2946" h="1896" extrusionOk="0">
                  <a:moveTo>
                    <a:pt x="389" y="1"/>
                  </a:moveTo>
                  <a:cubicBezTo>
                    <a:pt x="184" y="1"/>
                    <a:pt x="1" y="184"/>
                    <a:pt x="1" y="389"/>
                  </a:cubicBezTo>
                  <a:lnTo>
                    <a:pt x="1" y="1530"/>
                  </a:lnTo>
                  <a:cubicBezTo>
                    <a:pt x="1" y="1736"/>
                    <a:pt x="184" y="1895"/>
                    <a:pt x="389" y="1895"/>
                  </a:cubicBezTo>
                  <a:lnTo>
                    <a:pt x="2580" y="1895"/>
                  </a:lnTo>
                  <a:cubicBezTo>
                    <a:pt x="2786" y="1895"/>
                    <a:pt x="2945" y="1736"/>
                    <a:pt x="2945" y="1530"/>
                  </a:cubicBezTo>
                  <a:lnTo>
                    <a:pt x="2945" y="389"/>
                  </a:lnTo>
                  <a:cubicBezTo>
                    <a:pt x="2945" y="184"/>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6" name="Google Shape;5276;p33"/>
            <p:cNvSpPr/>
            <p:nvPr/>
          </p:nvSpPr>
          <p:spPr>
            <a:xfrm>
              <a:off x="5842673" y="2529747"/>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7" name="Google Shape;5277;p33"/>
            <p:cNvSpPr/>
            <p:nvPr/>
          </p:nvSpPr>
          <p:spPr>
            <a:xfrm>
              <a:off x="5908742" y="2641316"/>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8" name="Google Shape;5278;p33"/>
            <p:cNvSpPr/>
            <p:nvPr/>
          </p:nvSpPr>
          <p:spPr>
            <a:xfrm>
              <a:off x="6016889" y="2641316"/>
              <a:ext cx="98744" cy="37791"/>
            </a:xfrm>
            <a:custGeom>
              <a:avLst/>
              <a:gdLst/>
              <a:ahLst/>
              <a:cxnLst/>
              <a:rect l="l" t="t" r="r" b="b"/>
              <a:pathLst>
                <a:path w="2626" h="1005" extrusionOk="0">
                  <a:moveTo>
                    <a:pt x="1" y="0"/>
                  </a:moveTo>
                  <a:cubicBezTo>
                    <a:pt x="389" y="183"/>
                    <a:pt x="640" y="503"/>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9" name="Google Shape;5279;p33"/>
            <p:cNvSpPr/>
            <p:nvPr/>
          </p:nvSpPr>
          <p:spPr>
            <a:xfrm>
              <a:off x="5829775" y="2624996"/>
              <a:ext cx="110777" cy="71294"/>
            </a:xfrm>
            <a:custGeom>
              <a:avLst/>
              <a:gdLst/>
              <a:ahLst/>
              <a:cxnLst/>
              <a:rect l="l" t="t" r="r" b="b"/>
              <a:pathLst>
                <a:path w="2946" h="1896" extrusionOk="0">
                  <a:moveTo>
                    <a:pt x="389" y="1"/>
                  </a:moveTo>
                  <a:cubicBezTo>
                    <a:pt x="184" y="1"/>
                    <a:pt x="1" y="161"/>
                    <a:pt x="1" y="366"/>
                  </a:cubicBezTo>
                  <a:lnTo>
                    <a:pt x="1" y="1507"/>
                  </a:lnTo>
                  <a:cubicBezTo>
                    <a:pt x="1" y="1713"/>
                    <a:pt x="184" y="1895"/>
                    <a:pt x="389" y="1895"/>
                  </a:cubicBezTo>
                  <a:lnTo>
                    <a:pt x="2580" y="1895"/>
                  </a:lnTo>
                  <a:cubicBezTo>
                    <a:pt x="2786" y="1895"/>
                    <a:pt x="2945" y="1713"/>
                    <a:pt x="2945" y="1507"/>
                  </a:cubicBezTo>
                  <a:lnTo>
                    <a:pt x="2945" y="366"/>
                  </a:lnTo>
                  <a:cubicBezTo>
                    <a:pt x="2945" y="161"/>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0" name="Google Shape;5280;p33"/>
            <p:cNvSpPr/>
            <p:nvPr/>
          </p:nvSpPr>
          <p:spPr>
            <a:xfrm>
              <a:off x="5842673" y="2633607"/>
              <a:ext cx="85847" cy="54110"/>
            </a:xfrm>
            <a:custGeom>
              <a:avLst/>
              <a:gdLst/>
              <a:ahLst/>
              <a:cxnLst/>
              <a:rect l="l" t="t" r="r" b="b"/>
              <a:pathLst>
                <a:path w="2283" h="1439" extrusionOk="0">
                  <a:moveTo>
                    <a:pt x="274" y="0"/>
                  </a:moveTo>
                  <a:cubicBezTo>
                    <a:pt x="114" y="0"/>
                    <a:pt x="0" y="114"/>
                    <a:pt x="0" y="274"/>
                  </a:cubicBezTo>
                  <a:lnTo>
                    <a:pt x="0" y="1141"/>
                  </a:lnTo>
                  <a:cubicBezTo>
                    <a:pt x="0" y="1301"/>
                    <a:pt x="114" y="1438"/>
                    <a:pt x="274" y="1438"/>
                  </a:cubicBezTo>
                  <a:lnTo>
                    <a:pt x="1986" y="1438"/>
                  </a:lnTo>
                  <a:cubicBezTo>
                    <a:pt x="2146" y="1438"/>
                    <a:pt x="2283" y="1301"/>
                    <a:pt x="2283" y="1141"/>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1" name="Google Shape;5281;p33"/>
            <p:cNvSpPr/>
            <p:nvPr/>
          </p:nvSpPr>
          <p:spPr>
            <a:xfrm>
              <a:off x="5908742" y="2745177"/>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2" name="Google Shape;5282;p33"/>
            <p:cNvSpPr/>
            <p:nvPr/>
          </p:nvSpPr>
          <p:spPr>
            <a:xfrm>
              <a:off x="6016889" y="2745177"/>
              <a:ext cx="98744" cy="37791"/>
            </a:xfrm>
            <a:custGeom>
              <a:avLst/>
              <a:gdLst/>
              <a:ahLst/>
              <a:cxnLst/>
              <a:rect l="l" t="t" r="r" b="b"/>
              <a:pathLst>
                <a:path w="2626" h="1005" extrusionOk="0">
                  <a:moveTo>
                    <a:pt x="1" y="0"/>
                  </a:moveTo>
                  <a:cubicBezTo>
                    <a:pt x="389" y="183"/>
                    <a:pt x="640" y="480"/>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3" name="Google Shape;5283;p33"/>
            <p:cNvSpPr/>
            <p:nvPr/>
          </p:nvSpPr>
          <p:spPr>
            <a:xfrm>
              <a:off x="5829775" y="2727992"/>
              <a:ext cx="110777" cy="71294"/>
            </a:xfrm>
            <a:custGeom>
              <a:avLst/>
              <a:gdLst/>
              <a:ahLst/>
              <a:cxnLst/>
              <a:rect l="l" t="t" r="r" b="b"/>
              <a:pathLst>
                <a:path w="2946" h="1896" extrusionOk="0">
                  <a:moveTo>
                    <a:pt x="389" y="1"/>
                  </a:moveTo>
                  <a:cubicBezTo>
                    <a:pt x="184" y="1"/>
                    <a:pt x="1" y="183"/>
                    <a:pt x="1" y="389"/>
                  </a:cubicBezTo>
                  <a:lnTo>
                    <a:pt x="1" y="1530"/>
                  </a:lnTo>
                  <a:cubicBezTo>
                    <a:pt x="1" y="1736"/>
                    <a:pt x="184" y="1895"/>
                    <a:pt x="389" y="1895"/>
                  </a:cubicBezTo>
                  <a:lnTo>
                    <a:pt x="2580" y="1895"/>
                  </a:lnTo>
                  <a:cubicBezTo>
                    <a:pt x="2786" y="1895"/>
                    <a:pt x="2945" y="1736"/>
                    <a:pt x="2945" y="1530"/>
                  </a:cubicBezTo>
                  <a:lnTo>
                    <a:pt x="2945" y="389"/>
                  </a:lnTo>
                  <a:cubicBezTo>
                    <a:pt x="2945" y="183"/>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4" name="Google Shape;5284;p33"/>
            <p:cNvSpPr/>
            <p:nvPr/>
          </p:nvSpPr>
          <p:spPr>
            <a:xfrm>
              <a:off x="5842673" y="2736603"/>
              <a:ext cx="85847" cy="54110"/>
            </a:xfrm>
            <a:custGeom>
              <a:avLst/>
              <a:gdLst/>
              <a:ahLst/>
              <a:cxnLst/>
              <a:rect l="l" t="t" r="r" b="b"/>
              <a:pathLst>
                <a:path w="2283" h="1439" extrusionOk="0">
                  <a:moveTo>
                    <a:pt x="274" y="0"/>
                  </a:moveTo>
                  <a:cubicBezTo>
                    <a:pt x="114" y="0"/>
                    <a:pt x="0" y="137"/>
                    <a:pt x="0" y="297"/>
                  </a:cubicBezTo>
                  <a:lnTo>
                    <a:pt x="0" y="1164"/>
                  </a:lnTo>
                  <a:cubicBezTo>
                    <a:pt x="0" y="1324"/>
                    <a:pt x="114" y="1438"/>
                    <a:pt x="274" y="1438"/>
                  </a:cubicBezTo>
                  <a:lnTo>
                    <a:pt x="1986" y="1438"/>
                  </a:lnTo>
                  <a:cubicBezTo>
                    <a:pt x="2146" y="1438"/>
                    <a:pt x="2283" y="1324"/>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5" name="Google Shape;5285;p33"/>
            <p:cNvSpPr/>
            <p:nvPr/>
          </p:nvSpPr>
          <p:spPr>
            <a:xfrm>
              <a:off x="5908742" y="2849037"/>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6" name="Google Shape;5286;p33"/>
            <p:cNvSpPr/>
            <p:nvPr/>
          </p:nvSpPr>
          <p:spPr>
            <a:xfrm>
              <a:off x="6016889" y="2849037"/>
              <a:ext cx="98744" cy="36926"/>
            </a:xfrm>
            <a:custGeom>
              <a:avLst/>
              <a:gdLst/>
              <a:ahLst/>
              <a:cxnLst/>
              <a:rect l="l" t="t" r="r" b="b"/>
              <a:pathLst>
                <a:path w="2626" h="982" extrusionOk="0">
                  <a:moveTo>
                    <a:pt x="1" y="0"/>
                  </a:moveTo>
                  <a:cubicBezTo>
                    <a:pt x="389" y="160"/>
                    <a:pt x="640" y="479"/>
                    <a:pt x="572" y="982"/>
                  </a:cubicBezTo>
                  <a:lnTo>
                    <a:pt x="2626" y="982"/>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7" name="Google Shape;5287;p33"/>
            <p:cNvSpPr/>
            <p:nvPr/>
          </p:nvSpPr>
          <p:spPr>
            <a:xfrm>
              <a:off x="5829775" y="2831852"/>
              <a:ext cx="110777" cy="71294"/>
            </a:xfrm>
            <a:custGeom>
              <a:avLst/>
              <a:gdLst/>
              <a:ahLst/>
              <a:cxnLst/>
              <a:rect l="l" t="t" r="r" b="b"/>
              <a:pathLst>
                <a:path w="2946" h="1896" extrusionOk="0">
                  <a:moveTo>
                    <a:pt x="389" y="1"/>
                  </a:moveTo>
                  <a:cubicBezTo>
                    <a:pt x="184" y="1"/>
                    <a:pt x="1" y="160"/>
                    <a:pt x="1" y="366"/>
                  </a:cubicBezTo>
                  <a:lnTo>
                    <a:pt x="1" y="1507"/>
                  </a:lnTo>
                  <a:cubicBezTo>
                    <a:pt x="1" y="1713"/>
                    <a:pt x="184" y="1895"/>
                    <a:pt x="389" y="1895"/>
                  </a:cubicBezTo>
                  <a:lnTo>
                    <a:pt x="2580" y="1895"/>
                  </a:lnTo>
                  <a:cubicBezTo>
                    <a:pt x="2786" y="1895"/>
                    <a:pt x="2945" y="1713"/>
                    <a:pt x="2945" y="1507"/>
                  </a:cubicBezTo>
                  <a:lnTo>
                    <a:pt x="2945" y="366"/>
                  </a:lnTo>
                  <a:cubicBezTo>
                    <a:pt x="2945" y="160"/>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8" name="Google Shape;5288;p33"/>
            <p:cNvSpPr/>
            <p:nvPr/>
          </p:nvSpPr>
          <p:spPr>
            <a:xfrm>
              <a:off x="5842673" y="2840426"/>
              <a:ext cx="85847" cy="54110"/>
            </a:xfrm>
            <a:custGeom>
              <a:avLst/>
              <a:gdLst/>
              <a:ahLst/>
              <a:cxnLst/>
              <a:rect l="l" t="t" r="r" b="b"/>
              <a:pathLst>
                <a:path w="2283" h="1439" extrusionOk="0">
                  <a:moveTo>
                    <a:pt x="274" y="1"/>
                  </a:moveTo>
                  <a:cubicBezTo>
                    <a:pt x="114" y="1"/>
                    <a:pt x="0" y="115"/>
                    <a:pt x="0" y="275"/>
                  </a:cubicBezTo>
                  <a:lnTo>
                    <a:pt x="0" y="1142"/>
                  </a:lnTo>
                  <a:cubicBezTo>
                    <a:pt x="0" y="1302"/>
                    <a:pt x="114" y="1439"/>
                    <a:pt x="274"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9" name="Google Shape;5289;p33"/>
            <p:cNvSpPr/>
            <p:nvPr/>
          </p:nvSpPr>
          <p:spPr>
            <a:xfrm>
              <a:off x="5908742" y="2952033"/>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0" name="Google Shape;5290;p33"/>
            <p:cNvSpPr/>
            <p:nvPr/>
          </p:nvSpPr>
          <p:spPr>
            <a:xfrm>
              <a:off x="6016889" y="2952033"/>
              <a:ext cx="98744" cy="37791"/>
            </a:xfrm>
            <a:custGeom>
              <a:avLst/>
              <a:gdLst/>
              <a:ahLst/>
              <a:cxnLst/>
              <a:rect l="l" t="t" r="r" b="b"/>
              <a:pathLst>
                <a:path w="2626" h="1005" extrusionOk="0">
                  <a:moveTo>
                    <a:pt x="1" y="0"/>
                  </a:moveTo>
                  <a:cubicBezTo>
                    <a:pt x="389" y="183"/>
                    <a:pt x="640" y="480"/>
                    <a:pt x="572" y="1005"/>
                  </a:cubicBezTo>
                  <a:lnTo>
                    <a:pt x="2626" y="1005"/>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1" name="Google Shape;5291;p33"/>
            <p:cNvSpPr/>
            <p:nvPr/>
          </p:nvSpPr>
          <p:spPr>
            <a:xfrm>
              <a:off x="5829775" y="2934848"/>
              <a:ext cx="110777" cy="71294"/>
            </a:xfrm>
            <a:custGeom>
              <a:avLst/>
              <a:gdLst/>
              <a:ahLst/>
              <a:cxnLst/>
              <a:rect l="l" t="t" r="r" b="b"/>
              <a:pathLst>
                <a:path w="2946" h="1896" extrusionOk="0">
                  <a:moveTo>
                    <a:pt x="389" y="1"/>
                  </a:moveTo>
                  <a:cubicBezTo>
                    <a:pt x="184" y="1"/>
                    <a:pt x="1" y="183"/>
                    <a:pt x="1" y="389"/>
                  </a:cubicBezTo>
                  <a:lnTo>
                    <a:pt x="1" y="1530"/>
                  </a:lnTo>
                  <a:cubicBezTo>
                    <a:pt x="1" y="1735"/>
                    <a:pt x="184" y="1895"/>
                    <a:pt x="389" y="1895"/>
                  </a:cubicBezTo>
                  <a:lnTo>
                    <a:pt x="2580" y="1895"/>
                  </a:lnTo>
                  <a:cubicBezTo>
                    <a:pt x="2786" y="1895"/>
                    <a:pt x="2945" y="1735"/>
                    <a:pt x="2945" y="1530"/>
                  </a:cubicBezTo>
                  <a:lnTo>
                    <a:pt x="2945" y="389"/>
                  </a:lnTo>
                  <a:cubicBezTo>
                    <a:pt x="2945" y="183"/>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2" name="Google Shape;5292;p33"/>
            <p:cNvSpPr/>
            <p:nvPr/>
          </p:nvSpPr>
          <p:spPr>
            <a:xfrm>
              <a:off x="5842673" y="2943422"/>
              <a:ext cx="85847" cy="54110"/>
            </a:xfrm>
            <a:custGeom>
              <a:avLst/>
              <a:gdLst/>
              <a:ahLst/>
              <a:cxnLst/>
              <a:rect l="l" t="t" r="r" b="b"/>
              <a:pathLst>
                <a:path w="2283" h="1439" extrusionOk="0">
                  <a:moveTo>
                    <a:pt x="274" y="1"/>
                  </a:moveTo>
                  <a:cubicBezTo>
                    <a:pt x="114" y="1"/>
                    <a:pt x="0" y="138"/>
                    <a:pt x="0" y="298"/>
                  </a:cubicBezTo>
                  <a:lnTo>
                    <a:pt x="0" y="1165"/>
                  </a:lnTo>
                  <a:cubicBezTo>
                    <a:pt x="0" y="1325"/>
                    <a:pt x="114" y="1439"/>
                    <a:pt x="274" y="1439"/>
                  </a:cubicBezTo>
                  <a:lnTo>
                    <a:pt x="1986" y="1439"/>
                  </a:lnTo>
                  <a:cubicBezTo>
                    <a:pt x="2146" y="1439"/>
                    <a:pt x="2283" y="1325"/>
                    <a:pt x="2283" y="1165"/>
                  </a:cubicBezTo>
                  <a:lnTo>
                    <a:pt x="2283" y="298"/>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3" name="Google Shape;5293;p33"/>
            <p:cNvSpPr/>
            <p:nvPr/>
          </p:nvSpPr>
          <p:spPr>
            <a:xfrm>
              <a:off x="5908742" y="3055893"/>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4" name="Google Shape;5294;p33"/>
            <p:cNvSpPr/>
            <p:nvPr/>
          </p:nvSpPr>
          <p:spPr>
            <a:xfrm>
              <a:off x="6016889" y="3055893"/>
              <a:ext cx="98744" cy="36926"/>
            </a:xfrm>
            <a:custGeom>
              <a:avLst/>
              <a:gdLst/>
              <a:ahLst/>
              <a:cxnLst/>
              <a:rect l="l" t="t" r="r" b="b"/>
              <a:pathLst>
                <a:path w="2626" h="982" extrusionOk="0">
                  <a:moveTo>
                    <a:pt x="1" y="0"/>
                  </a:moveTo>
                  <a:cubicBezTo>
                    <a:pt x="389" y="160"/>
                    <a:pt x="640" y="479"/>
                    <a:pt x="572" y="982"/>
                  </a:cubicBezTo>
                  <a:lnTo>
                    <a:pt x="2626" y="982"/>
                  </a:lnTo>
                  <a:lnTo>
                    <a:pt x="2626"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5" name="Google Shape;5295;p33"/>
            <p:cNvSpPr/>
            <p:nvPr/>
          </p:nvSpPr>
          <p:spPr>
            <a:xfrm>
              <a:off x="5829775" y="3038709"/>
              <a:ext cx="110777" cy="71294"/>
            </a:xfrm>
            <a:custGeom>
              <a:avLst/>
              <a:gdLst/>
              <a:ahLst/>
              <a:cxnLst/>
              <a:rect l="l" t="t" r="r" b="b"/>
              <a:pathLst>
                <a:path w="2946" h="1896" extrusionOk="0">
                  <a:moveTo>
                    <a:pt x="389" y="1"/>
                  </a:moveTo>
                  <a:cubicBezTo>
                    <a:pt x="184" y="1"/>
                    <a:pt x="1" y="160"/>
                    <a:pt x="1" y="366"/>
                  </a:cubicBezTo>
                  <a:lnTo>
                    <a:pt x="1" y="1507"/>
                  </a:lnTo>
                  <a:cubicBezTo>
                    <a:pt x="1" y="1712"/>
                    <a:pt x="184" y="1895"/>
                    <a:pt x="389" y="1895"/>
                  </a:cubicBezTo>
                  <a:lnTo>
                    <a:pt x="2580" y="1895"/>
                  </a:lnTo>
                  <a:cubicBezTo>
                    <a:pt x="2786" y="1895"/>
                    <a:pt x="2945" y="1712"/>
                    <a:pt x="2945" y="1507"/>
                  </a:cubicBezTo>
                  <a:lnTo>
                    <a:pt x="2945" y="366"/>
                  </a:lnTo>
                  <a:cubicBezTo>
                    <a:pt x="2945" y="160"/>
                    <a:pt x="2786"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6" name="Google Shape;5296;p33"/>
            <p:cNvSpPr/>
            <p:nvPr/>
          </p:nvSpPr>
          <p:spPr>
            <a:xfrm>
              <a:off x="5842673" y="3047282"/>
              <a:ext cx="85847" cy="54110"/>
            </a:xfrm>
            <a:custGeom>
              <a:avLst/>
              <a:gdLst/>
              <a:ahLst/>
              <a:cxnLst/>
              <a:rect l="l" t="t" r="r" b="b"/>
              <a:pathLst>
                <a:path w="2283" h="1439" extrusionOk="0">
                  <a:moveTo>
                    <a:pt x="274" y="1"/>
                  </a:moveTo>
                  <a:cubicBezTo>
                    <a:pt x="114" y="1"/>
                    <a:pt x="0" y="115"/>
                    <a:pt x="0" y="275"/>
                  </a:cubicBezTo>
                  <a:lnTo>
                    <a:pt x="0" y="1142"/>
                  </a:lnTo>
                  <a:cubicBezTo>
                    <a:pt x="0" y="1302"/>
                    <a:pt x="114" y="1439"/>
                    <a:pt x="274"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7" name="Google Shape;5297;p33"/>
            <p:cNvSpPr/>
            <p:nvPr/>
          </p:nvSpPr>
          <p:spPr>
            <a:xfrm>
              <a:off x="5908742" y="316058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8" name="Google Shape;5298;p33"/>
            <p:cNvSpPr/>
            <p:nvPr/>
          </p:nvSpPr>
          <p:spPr>
            <a:xfrm>
              <a:off x="6016889" y="3160581"/>
              <a:ext cx="98744" cy="37828"/>
            </a:xfrm>
            <a:custGeom>
              <a:avLst/>
              <a:gdLst/>
              <a:ahLst/>
              <a:cxnLst/>
              <a:rect l="l" t="t" r="r" b="b"/>
              <a:pathLst>
                <a:path w="2626" h="1006" extrusionOk="0">
                  <a:moveTo>
                    <a:pt x="1" y="1"/>
                  </a:moveTo>
                  <a:cubicBezTo>
                    <a:pt x="389" y="183"/>
                    <a:pt x="640" y="480"/>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9" name="Google Shape;5299;p33"/>
            <p:cNvSpPr/>
            <p:nvPr/>
          </p:nvSpPr>
          <p:spPr>
            <a:xfrm>
              <a:off x="5829775" y="3143434"/>
              <a:ext cx="110777" cy="71257"/>
            </a:xfrm>
            <a:custGeom>
              <a:avLst/>
              <a:gdLst/>
              <a:ahLst/>
              <a:cxnLst/>
              <a:rect l="l" t="t" r="r" b="b"/>
              <a:pathLst>
                <a:path w="2946" h="1895" extrusionOk="0">
                  <a:moveTo>
                    <a:pt x="389" y="0"/>
                  </a:moveTo>
                  <a:cubicBezTo>
                    <a:pt x="184" y="0"/>
                    <a:pt x="1" y="183"/>
                    <a:pt x="1" y="388"/>
                  </a:cubicBezTo>
                  <a:lnTo>
                    <a:pt x="1" y="1530"/>
                  </a:lnTo>
                  <a:cubicBezTo>
                    <a:pt x="1" y="1735"/>
                    <a:pt x="184" y="1895"/>
                    <a:pt x="389" y="1895"/>
                  </a:cubicBezTo>
                  <a:lnTo>
                    <a:pt x="2580" y="1895"/>
                  </a:lnTo>
                  <a:cubicBezTo>
                    <a:pt x="2786" y="1895"/>
                    <a:pt x="2945" y="1735"/>
                    <a:pt x="2945" y="1530"/>
                  </a:cubicBezTo>
                  <a:lnTo>
                    <a:pt x="2945" y="388"/>
                  </a:lnTo>
                  <a:cubicBezTo>
                    <a:pt x="2945" y="183"/>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0" name="Google Shape;5300;p33"/>
            <p:cNvSpPr/>
            <p:nvPr/>
          </p:nvSpPr>
          <p:spPr>
            <a:xfrm>
              <a:off x="5842673" y="3152008"/>
              <a:ext cx="85847" cy="54110"/>
            </a:xfrm>
            <a:custGeom>
              <a:avLst/>
              <a:gdLst/>
              <a:ahLst/>
              <a:cxnLst/>
              <a:rect l="l" t="t" r="r" b="b"/>
              <a:pathLst>
                <a:path w="2283" h="1439" extrusionOk="0">
                  <a:moveTo>
                    <a:pt x="274" y="0"/>
                  </a:moveTo>
                  <a:cubicBezTo>
                    <a:pt x="114" y="0"/>
                    <a:pt x="0" y="137"/>
                    <a:pt x="0" y="297"/>
                  </a:cubicBezTo>
                  <a:lnTo>
                    <a:pt x="0" y="1165"/>
                  </a:lnTo>
                  <a:cubicBezTo>
                    <a:pt x="0" y="1324"/>
                    <a:pt x="114" y="1438"/>
                    <a:pt x="274" y="1438"/>
                  </a:cubicBezTo>
                  <a:lnTo>
                    <a:pt x="1986" y="1438"/>
                  </a:lnTo>
                  <a:cubicBezTo>
                    <a:pt x="2146" y="1438"/>
                    <a:pt x="2283" y="1324"/>
                    <a:pt x="2283" y="1165"/>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1" name="Google Shape;5301;p33"/>
            <p:cNvSpPr/>
            <p:nvPr/>
          </p:nvSpPr>
          <p:spPr>
            <a:xfrm>
              <a:off x="5908742" y="3263577"/>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2" name="Google Shape;5302;p33"/>
            <p:cNvSpPr/>
            <p:nvPr/>
          </p:nvSpPr>
          <p:spPr>
            <a:xfrm>
              <a:off x="6016889" y="3263577"/>
              <a:ext cx="98744" cy="37828"/>
            </a:xfrm>
            <a:custGeom>
              <a:avLst/>
              <a:gdLst/>
              <a:ahLst/>
              <a:cxnLst/>
              <a:rect l="l" t="t" r="r" b="b"/>
              <a:pathLst>
                <a:path w="2626" h="1006" extrusionOk="0">
                  <a:moveTo>
                    <a:pt x="1" y="1"/>
                  </a:moveTo>
                  <a:cubicBezTo>
                    <a:pt x="389" y="183"/>
                    <a:pt x="640" y="503"/>
                    <a:pt x="572" y="1005"/>
                  </a:cubicBezTo>
                  <a:lnTo>
                    <a:pt x="2626" y="1005"/>
                  </a:lnTo>
                  <a:lnTo>
                    <a:pt x="2626" y="1"/>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3" name="Google Shape;5303;p33"/>
            <p:cNvSpPr/>
            <p:nvPr/>
          </p:nvSpPr>
          <p:spPr>
            <a:xfrm>
              <a:off x="5829775" y="3247295"/>
              <a:ext cx="110777" cy="71257"/>
            </a:xfrm>
            <a:custGeom>
              <a:avLst/>
              <a:gdLst/>
              <a:ahLst/>
              <a:cxnLst/>
              <a:rect l="l" t="t" r="r" b="b"/>
              <a:pathLst>
                <a:path w="2946" h="1895" extrusionOk="0">
                  <a:moveTo>
                    <a:pt x="389" y="0"/>
                  </a:moveTo>
                  <a:cubicBezTo>
                    <a:pt x="184" y="0"/>
                    <a:pt x="1" y="160"/>
                    <a:pt x="1" y="365"/>
                  </a:cubicBezTo>
                  <a:lnTo>
                    <a:pt x="1" y="1507"/>
                  </a:lnTo>
                  <a:cubicBezTo>
                    <a:pt x="1" y="1712"/>
                    <a:pt x="184" y="1895"/>
                    <a:pt x="389" y="1895"/>
                  </a:cubicBezTo>
                  <a:lnTo>
                    <a:pt x="2580" y="1895"/>
                  </a:lnTo>
                  <a:cubicBezTo>
                    <a:pt x="2786" y="1895"/>
                    <a:pt x="2945" y="1712"/>
                    <a:pt x="2945" y="1507"/>
                  </a:cubicBezTo>
                  <a:lnTo>
                    <a:pt x="2945" y="365"/>
                  </a:lnTo>
                  <a:cubicBezTo>
                    <a:pt x="2945" y="160"/>
                    <a:pt x="2786"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4" name="Google Shape;5304;p33"/>
            <p:cNvSpPr/>
            <p:nvPr/>
          </p:nvSpPr>
          <p:spPr>
            <a:xfrm>
              <a:off x="5842673" y="3255868"/>
              <a:ext cx="85847" cy="54110"/>
            </a:xfrm>
            <a:custGeom>
              <a:avLst/>
              <a:gdLst/>
              <a:ahLst/>
              <a:cxnLst/>
              <a:rect l="l" t="t" r="r" b="b"/>
              <a:pathLst>
                <a:path w="2283" h="1439" extrusionOk="0">
                  <a:moveTo>
                    <a:pt x="274" y="0"/>
                  </a:moveTo>
                  <a:cubicBezTo>
                    <a:pt x="114" y="0"/>
                    <a:pt x="0" y="114"/>
                    <a:pt x="0" y="274"/>
                  </a:cubicBezTo>
                  <a:lnTo>
                    <a:pt x="0" y="1142"/>
                  </a:lnTo>
                  <a:cubicBezTo>
                    <a:pt x="0" y="1301"/>
                    <a:pt x="114" y="1438"/>
                    <a:pt x="274"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5" name="Google Shape;5305;p33"/>
            <p:cNvSpPr/>
            <p:nvPr/>
          </p:nvSpPr>
          <p:spPr>
            <a:xfrm>
              <a:off x="7594464" y="3263577"/>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6" name="Google Shape;5306;p33"/>
            <p:cNvSpPr/>
            <p:nvPr/>
          </p:nvSpPr>
          <p:spPr>
            <a:xfrm>
              <a:off x="7594464" y="3263577"/>
              <a:ext cx="99609" cy="37828"/>
            </a:xfrm>
            <a:custGeom>
              <a:avLst/>
              <a:gdLst/>
              <a:ahLst/>
              <a:cxnLst/>
              <a:rect l="l" t="t" r="r" b="b"/>
              <a:pathLst>
                <a:path w="2649" h="1006" extrusionOk="0">
                  <a:moveTo>
                    <a:pt x="1" y="1"/>
                  </a:moveTo>
                  <a:lnTo>
                    <a:pt x="1" y="1005"/>
                  </a:lnTo>
                  <a:lnTo>
                    <a:pt x="2649" y="1005"/>
                  </a:lnTo>
                  <a:cubicBezTo>
                    <a:pt x="2260" y="822"/>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7" name="Google Shape;5307;p33"/>
            <p:cNvSpPr/>
            <p:nvPr/>
          </p:nvSpPr>
          <p:spPr>
            <a:xfrm>
              <a:off x="7769583" y="3247295"/>
              <a:ext cx="110739" cy="71257"/>
            </a:xfrm>
            <a:custGeom>
              <a:avLst/>
              <a:gdLst/>
              <a:ahLst/>
              <a:cxnLst/>
              <a:rect l="l" t="t" r="r" b="b"/>
              <a:pathLst>
                <a:path w="2945" h="1895" extrusionOk="0">
                  <a:moveTo>
                    <a:pt x="388" y="0"/>
                  </a:moveTo>
                  <a:cubicBezTo>
                    <a:pt x="183" y="0"/>
                    <a:pt x="0" y="160"/>
                    <a:pt x="0" y="365"/>
                  </a:cubicBezTo>
                  <a:lnTo>
                    <a:pt x="0" y="1507"/>
                  </a:lnTo>
                  <a:cubicBezTo>
                    <a:pt x="0" y="1712"/>
                    <a:pt x="183" y="1895"/>
                    <a:pt x="388" y="1895"/>
                  </a:cubicBezTo>
                  <a:lnTo>
                    <a:pt x="2579" y="1895"/>
                  </a:lnTo>
                  <a:cubicBezTo>
                    <a:pt x="2785" y="1895"/>
                    <a:pt x="2945" y="1712"/>
                    <a:pt x="2945" y="1507"/>
                  </a:cubicBezTo>
                  <a:lnTo>
                    <a:pt x="2945" y="365"/>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8" name="Google Shape;5308;p33"/>
            <p:cNvSpPr/>
            <p:nvPr/>
          </p:nvSpPr>
          <p:spPr>
            <a:xfrm>
              <a:off x="7782443" y="3255868"/>
              <a:ext cx="85884" cy="54110"/>
            </a:xfrm>
            <a:custGeom>
              <a:avLst/>
              <a:gdLst/>
              <a:ahLst/>
              <a:cxnLst/>
              <a:rect l="l" t="t" r="r" b="b"/>
              <a:pathLst>
                <a:path w="2284" h="1439" extrusionOk="0">
                  <a:moveTo>
                    <a:pt x="297" y="0"/>
                  </a:moveTo>
                  <a:cubicBezTo>
                    <a:pt x="137" y="0"/>
                    <a:pt x="1" y="114"/>
                    <a:pt x="1" y="274"/>
                  </a:cubicBezTo>
                  <a:lnTo>
                    <a:pt x="1" y="1142"/>
                  </a:lnTo>
                  <a:cubicBezTo>
                    <a:pt x="1" y="1301"/>
                    <a:pt x="137" y="1438"/>
                    <a:pt x="297" y="1438"/>
                  </a:cubicBezTo>
                  <a:lnTo>
                    <a:pt x="1986" y="1438"/>
                  </a:lnTo>
                  <a:cubicBezTo>
                    <a:pt x="2146" y="1438"/>
                    <a:pt x="2283" y="1301"/>
                    <a:pt x="2283" y="1142"/>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9" name="Google Shape;5309;p33"/>
            <p:cNvSpPr/>
            <p:nvPr/>
          </p:nvSpPr>
          <p:spPr>
            <a:xfrm>
              <a:off x="7594464" y="316058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0" name="Google Shape;5310;p33"/>
            <p:cNvSpPr/>
            <p:nvPr/>
          </p:nvSpPr>
          <p:spPr>
            <a:xfrm>
              <a:off x="7594464" y="3160581"/>
              <a:ext cx="99609" cy="37828"/>
            </a:xfrm>
            <a:custGeom>
              <a:avLst/>
              <a:gdLst/>
              <a:ahLst/>
              <a:cxnLst/>
              <a:rect l="l" t="t" r="r" b="b"/>
              <a:pathLst>
                <a:path w="2649" h="1006" extrusionOk="0">
                  <a:moveTo>
                    <a:pt x="1" y="1"/>
                  </a:moveTo>
                  <a:lnTo>
                    <a:pt x="1" y="1005"/>
                  </a:lnTo>
                  <a:lnTo>
                    <a:pt x="2649" y="1005"/>
                  </a:lnTo>
                  <a:cubicBezTo>
                    <a:pt x="2260" y="822"/>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1" name="Google Shape;5311;p33"/>
            <p:cNvSpPr/>
            <p:nvPr/>
          </p:nvSpPr>
          <p:spPr>
            <a:xfrm>
              <a:off x="7769583" y="3143434"/>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2" name="Google Shape;5312;p33"/>
            <p:cNvSpPr/>
            <p:nvPr/>
          </p:nvSpPr>
          <p:spPr>
            <a:xfrm>
              <a:off x="7782443" y="3152008"/>
              <a:ext cx="85884" cy="54110"/>
            </a:xfrm>
            <a:custGeom>
              <a:avLst/>
              <a:gdLst/>
              <a:ahLst/>
              <a:cxnLst/>
              <a:rect l="l" t="t" r="r" b="b"/>
              <a:pathLst>
                <a:path w="2284" h="1439" extrusionOk="0">
                  <a:moveTo>
                    <a:pt x="297" y="0"/>
                  </a:moveTo>
                  <a:cubicBezTo>
                    <a:pt x="137" y="0"/>
                    <a:pt x="1" y="137"/>
                    <a:pt x="1" y="297"/>
                  </a:cubicBezTo>
                  <a:lnTo>
                    <a:pt x="1" y="1165"/>
                  </a:lnTo>
                  <a:cubicBezTo>
                    <a:pt x="1" y="1324"/>
                    <a:pt x="137" y="1438"/>
                    <a:pt x="297" y="1438"/>
                  </a:cubicBezTo>
                  <a:lnTo>
                    <a:pt x="1986" y="1438"/>
                  </a:lnTo>
                  <a:cubicBezTo>
                    <a:pt x="2146" y="1438"/>
                    <a:pt x="2283" y="1324"/>
                    <a:pt x="2283" y="1165"/>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3" name="Google Shape;5313;p33"/>
            <p:cNvSpPr/>
            <p:nvPr/>
          </p:nvSpPr>
          <p:spPr>
            <a:xfrm>
              <a:off x="7594464" y="305672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4" name="Google Shape;5314;p33"/>
            <p:cNvSpPr/>
            <p:nvPr/>
          </p:nvSpPr>
          <p:spPr>
            <a:xfrm>
              <a:off x="7594464" y="3056721"/>
              <a:ext cx="99609" cy="37828"/>
            </a:xfrm>
            <a:custGeom>
              <a:avLst/>
              <a:gdLst/>
              <a:ahLst/>
              <a:cxnLst/>
              <a:rect l="l" t="t" r="r" b="b"/>
              <a:pathLst>
                <a:path w="2649" h="1006" extrusionOk="0">
                  <a:moveTo>
                    <a:pt x="1" y="1"/>
                  </a:moveTo>
                  <a:lnTo>
                    <a:pt x="1" y="1005"/>
                  </a:lnTo>
                  <a:lnTo>
                    <a:pt x="2649" y="1005"/>
                  </a:lnTo>
                  <a:cubicBezTo>
                    <a:pt x="2260" y="823"/>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5" name="Google Shape;5315;p33"/>
            <p:cNvSpPr/>
            <p:nvPr/>
          </p:nvSpPr>
          <p:spPr>
            <a:xfrm>
              <a:off x="7769583" y="3040438"/>
              <a:ext cx="110739" cy="71257"/>
            </a:xfrm>
            <a:custGeom>
              <a:avLst/>
              <a:gdLst/>
              <a:ahLst/>
              <a:cxnLst/>
              <a:rect l="l" t="t" r="r" b="b"/>
              <a:pathLst>
                <a:path w="2945" h="1895" extrusionOk="0">
                  <a:moveTo>
                    <a:pt x="388" y="0"/>
                  </a:moveTo>
                  <a:cubicBezTo>
                    <a:pt x="183" y="0"/>
                    <a:pt x="0" y="160"/>
                    <a:pt x="0" y="365"/>
                  </a:cubicBezTo>
                  <a:lnTo>
                    <a:pt x="0" y="1507"/>
                  </a:lnTo>
                  <a:cubicBezTo>
                    <a:pt x="0" y="1712"/>
                    <a:pt x="183" y="1895"/>
                    <a:pt x="388" y="1895"/>
                  </a:cubicBezTo>
                  <a:lnTo>
                    <a:pt x="2579" y="1895"/>
                  </a:lnTo>
                  <a:cubicBezTo>
                    <a:pt x="2785" y="1895"/>
                    <a:pt x="2945" y="1712"/>
                    <a:pt x="2945" y="1507"/>
                  </a:cubicBezTo>
                  <a:lnTo>
                    <a:pt x="2945" y="365"/>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6" name="Google Shape;5316;p33"/>
            <p:cNvSpPr/>
            <p:nvPr/>
          </p:nvSpPr>
          <p:spPr>
            <a:xfrm>
              <a:off x="7782443" y="3049012"/>
              <a:ext cx="85884" cy="54110"/>
            </a:xfrm>
            <a:custGeom>
              <a:avLst/>
              <a:gdLst/>
              <a:ahLst/>
              <a:cxnLst/>
              <a:rect l="l" t="t" r="r" b="b"/>
              <a:pathLst>
                <a:path w="2284" h="1439" extrusionOk="0">
                  <a:moveTo>
                    <a:pt x="297" y="0"/>
                  </a:moveTo>
                  <a:cubicBezTo>
                    <a:pt x="137" y="0"/>
                    <a:pt x="1" y="115"/>
                    <a:pt x="1" y="274"/>
                  </a:cubicBezTo>
                  <a:lnTo>
                    <a:pt x="1" y="1142"/>
                  </a:lnTo>
                  <a:cubicBezTo>
                    <a:pt x="1" y="1301"/>
                    <a:pt x="137" y="1438"/>
                    <a:pt x="297" y="1438"/>
                  </a:cubicBezTo>
                  <a:lnTo>
                    <a:pt x="1986" y="1438"/>
                  </a:lnTo>
                  <a:cubicBezTo>
                    <a:pt x="2146" y="1438"/>
                    <a:pt x="2283" y="1301"/>
                    <a:pt x="2283" y="1142"/>
                  </a:cubicBezTo>
                  <a:lnTo>
                    <a:pt x="2283" y="274"/>
                  </a:lnTo>
                  <a:cubicBezTo>
                    <a:pt x="2283" y="115"/>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7" name="Google Shape;5317;p33"/>
            <p:cNvSpPr/>
            <p:nvPr/>
          </p:nvSpPr>
          <p:spPr>
            <a:xfrm>
              <a:off x="7594464" y="2953725"/>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8" name="Google Shape;5318;p33"/>
            <p:cNvSpPr/>
            <p:nvPr/>
          </p:nvSpPr>
          <p:spPr>
            <a:xfrm>
              <a:off x="7594464" y="2953725"/>
              <a:ext cx="99609" cy="37828"/>
            </a:xfrm>
            <a:custGeom>
              <a:avLst/>
              <a:gdLst/>
              <a:ahLst/>
              <a:cxnLst/>
              <a:rect l="l" t="t" r="r" b="b"/>
              <a:pathLst>
                <a:path w="2649" h="1006" extrusionOk="0">
                  <a:moveTo>
                    <a:pt x="1" y="1"/>
                  </a:moveTo>
                  <a:lnTo>
                    <a:pt x="1" y="1005"/>
                  </a:lnTo>
                  <a:lnTo>
                    <a:pt x="2649" y="1005"/>
                  </a:lnTo>
                  <a:cubicBezTo>
                    <a:pt x="2260" y="823"/>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9" name="Google Shape;5319;p33"/>
            <p:cNvSpPr/>
            <p:nvPr/>
          </p:nvSpPr>
          <p:spPr>
            <a:xfrm>
              <a:off x="7769583" y="2936578"/>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0" name="Google Shape;5320;p33"/>
            <p:cNvSpPr/>
            <p:nvPr/>
          </p:nvSpPr>
          <p:spPr>
            <a:xfrm>
              <a:off x="7782443" y="2945151"/>
              <a:ext cx="85884" cy="54110"/>
            </a:xfrm>
            <a:custGeom>
              <a:avLst/>
              <a:gdLst/>
              <a:ahLst/>
              <a:cxnLst/>
              <a:rect l="l" t="t" r="r" b="b"/>
              <a:pathLst>
                <a:path w="2284" h="1439" extrusionOk="0">
                  <a:moveTo>
                    <a:pt x="297" y="1"/>
                  </a:moveTo>
                  <a:cubicBezTo>
                    <a:pt x="137" y="1"/>
                    <a:pt x="1" y="138"/>
                    <a:pt x="1" y="297"/>
                  </a:cubicBezTo>
                  <a:lnTo>
                    <a:pt x="1" y="1165"/>
                  </a:lnTo>
                  <a:cubicBezTo>
                    <a:pt x="1" y="1324"/>
                    <a:pt x="137" y="1439"/>
                    <a:pt x="297" y="1439"/>
                  </a:cubicBezTo>
                  <a:lnTo>
                    <a:pt x="1986" y="1439"/>
                  </a:lnTo>
                  <a:cubicBezTo>
                    <a:pt x="2146" y="1439"/>
                    <a:pt x="2283" y="1324"/>
                    <a:pt x="2283" y="1165"/>
                  </a:cubicBezTo>
                  <a:lnTo>
                    <a:pt x="2283" y="297"/>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1" name="Google Shape;5321;p33"/>
            <p:cNvSpPr/>
            <p:nvPr/>
          </p:nvSpPr>
          <p:spPr>
            <a:xfrm>
              <a:off x="7594464" y="2849864"/>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2" name="Google Shape;5322;p33"/>
            <p:cNvSpPr/>
            <p:nvPr/>
          </p:nvSpPr>
          <p:spPr>
            <a:xfrm>
              <a:off x="7594464" y="2849864"/>
              <a:ext cx="99609" cy="37828"/>
            </a:xfrm>
            <a:custGeom>
              <a:avLst/>
              <a:gdLst/>
              <a:ahLst/>
              <a:cxnLst/>
              <a:rect l="l" t="t" r="r" b="b"/>
              <a:pathLst>
                <a:path w="2649" h="1006" extrusionOk="0">
                  <a:moveTo>
                    <a:pt x="1" y="1"/>
                  </a:moveTo>
                  <a:lnTo>
                    <a:pt x="1" y="1005"/>
                  </a:lnTo>
                  <a:lnTo>
                    <a:pt x="2649" y="1005"/>
                  </a:lnTo>
                  <a:cubicBezTo>
                    <a:pt x="2260" y="823"/>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3" name="Google Shape;5323;p33"/>
            <p:cNvSpPr/>
            <p:nvPr/>
          </p:nvSpPr>
          <p:spPr>
            <a:xfrm>
              <a:off x="7769583" y="2833582"/>
              <a:ext cx="110739" cy="71257"/>
            </a:xfrm>
            <a:custGeom>
              <a:avLst/>
              <a:gdLst/>
              <a:ahLst/>
              <a:cxnLst/>
              <a:rect l="l" t="t" r="r" b="b"/>
              <a:pathLst>
                <a:path w="2945" h="1895" extrusionOk="0">
                  <a:moveTo>
                    <a:pt x="388" y="0"/>
                  </a:moveTo>
                  <a:cubicBezTo>
                    <a:pt x="183" y="0"/>
                    <a:pt x="0" y="160"/>
                    <a:pt x="0" y="366"/>
                  </a:cubicBezTo>
                  <a:lnTo>
                    <a:pt x="0" y="1507"/>
                  </a:lnTo>
                  <a:cubicBezTo>
                    <a:pt x="0" y="1712"/>
                    <a:pt x="183" y="1895"/>
                    <a:pt x="388" y="1895"/>
                  </a:cubicBezTo>
                  <a:lnTo>
                    <a:pt x="2579" y="1895"/>
                  </a:lnTo>
                  <a:cubicBezTo>
                    <a:pt x="2785" y="1895"/>
                    <a:pt x="2945" y="1712"/>
                    <a:pt x="2945" y="1507"/>
                  </a:cubicBezTo>
                  <a:lnTo>
                    <a:pt x="2945" y="366"/>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4" name="Google Shape;5324;p33"/>
            <p:cNvSpPr/>
            <p:nvPr/>
          </p:nvSpPr>
          <p:spPr>
            <a:xfrm>
              <a:off x="7782443" y="2842156"/>
              <a:ext cx="85884" cy="54110"/>
            </a:xfrm>
            <a:custGeom>
              <a:avLst/>
              <a:gdLst/>
              <a:ahLst/>
              <a:cxnLst/>
              <a:rect l="l" t="t" r="r" b="b"/>
              <a:pathLst>
                <a:path w="2284" h="1439" extrusionOk="0">
                  <a:moveTo>
                    <a:pt x="297" y="1"/>
                  </a:moveTo>
                  <a:cubicBezTo>
                    <a:pt x="137" y="1"/>
                    <a:pt x="1" y="115"/>
                    <a:pt x="1" y="274"/>
                  </a:cubicBezTo>
                  <a:lnTo>
                    <a:pt x="1" y="1142"/>
                  </a:lnTo>
                  <a:cubicBezTo>
                    <a:pt x="1" y="1302"/>
                    <a:pt x="137" y="1439"/>
                    <a:pt x="297" y="1439"/>
                  </a:cubicBezTo>
                  <a:lnTo>
                    <a:pt x="1986" y="1439"/>
                  </a:lnTo>
                  <a:cubicBezTo>
                    <a:pt x="2146" y="1439"/>
                    <a:pt x="2283" y="1302"/>
                    <a:pt x="2283" y="1142"/>
                  </a:cubicBezTo>
                  <a:lnTo>
                    <a:pt x="2283" y="274"/>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5" name="Google Shape;5325;p33"/>
            <p:cNvSpPr/>
            <p:nvPr/>
          </p:nvSpPr>
          <p:spPr>
            <a:xfrm>
              <a:off x="7594464" y="2746869"/>
              <a:ext cx="206889" cy="36963"/>
            </a:xfrm>
            <a:custGeom>
              <a:avLst/>
              <a:gdLst/>
              <a:ahLst/>
              <a:cxnLst/>
              <a:rect l="l" t="t" r="r" b="b"/>
              <a:pathLst>
                <a:path w="5502" h="983" extrusionOk="0">
                  <a:moveTo>
                    <a:pt x="1" y="1"/>
                  </a:moveTo>
                  <a:lnTo>
                    <a:pt x="1" y="982"/>
                  </a:lnTo>
                  <a:lnTo>
                    <a:pt x="5502" y="982"/>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6" name="Google Shape;5326;p33"/>
            <p:cNvSpPr/>
            <p:nvPr/>
          </p:nvSpPr>
          <p:spPr>
            <a:xfrm>
              <a:off x="7594464" y="2746869"/>
              <a:ext cx="99609" cy="36963"/>
            </a:xfrm>
            <a:custGeom>
              <a:avLst/>
              <a:gdLst/>
              <a:ahLst/>
              <a:cxnLst/>
              <a:rect l="l" t="t" r="r" b="b"/>
              <a:pathLst>
                <a:path w="2649" h="983" extrusionOk="0">
                  <a:moveTo>
                    <a:pt x="1" y="1"/>
                  </a:moveTo>
                  <a:lnTo>
                    <a:pt x="1" y="982"/>
                  </a:lnTo>
                  <a:lnTo>
                    <a:pt x="2649" y="982"/>
                  </a:lnTo>
                  <a:cubicBezTo>
                    <a:pt x="2260" y="823"/>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7" name="Google Shape;5327;p33"/>
            <p:cNvSpPr/>
            <p:nvPr/>
          </p:nvSpPr>
          <p:spPr>
            <a:xfrm>
              <a:off x="7769583" y="2729722"/>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8" name="Google Shape;5328;p33"/>
            <p:cNvSpPr/>
            <p:nvPr/>
          </p:nvSpPr>
          <p:spPr>
            <a:xfrm>
              <a:off x="7782443" y="2738295"/>
              <a:ext cx="85884" cy="54110"/>
            </a:xfrm>
            <a:custGeom>
              <a:avLst/>
              <a:gdLst/>
              <a:ahLst/>
              <a:cxnLst/>
              <a:rect l="l" t="t" r="r" b="b"/>
              <a:pathLst>
                <a:path w="2284" h="1439" extrusionOk="0">
                  <a:moveTo>
                    <a:pt x="297" y="1"/>
                  </a:moveTo>
                  <a:cubicBezTo>
                    <a:pt x="137" y="1"/>
                    <a:pt x="1" y="138"/>
                    <a:pt x="1" y="297"/>
                  </a:cubicBezTo>
                  <a:lnTo>
                    <a:pt x="1" y="1165"/>
                  </a:lnTo>
                  <a:cubicBezTo>
                    <a:pt x="1" y="1325"/>
                    <a:pt x="137" y="1439"/>
                    <a:pt x="297" y="1439"/>
                  </a:cubicBezTo>
                  <a:lnTo>
                    <a:pt x="1986" y="1439"/>
                  </a:lnTo>
                  <a:cubicBezTo>
                    <a:pt x="2146" y="1439"/>
                    <a:pt x="2283" y="1325"/>
                    <a:pt x="2283" y="1165"/>
                  </a:cubicBezTo>
                  <a:lnTo>
                    <a:pt x="2283" y="297"/>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9" name="Google Shape;5329;p33"/>
            <p:cNvSpPr/>
            <p:nvPr/>
          </p:nvSpPr>
          <p:spPr>
            <a:xfrm>
              <a:off x="7594464" y="2643046"/>
              <a:ext cx="206889" cy="37791"/>
            </a:xfrm>
            <a:custGeom>
              <a:avLst/>
              <a:gdLst/>
              <a:ahLst/>
              <a:cxnLst/>
              <a:rect l="l" t="t" r="r" b="b"/>
              <a:pathLst>
                <a:path w="5502" h="1005" extrusionOk="0">
                  <a:moveTo>
                    <a:pt x="1" y="0"/>
                  </a:moveTo>
                  <a:lnTo>
                    <a:pt x="1" y="1004"/>
                  </a:lnTo>
                  <a:lnTo>
                    <a:pt x="5502" y="1004"/>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0" name="Google Shape;5330;p33"/>
            <p:cNvSpPr/>
            <p:nvPr/>
          </p:nvSpPr>
          <p:spPr>
            <a:xfrm>
              <a:off x="7594464" y="2643046"/>
              <a:ext cx="99609" cy="37791"/>
            </a:xfrm>
            <a:custGeom>
              <a:avLst/>
              <a:gdLst/>
              <a:ahLst/>
              <a:cxnLst/>
              <a:rect l="l" t="t" r="r" b="b"/>
              <a:pathLst>
                <a:path w="2649" h="1005" extrusionOk="0">
                  <a:moveTo>
                    <a:pt x="1" y="0"/>
                  </a:moveTo>
                  <a:lnTo>
                    <a:pt x="1" y="1004"/>
                  </a:lnTo>
                  <a:lnTo>
                    <a:pt x="2649" y="1004"/>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1" name="Google Shape;5331;p33"/>
            <p:cNvSpPr/>
            <p:nvPr/>
          </p:nvSpPr>
          <p:spPr>
            <a:xfrm>
              <a:off x="7769583" y="2626726"/>
              <a:ext cx="110739" cy="71257"/>
            </a:xfrm>
            <a:custGeom>
              <a:avLst/>
              <a:gdLst/>
              <a:ahLst/>
              <a:cxnLst/>
              <a:rect l="l" t="t" r="r" b="b"/>
              <a:pathLst>
                <a:path w="2945" h="1895" extrusionOk="0">
                  <a:moveTo>
                    <a:pt x="388" y="0"/>
                  </a:moveTo>
                  <a:cubicBezTo>
                    <a:pt x="183" y="0"/>
                    <a:pt x="0" y="160"/>
                    <a:pt x="0" y="366"/>
                  </a:cubicBezTo>
                  <a:lnTo>
                    <a:pt x="0" y="1507"/>
                  </a:lnTo>
                  <a:cubicBezTo>
                    <a:pt x="0" y="1712"/>
                    <a:pt x="183" y="1895"/>
                    <a:pt x="388" y="1895"/>
                  </a:cubicBezTo>
                  <a:lnTo>
                    <a:pt x="2579" y="1895"/>
                  </a:lnTo>
                  <a:cubicBezTo>
                    <a:pt x="2785" y="1895"/>
                    <a:pt x="2945" y="1712"/>
                    <a:pt x="2945" y="1507"/>
                  </a:cubicBezTo>
                  <a:lnTo>
                    <a:pt x="2945" y="366"/>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2" name="Google Shape;5332;p33"/>
            <p:cNvSpPr/>
            <p:nvPr/>
          </p:nvSpPr>
          <p:spPr>
            <a:xfrm>
              <a:off x="7782443" y="2635300"/>
              <a:ext cx="85884" cy="54110"/>
            </a:xfrm>
            <a:custGeom>
              <a:avLst/>
              <a:gdLst/>
              <a:ahLst/>
              <a:cxnLst/>
              <a:rect l="l" t="t" r="r" b="b"/>
              <a:pathLst>
                <a:path w="2284" h="1439" extrusionOk="0">
                  <a:moveTo>
                    <a:pt x="297" y="1"/>
                  </a:moveTo>
                  <a:cubicBezTo>
                    <a:pt x="137" y="1"/>
                    <a:pt x="1" y="115"/>
                    <a:pt x="1" y="275"/>
                  </a:cubicBezTo>
                  <a:lnTo>
                    <a:pt x="1" y="1142"/>
                  </a:lnTo>
                  <a:cubicBezTo>
                    <a:pt x="1" y="1302"/>
                    <a:pt x="137" y="1439"/>
                    <a:pt x="297"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3" name="Google Shape;5333;p33"/>
            <p:cNvSpPr/>
            <p:nvPr/>
          </p:nvSpPr>
          <p:spPr>
            <a:xfrm>
              <a:off x="7594464" y="2540050"/>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4" name="Google Shape;5334;p33"/>
            <p:cNvSpPr/>
            <p:nvPr/>
          </p:nvSpPr>
          <p:spPr>
            <a:xfrm>
              <a:off x="7594464" y="2540050"/>
              <a:ext cx="99609" cy="36926"/>
            </a:xfrm>
            <a:custGeom>
              <a:avLst/>
              <a:gdLst/>
              <a:ahLst/>
              <a:cxnLst/>
              <a:rect l="l" t="t" r="r" b="b"/>
              <a:pathLst>
                <a:path w="2649" h="982" extrusionOk="0">
                  <a:moveTo>
                    <a:pt x="1" y="0"/>
                  </a:moveTo>
                  <a:lnTo>
                    <a:pt x="1" y="982"/>
                  </a:lnTo>
                  <a:lnTo>
                    <a:pt x="2649" y="982"/>
                  </a:lnTo>
                  <a:cubicBezTo>
                    <a:pt x="2260" y="822"/>
                    <a:pt x="2009" y="502"/>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5" name="Google Shape;5335;p33"/>
            <p:cNvSpPr/>
            <p:nvPr/>
          </p:nvSpPr>
          <p:spPr>
            <a:xfrm>
              <a:off x="7769583" y="2522865"/>
              <a:ext cx="110739" cy="71294"/>
            </a:xfrm>
            <a:custGeom>
              <a:avLst/>
              <a:gdLst/>
              <a:ahLst/>
              <a:cxnLst/>
              <a:rect l="l" t="t" r="r" b="b"/>
              <a:pathLst>
                <a:path w="2945" h="1896" extrusionOk="0">
                  <a:moveTo>
                    <a:pt x="388" y="1"/>
                  </a:moveTo>
                  <a:cubicBezTo>
                    <a:pt x="183" y="1"/>
                    <a:pt x="0" y="183"/>
                    <a:pt x="0" y="389"/>
                  </a:cubicBezTo>
                  <a:lnTo>
                    <a:pt x="0" y="1530"/>
                  </a:lnTo>
                  <a:cubicBezTo>
                    <a:pt x="0" y="1735"/>
                    <a:pt x="183" y="1895"/>
                    <a:pt x="388" y="1895"/>
                  </a:cubicBezTo>
                  <a:lnTo>
                    <a:pt x="2579" y="1895"/>
                  </a:lnTo>
                  <a:cubicBezTo>
                    <a:pt x="2785" y="1895"/>
                    <a:pt x="2945" y="1735"/>
                    <a:pt x="2945" y="1530"/>
                  </a:cubicBezTo>
                  <a:lnTo>
                    <a:pt x="2945" y="389"/>
                  </a:lnTo>
                  <a:cubicBezTo>
                    <a:pt x="2945" y="183"/>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6" name="Google Shape;5336;p33"/>
            <p:cNvSpPr/>
            <p:nvPr/>
          </p:nvSpPr>
          <p:spPr>
            <a:xfrm>
              <a:off x="7782443" y="2531439"/>
              <a:ext cx="85884" cy="54110"/>
            </a:xfrm>
            <a:custGeom>
              <a:avLst/>
              <a:gdLst/>
              <a:ahLst/>
              <a:cxnLst/>
              <a:rect l="l" t="t" r="r" b="b"/>
              <a:pathLst>
                <a:path w="2284" h="1439" extrusionOk="0">
                  <a:moveTo>
                    <a:pt x="297" y="1"/>
                  </a:moveTo>
                  <a:cubicBezTo>
                    <a:pt x="137" y="1"/>
                    <a:pt x="1" y="138"/>
                    <a:pt x="1" y="298"/>
                  </a:cubicBezTo>
                  <a:lnTo>
                    <a:pt x="1" y="1165"/>
                  </a:lnTo>
                  <a:cubicBezTo>
                    <a:pt x="1" y="1325"/>
                    <a:pt x="137" y="1439"/>
                    <a:pt x="297" y="1439"/>
                  </a:cubicBezTo>
                  <a:lnTo>
                    <a:pt x="1986" y="1439"/>
                  </a:lnTo>
                  <a:cubicBezTo>
                    <a:pt x="2146" y="1439"/>
                    <a:pt x="2283" y="1325"/>
                    <a:pt x="2283" y="1165"/>
                  </a:cubicBezTo>
                  <a:lnTo>
                    <a:pt x="2283" y="298"/>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7" name="Google Shape;5337;p33"/>
            <p:cNvSpPr/>
            <p:nvPr/>
          </p:nvSpPr>
          <p:spPr>
            <a:xfrm>
              <a:off x="7594464" y="2436190"/>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8" name="Google Shape;5338;p33"/>
            <p:cNvSpPr/>
            <p:nvPr/>
          </p:nvSpPr>
          <p:spPr>
            <a:xfrm>
              <a:off x="7594464" y="2436190"/>
              <a:ext cx="99609" cy="37791"/>
            </a:xfrm>
            <a:custGeom>
              <a:avLst/>
              <a:gdLst/>
              <a:ahLst/>
              <a:cxnLst/>
              <a:rect l="l" t="t" r="r" b="b"/>
              <a:pathLst>
                <a:path w="2649" h="1005" extrusionOk="0">
                  <a:moveTo>
                    <a:pt x="1" y="0"/>
                  </a:moveTo>
                  <a:lnTo>
                    <a:pt x="1" y="1005"/>
                  </a:lnTo>
                  <a:lnTo>
                    <a:pt x="2649" y="1005"/>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9" name="Google Shape;5339;p33"/>
            <p:cNvSpPr/>
            <p:nvPr/>
          </p:nvSpPr>
          <p:spPr>
            <a:xfrm>
              <a:off x="7769583" y="2419870"/>
              <a:ext cx="110739" cy="70429"/>
            </a:xfrm>
            <a:custGeom>
              <a:avLst/>
              <a:gdLst/>
              <a:ahLst/>
              <a:cxnLst/>
              <a:rect l="l" t="t" r="r" b="b"/>
              <a:pathLst>
                <a:path w="2945" h="1873" extrusionOk="0">
                  <a:moveTo>
                    <a:pt x="388" y="1"/>
                  </a:moveTo>
                  <a:cubicBezTo>
                    <a:pt x="183" y="1"/>
                    <a:pt x="0" y="160"/>
                    <a:pt x="0" y="366"/>
                  </a:cubicBezTo>
                  <a:lnTo>
                    <a:pt x="0" y="1507"/>
                  </a:lnTo>
                  <a:cubicBezTo>
                    <a:pt x="0" y="1712"/>
                    <a:pt x="183" y="1872"/>
                    <a:pt x="388" y="1872"/>
                  </a:cubicBezTo>
                  <a:lnTo>
                    <a:pt x="2579" y="1872"/>
                  </a:lnTo>
                  <a:cubicBezTo>
                    <a:pt x="2785" y="1872"/>
                    <a:pt x="2945" y="1712"/>
                    <a:pt x="2945" y="1507"/>
                  </a:cubicBezTo>
                  <a:lnTo>
                    <a:pt x="2945" y="366"/>
                  </a:lnTo>
                  <a:cubicBezTo>
                    <a:pt x="2945" y="160"/>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0" name="Google Shape;5340;p33"/>
            <p:cNvSpPr/>
            <p:nvPr/>
          </p:nvSpPr>
          <p:spPr>
            <a:xfrm>
              <a:off x="7782443" y="2428443"/>
              <a:ext cx="85884" cy="54110"/>
            </a:xfrm>
            <a:custGeom>
              <a:avLst/>
              <a:gdLst/>
              <a:ahLst/>
              <a:cxnLst/>
              <a:rect l="l" t="t" r="r" b="b"/>
              <a:pathLst>
                <a:path w="2284" h="1439" extrusionOk="0">
                  <a:moveTo>
                    <a:pt x="297" y="1"/>
                  </a:moveTo>
                  <a:cubicBezTo>
                    <a:pt x="137" y="1"/>
                    <a:pt x="1" y="115"/>
                    <a:pt x="1" y="275"/>
                  </a:cubicBezTo>
                  <a:lnTo>
                    <a:pt x="1" y="1142"/>
                  </a:lnTo>
                  <a:cubicBezTo>
                    <a:pt x="1" y="1302"/>
                    <a:pt x="137" y="1439"/>
                    <a:pt x="297"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1" name="Google Shape;5341;p33"/>
            <p:cNvSpPr/>
            <p:nvPr/>
          </p:nvSpPr>
          <p:spPr>
            <a:xfrm>
              <a:off x="7594464" y="2333194"/>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2" name="Google Shape;5342;p33"/>
            <p:cNvSpPr/>
            <p:nvPr/>
          </p:nvSpPr>
          <p:spPr>
            <a:xfrm>
              <a:off x="7594464" y="2333194"/>
              <a:ext cx="99609" cy="36926"/>
            </a:xfrm>
            <a:custGeom>
              <a:avLst/>
              <a:gdLst/>
              <a:ahLst/>
              <a:cxnLst/>
              <a:rect l="l" t="t" r="r" b="b"/>
              <a:pathLst>
                <a:path w="2649" h="982" extrusionOk="0">
                  <a:moveTo>
                    <a:pt x="1" y="0"/>
                  </a:moveTo>
                  <a:lnTo>
                    <a:pt x="1" y="982"/>
                  </a:lnTo>
                  <a:lnTo>
                    <a:pt x="2649" y="982"/>
                  </a:lnTo>
                  <a:cubicBezTo>
                    <a:pt x="2260" y="799"/>
                    <a:pt x="2009" y="502"/>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3" name="Google Shape;5343;p33"/>
            <p:cNvSpPr/>
            <p:nvPr/>
          </p:nvSpPr>
          <p:spPr>
            <a:xfrm>
              <a:off x="7769583" y="2316009"/>
              <a:ext cx="110739" cy="71294"/>
            </a:xfrm>
            <a:custGeom>
              <a:avLst/>
              <a:gdLst/>
              <a:ahLst/>
              <a:cxnLst/>
              <a:rect l="l" t="t" r="r" b="b"/>
              <a:pathLst>
                <a:path w="2945" h="1896" extrusionOk="0">
                  <a:moveTo>
                    <a:pt x="388" y="1"/>
                  </a:moveTo>
                  <a:cubicBezTo>
                    <a:pt x="183" y="1"/>
                    <a:pt x="0" y="183"/>
                    <a:pt x="0" y="389"/>
                  </a:cubicBezTo>
                  <a:lnTo>
                    <a:pt x="0" y="1507"/>
                  </a:lnTo>
                  <a:cubicBezTo>
                    <a:pt x="0" y="1735"/>
                    <a:pt x="183" y="1895"/>
                    <a:pt x="388" y="1895"/>
                  </a:cubicBezTo>
                  <a:lnTo>
                    <a:pt x="2579" y="1895"/>
                  </a:lnTo>
                  <a:cubicBezTo>
                    <a:pt x="2785" y="1895"/>
                    <a:pt x="2945" y="1735"/>
                    <a:pt x="2945" y="1507"/>
                  </a:cubicBezTo>
                  <a:lnTo>
                    <a:pt x="2945" y="389"/>
                  </a:lnTo>
                  <a:cubicBezTo>
                    <a:pt x="2945" y="183"/>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4" name="Google Shape;5344;p33"/>
            <p:cNvSpPr/>
            <p:nvPr/>
          </p:nvSpPr>
          <p:spPr>
            <a:xfrm>
              <a:off x="7782443" y="2324583"/>
              <a:ext cx="85884" cy="54110"/>
            </a:xfrm>
            <a:custGeom>
              <a:avLst/>
              <a:gdLst/>
              <a:ahLst/>
              <a:cxnLst/>
              <a:rect l="l" t="t" r="r" b="b"/>
              <a:pathLst>
                <a:path w="2284" h="1439" extrusionOk="0">
                  <a:moveTo>
                    <a:pt x="297" y="1"/>
                  </a:moveTo>
                  <a:cubicBezTo>
                    <a:pt x="137" y="1"/>
                    <a:pt x="1" y="138"/>
                    <a:pt x="1" y="298"/>
                  </a:cubicBezTo>
                  <a:lnTo>
                    <a:pt x="1" y="1165"/>
                  </a:lnTo>
                  <a:cubicBezTo>
                    <a:pt x="1" y="1325"/>
                    <a:pt x="137" y="1439"/>
                    <a:pt x="297" y="1439"/>
                  </a:cubicBezTo>
                  <a:lnTo>
                    <a:pt x="1986" y="1439"/>
                  </a:lnTo>
                  <a:cubicBezTo>
                    <a:pt x="2146" y="1439"/>
                    <a:pt x="2283" y="1325"/>
                    <a:pt x="2283" y="1165"/>
                  </a:cubicBezTo>
                  <a:lnTo>
                    <a:pt x="2283" y="298"/>
                  </a:lnTo>
                  <a:cubicBezTo>
                    <a:pt x="2283" y="138"/>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5" name="Google Shape;5345;p33"/>
            <p:cNvSpPr/>
            <p:nvPr/>
          </p:nvSpPr>
          <p:spPr>
            <a:xfrm>
              <a:off x="7594464" y="2229333"/>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6" name="Google Shape;5346;p33"/>
            <p:cNvSpPr/>
            <p:nvPr/>
          </p:nvSpPr>
          <p:spPr>
            <a:xfrm>
              <a:off x="7594464" y="2229333"/>
              <a:ext cx="99609" cy="37791"/>
            </a:xfrm>
            <a:custGeom>
              <a:avLst/>
              <a:gdLst/>
              <a:ahLst/>
              <a:cxnLst/>
              <a:rect l="l" t="t" r="r" b="b"/>
              <a:pathLst>
                <a:path w="2649" h="1005" extrusionOk="0">
                  <a:moveTo>
                    <a:pt x="1" y="0"/>
                  </a:moveTo>
                  <a:lnTo>
                    <a:pt x="1" y="1005"/>
                  </a:lnTo>
                  <a:lnTo>
                    <a:pt x="2649" y="1005"/>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7" name="Google Shape;5347;p33"/>
            <p:cNvSpPr/>
            <p:nvPr/>
          </p:nvSpPr>
          <p:spPr>
            <a:xfrm>
              <a:off x="7769583" y="2213013"/>
              <a:ext cx="110739" cy="70429"/>
            </a:xfrm>
            <a:custGeom>
              <a:avLst/>
              <a:gdLst/>
              <a:ahLst/>
              <a:cxnLst/>
              <a:rect l="l" t="t" r="r" b="b"/>
              <a:pathLst>
                <a:path w="2945" h="1873" extrusionOk="0">
                  <a:moveTo>
                    <a:pt x="388" y="1"/>
                  </a:moveTo>
                  <a:cubicBezTo>
                    <a:pt x="183" y="1"/>
                    <a:pt x="0" y="160"/>
                    <a:pt x="0" y="366"/>
                  </a:cubicBezTo>
                  <a:lnTo>
                    <a:pt x="0" y="1507"/>
                  </a:lnTo>
                  <a:cubicBezTo>
                    <a:pt x="0" y="1713"/>
                    <a:pt x="183" y="1872"/>
                    <a:pt x="388" y="1872"/>
                  </a:cubicBezTo>
                  <a:lnTo>
                    <a:pt x="2579" y="1872"/>
                  </a:lnTo>
                  <a:cubicBezTo>
                    <a:pt x="2785" y="1872"/>
                    <a:pt x="2945" y="1713"/>
                    <a:pt x="2945" y="1507"/>
                  </a:cubicBezTo>
                  <a:lnTo>
                    <a:pt x="2945" y="366"/>
                  </a:lnTo>
                  <a:cubicBezTo>
                    <a:pt x="2945" y="160"/>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8" name="Google Shape;5348;p33"/>
            <p:cNvSpPr/>
            <p:nvPr/>
          </p:nvSpPr>
          <p:spPr>
            <a:xfrm>
              <a:off x="7782443" y="2221587"/>
              <a:ext cx="85884" cy="54110"/>
            </a:xfrm>
            <a:custGeom>
              <a:avLst/>
              <a:gdLst/>
              <a:ahLst/>
              <a:cxnLst/>
              <a:rect l="l" t="t" r="r" b="b"/>
              <a:pathLst>
                <a:path w="2284" h="1439" extrusionOk="0">
                  <a:moveTo>
                    <a:pt x="297" y="1"/>
                  </a:moveTo>
                  <a:cubicBezTo>
                    <a:pt x="137" y="1"/>
                    <a:pt x="1" y="115"/>
                    <a:pt x="1" y="275"/>
                  </a:cubicBezTo>
                  <a:lnTo>
                    <a:pt x="1" y="1142"/>
                  </a:lnTo>
                  <a:cubicBezTo>
                    <a:pt x="1" y="1302"/>
                    <a:pt x="137" y="1439"/>
                    <a:pt x="297" y="1439"/>
                  </a:cubicBezTo>
                  <a:lnTo>
                    <a:pt x="1986" y="1439"/>
                  </a:lnTo>
                  <a:cubicBezTo>
                    <a:pt x="2146" y="1439"/>
                    <a:pt x="2283" y="1302"/>
                    <a:pt x="2283" y="1142"/>
                  </a:cubicBezTo>
                  <a:lnTo>
                    <a:pt x="2283" y="275"/>
                  </a:lnTo>
                  <a:cubicBezTo>
                    <a:pt x="2283" y="115"/>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9" name="Google Shape;5349;p33"/>
            <p:cNvSpPr/>
            <p:nvPr/>
          </p:nvSpPr>
          <p:spPr>
            <a:xfrm>
              <a:off x="7594464" y="2126338"/>
              <a:ext cx="206889" cy="36926"/>
            </a:xfrm>
            <a:custGeom>
              <a:avLst/>
              <a:gdLst/>
              <a:ahLst/>
              <a:cxnLst/>
              <a:rect l="l" t="t" r="r" b="b"/>
              <a:pathLst>
                <a:path w="5502" h="982" extrusionOk="0">
                  <a:moveTo>
                    <a:pt x="1" y="0"/>
                  </a:moveTo>
                  <a:lnTo>
                    <a:pt x="1" y="982"/>
                  </a:lnTo>
                  <a:lnTo>
                    <a:pt x="5502" y="982"/>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0" name="Google Shape;5350;p33"/>
            <p:cNvSpPr/>
            <p:nvPr/>
          </p:nvSpPr>
          <p:spPr>
            <a:xfrm>
              <a:off x="7594464" y="2126338"/>
              <a:ext cx="99609" cy="36926"/>
            </a:xfrm>
            <a:custGeom>
              <a:avLst/>
              <a:gdLst/>
              <a:ahLst/>
              <a:cxnLst/>
              <a:rect l="l" t="t" r="r" b="b"/>
              <a:pathLst>
                <a:path w="2649" h="982" extrusionOk="0">
                  <a:moveTo>
                    <a:pt x="1" y="0"/>
                  </a:moveTo>
                  <a:lnTo>
                    <a:pt x="1" y="982"/>
                  </a:lnTo>
                  <a:lnTo>
                    <a:pt x="2649" y="982"/>
                  </a:lnTo>
                  <a:cubicBezTo>
                    <a:pt x="2260" y="799"/>
                    <a:pt x="2009" y="502"/>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1" name="Google Shape;5351;p33"/>
            <p:cNvSpPr/>
            <p:nvPr/>
          </p:nvSpPr>
          <p:spPr>
            <a:xfrm>
              <a:off x="7769583" y="2109153"/>
              <a:ext cx="110739" cy="71294"/>
            </a:xfrm>
            <a:custGeom>
              <a:avLst/>
              <a:gdLst/>
              <a:ahLst/>
              <a:cxnLst/>
              <a:rect l="l" t="t" r="r" b="b"/>
              <a:pathLst>
                <a:path w="2945" h="1896" extrusionOk="0">
                  <a:moveTo>
                    <a:pt x="388" y="1"/>
                  </a:moveTo>
                  <a:cubicBezTo>
                    <a:pt x="183" y="1"/>
                    <a:pt x="0" y="183"/>
                    <a:pt x="0" y="389"/>
                  </a:cubicBezTo>
                  <a:lnTo>
                    <a:pt x="0" y="1507"/>
                  </a:lnTo>
                  <a:cubicBezTo>
                    <a:pt x="0" y="1736"/>
                    <a:pt x="183" y="1895"/>
                    <a:pt x="388" y="1895"/>
                  </a:cubicBezTo>
                  <a:lnTo>
                    <a:pt x="2579" y="1895"/>
                  </a:lnTo>
                  <a:cubicBezTo>
                    <a:pt x="2785" y="1895"/>
                    <a:pt x="2945" y="1736"/>
                    <a:pt x="2945" y="1507"/>
                  </a:cubicBezTo>
                  <a:lnTo>
                    <a:pt x="2945" y="389"/>
                  </a:lnTo>
                  <a:cubicBezTo>
                    <a:pt x="2945" y="183"/>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2" name="Google Shape;5352;p33"/>
            <p:cNvSpPr/>
            <p:nvPr/>
          </p:nvSpPr>
          <p:spPr>
            <a:xfrm>
              <a:off x="7782443" y="2117764"/>
              <a:ext cx="85884" cy="54110"/>
            </a:xfrm>
            <a:custGeom>
              <a:avLst/>
              <a:gdLst/>
              <a:ahLst/>
              <a:cxnLst/>
              <a:rect l="l" t="t" r="r" b="b"/>
              <a:pathLst>
                <a:path w="2284" h="1439" extrusionOk="0">
                  <a:moveTo>
                    <a:pt x="297" y="0"/>
                  </a:moveTo>
                  <a:cubicBezTo>
                    <a:pt x="137" y="0"/>
                    <a:pt x="1" y="137"/>
                    <a:pt x="1" y="297"/>
                  </a:cubicBezTo>
                  <a:lnTo>
                    <a:pt x="1" y="1164"/>
                  </a:lnTo>
                  <a:cubicBezTo>
                    <a:pt x="1" y="1301"/>
                    <a:pt x="137" y="1438"/>
                    <a:pt x="297" y="1438"/>
                  </a:cubicBezTo>
                  <a:lnTo>
                    <a:pt x="1986" y="1438"/>
                  </a:lnTo>
                  <a:cubicBezTo>
                    <a:pt x="2146" y="1438"/>
                    <a:pt x="2283" y="1301"/>
                    <a:pt x="2283" y="1164"/>
                  </a:cubicBezTo>
                  <a:lnTo>
                    <a:pt x="2283" y="297"/>
                  </a:lnTo>
                  <a:cubicBezTo>
                    <a:pt x="2283" y="137"/>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3" name="Google Shape;5353;p33"/>
            <p:cNvSpPr/>
            <p:nvPr/>
          </p:nvSpPr>
          <p:spPr>
            <a:xfrm>
              <a:off x="7594464" y="2022477"/>
              <a:ext cx="206889" cy="37791"/>
            </a:xfrm>
            <a:custGeom>
              <a:avLst/>
              <a:gdLst/>
              <a:ahLst/>
              <a:cxnLst/>
              <a:rect l="l" t="t" r="r" b="b"/>
              <a:pathLst>
                <a:path w="5502" h="1005" extrusionOk="0">
                  <a:moveTo>
                    <a:pt x="1" y="0"/>
                  </a:moveTo>
                  <a:lnTo>
                    <a:pt x="1" y="1005"/>
                  </a:lnTo>
                  <a:lnTo>
                    <a:pt x="5502" y="1005"/>
                  </a:lnTo>
                  <a:lnTo>
                    <a:pt x="5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4" name="Google Shape;5354;p33"/>
            <p:cNvSpPr/>
            <p:nvPr/>
          </p:nvSpPr>
          <p:spPr>
            <a:xfrm>
              <a:off x="7594464" y="2022477"/>
              <a:ext cx="99609" cy="37791"/>
            </a:xfrm>
            <a:custGeom>
              <a:avLst/>
              <a:gdLst/>
              <a:ahLst/>
              <a:cxnLst/>
              <a:rect l="l" t="t" r="r" b="b"/>
              <a:pathLst>
                <a:path w="2649" h="1005" extrusionOk="0">
                  <a:moveTo>
                    <a:pt x="1" y="0"/>
                  </a:moveTo>
                  <a:lnTo>
                    <a:pt x="1" y="1005"/>
                  </a:lnTo>
                  <a:lnTo>
                    <a:pt x="2649" y="1005"/>
                  </a:lnTo>
                  <a:cubicBezTo>
                    <a:pt x="2260" y="822"/>
                    <a:pt x="2009" y="525"/>
                    <a:pt x="2055" y="0"/>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5" name="Google Shape;5355;p33"/>
            <p:cNvSpPr/>
            <p:nvPr/>
          </p:nvSpPr>
          <p:spPr>
            <a:xfrm>
              <a:off x="7769583" y="2006157"/>
              <a:ext cx="110739" cy="70429"/>
            </a:xfrm>
            <a:custGeom>
              <a:avLst/>
              <a:gdLst/>
              <a:ahLst/>
              <a:cxnLst/>
              <a:rect l="l" t="t" r="r" b="b"/>
              <a:pathLst>
                <a:path w="2945" h="1873" extrusionOk="0">
                  <a:moveTo>
                    <a:pt x="388" y="1"/>
                  </a:moveTo>
                  <a:cubicBezTo>
                    <a:pt x="183" y="1"/>
                    <a:pt x="0" y="161"/>
                    <a:pt x="0" y="366"/>
                  </a:cubicBezTo>
                  <a:lnTo>
                    <a:pt x="0" y="1507"/>
                  </a:lnTo>
                  <a:cubicBezTo>
                    <a:pt x="0" y="1713"/>
                    <a:pt x="183" y="1872"/>
                    <a:pt x="388" y="1872"/>
                  </a:cubicBezTo>
                  <a:lnTo>
                    <a:pt x="2579" y="1872"/>
                  </a:lnTo>
                  <a:cubicBezTo>
                    <a:pt x="2785" y="1872"/>
                    <a:pt x="2945" y="1713"/>
                    <a:pt x="2945" y="1507"/>
                  </a:cubicBezTo>
                  <a:lnTo>
                    <a:pt x="2945" y="366"/>
                  </a:lnTo>
                  <a:cubicBezTo>
                    <a:pt x="2945" y="161"/>
                    <a:pt x="2785" y="1"/>
                    <a:pt x="2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6" name="Google Shape;5356;p33"/>
            <p:cNvSpPr/>
            <p:nvPr/>
          </p:nvSpPr>
          <p:spPr>
            <a:xfrm>
              <a:off x="7782443" y="2014768"/>
              <a:ext cx="85884" cy="54072"/>
            </a:xfrm>
            <a:custGeom>
              <a:avLst/>
              <a:gdLst/>
              <a:ahLst/>
              <a:cxnLst/>
              <a:rect l="l" t="t" r="r" b="b"/>
              <a:pathLst>
                <a:path w="2284" h="1438" extrusionOk="0">
                  <a:moveTo>
                    <a:pt x="297" y="0"/>
                  </a:moveTo>
                  <a:cubicBezTo>
                    <a:pt x="137" y="0"/>
                    <a:pt x="1" y="114"/>
                    <a:pt x="1" y="274"/>
                  </a:cubicBezTo>
                  <a:lnTo>
                    <a:pt x="1" y="1141"/>
                  </a:lnTo>
                  <a:cubicBezTo>
                    <a:pt x="1" y="1301"/>
                    <a:pt x="137" y="1438"/>
                    <a:pt x="297" y="1438"/>
                  </a:cubicBezTo>
                  <a:lnTo>
                    <a:pt x="1986" y="1438"/>
                  </a:lnTo>
                  <a:cubicBezTo>
                    <a:pt x="2146" y="1438"/>
                    <a:pt x="2283" y="1301"/>
                    <a:pt x="2283" y="1141"/>
                  </a:cubicBezTo>
                  <a:lnTo>
                    <a:pt x="2283" y="274"/>
                  </a:lnTo>
                  <a:cubicBezTo>
                    <a:pt x="2283" y="114"/>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7" name="Google Shape;5357;p33"/>
            <p:cNvSpPr/>
            <p:nvPr/>
          </p:nvSpPr>
          <p:spPr>
            <a:xfrm>
              <a:off x="7594464" y="1917752"/>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8" name="Google Shape;5358;p33"/>
            <p:cNvSpPr/>
            <p:nvPr/>
          </p:nvSpPr>
          <p:spPr>
            <a:xfrm>
              <a:off x="7594464" y="1917752"/>
              <a:ext cx="99609" cy="37828"/>
            </a:xfrm>
            <a:custGeom>
              <a:avLst/>
              <a:gdLst/>
              <a:ahLst/>
              <a:cxnLst/>
              <a:rect l="l" t="t" r="r" b="b"/>
              <a:pathLst>
                <a:path w="2649" h="1006" extrusionOk="0">
                  <a:moveTo>
                    <a:pt x="1" y="1"/>
                  </a:moveTo>
                  <a:lnTo>
                    <a:pt x="1" y="1005"/>
                  </a:lnTo>
                  <a:lnTo>
                    <a:pt x="2649" y="1005"/>
                  </a:lnTo>
                  <a:cubicBezTo>
                    <a:pt x="2260" y="822"/>
                    <a:pt x="2009" y="503"/>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9" name="Google Shape;5359;p33"/>
            <p:cNvSpPr/>
            <p:nvPr/>
          </p:nvSpPr>
          <p:spPr>
            <a:xfrm>
              <a:off x="7769583" y="1900604"/>
              <a:ext cx="110739" cy="71257"/>
            </a:xfrm>
            <a:custGeom>
              <a:avLst/>
              <a:gdLst/>
              <a:ahLst/>
              <a:cxnLst/>
              <a:rect l="l" t="t" r="r" b="b"/>
              <a:pathLst>
                <a:path w="2945" h="1895" extrusionOk="0">
                  <a:moveTo>
                    <a:pt x="388" y="0"/>
                  </a:moveTo>
                  <a:cubicBezTo>
                    <a:pt x="183" y="0"/>
                    <a:pt x="0" y="183"/>
                    <a:pt x="0" y="388"/>
                  </a:cubicBezTo>
                  <a:lnTo>
                    <a:pt x="0" y="1530"/>
                  </a:lnTo>
                  <a:cubicBezTo>
                    <a:pt x="0" y="1735"/>
                    <a:pt x="183" y="1895"/>
                    <a:pt x="388" y="1895"/>
                  </a:cubicBezTo>
                  <a:lnTo>
                    <a:pt x="2579" y="1895"/>
                  </a:lnTo>
                  <a:cubicBezTo>
                    <a:pt x="2785" y="1895"/>
                    <a:pt x="2945" y="1735"/>
                    <a:pt x="2945" y="1530"/>
                  </a:cubicBezTo>
                  <a:lnTo>
                    <a:pt x="2945" y="388"/>
                  </a:lnTo>
                  <a:cubicBezTo>
                    <a:pt x="2945" y="183"/>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0" name="Google Shape;5360;p33"/>
            <p:cNvSpPr/>
            <p:nvPr/>
          </p:nvSpPr>
          <p:spPr>
            <a:xfrm>
              <a:off x="7782443" y="1909178"/>
              <a:ext cx="85884" cy="54110"/>
            </a:xfrm>
            <a:custGeom>
              <a:avLst/>
              <a:gdLst/>
              <a:ahLst/>
              <a:cxnLst/>
              <a:rect l="l" t="t" r="r" b="b"/>
              <a:pathLst>
                <a:path w="2284" h="1439" extrusionOk="0">
                  <a:moveTo>
                    <a:pt x="297" y="1"/>
                  </a:moveTo>
                  <a:cubicBezTo>
                    <a:pt x="137" y="1"/>
                    <a:pt x="1" y="137"/>
                    <a:pt x="1" y="297"/>
                  </a:cubicBezTo>
                  <a:lnTo>
                    <a:pt x="1" y="1165"/>
                  </a:lnTo>
                  <a:cubicBezTo>
                    <a:pt x="1" y="1324"/>
                    <a:pt x="137" y="1438"/>
                    <a:pt x="297" y="1438"/>
                  </a:cubicBezTo>
                  <a:lnTo>
                    <a:pt x="1986" y="1438"/>
                  </a:lnTo>
                  <a:cubicBezTo>
                    <a:pt x="2146" y="1438"/>
                    <a:pt x="2283" y="1324"/>
                    <a:pt x="2283" y="1165"/>
                  </a:cubicBezTo>
                  <a:lnTo>
                    <a:pt x="2283" y="297"/>
                  </a:lnTo>
                  <a:cubicBezTo>
                    <a:pt x="2283" y="137"/>
                    <a:pt x="2146" y="1"/>
                    <a:pt x="1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1" name="Google Shape;5361;p33"/>
            <p:cNvSpPr/>
            <p:nvPr/>
          </p:nvSpPr>
          <p:spPr>
            <a:xfrm>
              <a:off x="7594464" y="1813891"/>
              <a:ext cx="206889" cy="37828"/>
            </a:xfrm>
            <a:custGeom>
              <a:avLst/>
              <a:gdLst/>
              <a:ahLst/>
              <a:cxnLst/>
              <a:rect l="l" t="t" r="r" b="b"/>
              <a:pathLst>
                <a:path w="5502" h="1006" extrusionOk="0">
                  <a:moveTo>
                    <a:pt x="1" y="1"/>
                  </a:moveTo>
                  <a:lnTo>
                    <a:pt x="1" y="1005"/>
                  </a:lnTo>
                  <a:lnTo>
                    <a:pt x="5502" y="1005"/>
                  </a:lnTo>
                  <a:lnTo>
                    <a:pt x="55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2" name="Google Shape;5362;p33"/>
            <p:cNvSpPr/>
            <p:nvPr/>
          </p:nvSpPr>
          <p:spPr>
            <a:xfrm>
              <a:off x="7594464" y="1813891"/>
              <a:ext cx="99609" cy="37828"/>
            </a:xfrm>
            <a:custGeom>
              <a:avLst/>
              <a:gdLst/>
              <a:ahLst/>
              <a:cxnLst/>
              <a:rect l="l" t="t" r="r" b="b"/>
              <a:pathLst>
                <a:path w="2649" h="1006" extrusionOk="0">
                  <a:moveTo>
                    <a:pt x="1" y="1"/>
                  </a:moveTo>
                  <a:lnTo>
                    <a:pt x="1" y="1005"/>
                  </a:lnTo>
                  <a:lnTo>
                    <a:pt x="2649" y="1005"/>
                  </a:lnTo>
                  <a:cubicBezTo>
                    <a:pt x="2260" y="823"/>
                    <a:pt x="2009" y="526"/>
                    <a:pt x="2055" y="1"/>
                  </a:cubicBez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3" name="Google Shape;5363;p33"/>
            <p:cNvSpPr/>
            <p:nvPr/>
          </p:nvSpPr>
          <p:spPr>
            <a:xfrm>
              <a:off x="7769583" y="1797609"/>
              <a:ext cx="110739" cy="71257"/>
            </a:xfrm>
            <a:custGeom>
              <a:avLst/>
              <a:gdLst/>
              <a:ahLst/>
              <a:cxnLst/>
              <a:rect l="l" t="t" r="r" b="b"/>
              <a:pathLst>
                <a:path w="2945" h="1895" extrusionOk="0">
                  <a:moveTo>
                    <a:pt x="388" y="0"/>
                  </a:moveTo>
                  <a:cubicBezTo>
                    <a:pt x="183" y="0"/>
                    <a:pt x="0" y="160"/>
                    <a:pt x="0" y="365"/>
                  </a:cubicBezTo>
                  <a:lnTo>
                    <a:pt x="0" y="1507"/>
                  </a:lnTo>
                  <a:cubicBezTo>
                    <a:pt x="0" y="1712"/>
                    <a:pt x="183" y="1895"/>
                    <a:pt x="388" y="1895"/>
                  </a:cubicBezTo>
                  <a:lnTo>
                    <a:pt x="2579" y="1895"/>
                  </a:lnTo>
                  <a:cubicBezTo>
                    <a:pt x="2785" y="1895"/>
                    <a:pt x="2945" y="1712"/>
                    <a:pt x="2945" y="1507"/>
                  </a:cubicBezTo>
                  <a:lnTo>
                    <a:pt x="2945" y="365"/>
                  </a:lnTo>
                  <a:cubicBezTo>
                    <a:pt x="2945" y="160"/>
                    <a:pt x="2785" y="0"/>
                    <a:pt x="25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4" name="Google Shape;5364;p33"/>
            <p:cNvSpPr/>
            <p:nvPr/>
          </p:nvSpPr>
          <p:spPr>
            <a:xfrm>
              <a:off x="7782443" y="1806182"/>
              <a:ext cx="85884" cy="54110"/>
            </a:xfrm>
            <a:custGeom>
              <a:avLst/>
              <a:gdLst/>
              <a:ahLst/>
              <a:cxnLst/>
              <a:rect l="l" t="t" r="r" b="b"/>
              <a:pathLst>
                <a:path w="2284" h="1439" extrusionOk="0">
                  <a:moveTo>
                    <a:pt x="297" y="0"/>
                  </a:moveTo>
                  <a:cubicBezTo>
                    <a:pt x="137" y="0"/>
                    <a:pt x="1" y="115"/>
                    <a:pt x="1" y="274"/>
                  </a:cubicBezTo>
                  <a:lnTo>
                    <a:pt x="1" y="1142"/>
                  </a:lnTo>
                  <a:cubicBezTo>
                    <a:pt x="1" y="1302"/>
                    <a:pt x="137" y="1438"/>
                    <a:pt x="297" y="1438"/>
                  </a:cubicBezTo>
                  <a:lnTo>
                    <a:pt x="1986" y="1438"/>
                  </a:lnTo>
                  <a:cubicBezTo>
                    <a:pt x="2146" y="1438"/>
                    <a:pt x="2283" y="1302"/>
                    <a:pt x="2283" y="1142"/>
                  </a:cubicBezTo>
                  <a:lnTo>
                    <a:pt x="2283" y="274"/>
                  </a:lnTo>
                  <a:cubicBezTo>
                    <a:pt x="2283" y="115"/>
                    <a:pt x="2146" y="0"/>
                    <a:pt x="1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5" name="Google Shape;5365;p33"/>
            <p:cNvSpPr/>
            <p:nvPr/>
          </p:nvSpPr>
          <p:spPr>
            <a:xfrm>
              <a:off x="6211750" y="3358864"/>
              <a:ext cx="37791" cy="206889"/>
            </a:xfrm>
            <a:custGeom>
              <a:avLst/>
              <a:gdLst/>
              <a:ahLst/>
              <a:cxnLst/>
              <a:rect l="l" t="t" r="r" b="b"/>
              <a:pathLst>
                <a:path w="1005" h="5502" extrusionOk="0">
                  <a:moveTo>
                    <a:pt x="0" y="0"/>
                  </a:moveTo>
                  <a:lnTo>
                    <a:pt x="0"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6" name="Google Shape;5366;p33"/>
            <p:cNvSpPr/>
            <p:nvPr/>
          </p:nvSpPr>
          <p:spPr>
            <a:xfrm>
              <a:off x="6211750" y="3358864"/>
              <a:ext cx="37791" cy="98744"/>
            </a:xfrm>
            <a:custGeom>
              <a:avLst/>
              <a:gdLst/>
              <a:ahLst/>
              <a:cxnLst/>
              <a:rect l="l" t="t" r="r" b="b"/>
              <a:pathLst>
                <a:path w="1005" h="2626" extrusionOk="0">
                  <a:moveTo>
                    <a:pt x="0" y="0"/>
                  </a:moveTo>
                  <a:lnTo>
                    <a:pt x="0" y="2625"/>
                  </a:lnTo>
                  <a:cubicBezTo>
                    <a:pt x="163" y="2280"/>
                    <a:pt x="415" y="2043"/>
                    <a:pt x="839" y="2043"/>
                  </a:cubicBezTo>
                  <a:cubicBezTo>
                    <a:pt x="891" y="2043"/>
                    <a:pt x="946"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7" name="Google Shape;5367;p33"/>
            <p:cNvSpPr/>
            <p:nvPr/>
          </p:nvSpPr>
          <p:spPr>
            <a:xfrm>
              <a:off x="6194565" y="3533945"/>
              <a:ext cx="71294" cy="110777"/>
            </a:xfrm>
            <a:custGeom>
              <a:avLst/>
              <a:gdLst/>
              <a:ahLst/>
              <a:cxnLst/>
              <a:rect l="l" t="t" r="r" b="b"/>
              <a:pathLst>
                <a:path w="1896" h="2946" extrusionOk="0">
                  <a:moveTo>
                    <a:pt x="389" y="1"/>
                  </a:moveTo>
                  <a:cubicBezTo>
                    <a:pt x="183" y="1"/>
                    <a:pt x="1" y="161"/>
                    <a:pt x="1" y="366"/>
                  </a:cubicBezTo>
                  <a:lnTo>
                    <a:pt x="1" y="2557"/>
                  </a:lnTo>
                  <a:cubicBezTo>
                    <a:pt x="1" y="2763"/>
                    <a:pt x="183" y="2945"/>
                    <a:pt x="389" y="2945"/>
                  </a:cubicBezTo>
                  <a:lnTo>
                    <a:pt x="1530" y="2945"/>
                  </a:lnTo>
                  <a:cubicBezTo>
                    <a:pt x="1735" y="2945"/>
                    <a:pt x="1895" y="2763"/>
                    <a:pt x="1895" y="2557"/>
                  </a:cubicBezTo>
                  <a:lnTo>
                    <a:pt x="1895" y="366"/>
                  </a:lnTo>
                  <a:cubicBezTo>
                    <a:pt x="1895" y="161"/>
                    <a:pt x="1735" y="1"/>
                    <a:pt x="15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8" name="Google Shape;5368;p33"/>
            <p:cNvSpPr/>
            <p:nvPr/>
          </p:nvSpPr>
          <p:spPr>
            <a:xfrm>
              <a:off x="6203139" y="3545978"/>
              <a:ext cx="54110" cy="85847"/>
            </a:xfrm>
            <a:custGeom>
              <a:avLst/>
              <a:gdLst/>
              <a:ahLst/>
              <a:cxnLst/>
              <a:rect l="l" t="t" r="r" b="b"/>
              <a:pathLst>
                <a:path w="1439" h="2283" extrusionOk="0">
                  <a:moveTo>
                    <a:pt x="298" y="0"/>
                  </a:moveTo>
                  <a:cubicBezTo>
                    <a:pt x="138" y="0"/>
                    <a:pt x="1" y="137"/>
                    <a:pt x="1" y="297"/>
                  </a:cubicBezTo>
                  <a:lnTo>
                    <a:pt x="1" y="2009"/>
                  </a:lnTo>
                  <a:cubicBezTo>
                    <a:pt x="1" y="2169"/>
                    <a:pt x="138" y="2283"/>
                    <a:pt x="298"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9" name="Google Shape;5369;p33"/>
            <p:cNvSpPr/>
            <p:nvPr/>
          </p:nvSpPr>
          <p:spPr>
            <a:xfrm>
              <a:off x="6314746" y="3358864"/>
              <a:ext cx="37791" cy="206889"/>
            </a:xfrm>
            <a:custGeom>
              <a:avLst/>
              <a:gdLst/>
              <a:ahLst/>
              <a:cxnLst/>
              <a:rect l="l" t="t" r="r" b="b"/>
              <a:pathLst>
                <a:path w="1005" h="5502" extrusionOk="0">
                  <a:moveTo>
                    <a:pt x="0" y="0"/>
                  </a:moveTo>
                  <a:lnTo>
                    <a:pt x="0"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0" name="Google Shape;5370;p33"/>
            <p:cNvSpPr/>
            <p:nvPr/>
          </p:nvSpPr>
          <p:spPr>
            <a:xfrm>
              <a:off x="6314746" y="3358864"/>
              <a:ext cx="37791" cy="98744"/>
            </a:xfrm>
            <a:custGeom>
              <a:avLst/>
              <a:gdLst/>
              <a:ahLst/>
              <a:cxnLst/>
              <a:rect l="l" t="t" r="r" b="b"/>
              <a:pathLst>
                <a:path w="1005" h="2626" extrusionOk="0">
                  <a:moveTo>
                    <a:pt x="0" y="0"/>
                  </a:moveTo>
                  <a:lnTo>
                    <a:pt x="0" y="2625"/>
                  </a:lnTo>
                  <a:cubicBezTo>
                    <a:pt x="163" y="2280"/>
                    <a:pt x="433" y="2043"/>
                    <a:pt x="845" y="2043"/>
                  </a:cubicBezTo>
                  <a:cubicBezTo>
                    <a:pt x="896" y="2043"/>
                    <a:pt x="949"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1" name="Google Shape;5371;p33"/>
            <p:cNvSpPr/>
            <p:nvPr/>
          </p:nvSpPr>
          <p:spPr>
            <a:xfrm>
              <a:off x="6298426" y="3533945"/>
              <a:ext cx="71294" cy="110777"/>
            </a:xfrm>
            <a:custGeom>
              <a:avLst/>
              <a:gdLst/>
              <a:ahLst/>
              <a:cxnLst/>
              <a:rect l="l" t="t" r="r" b="b"/>
              <a:pathLst>
                <a:path w="1896" h="2946" extrusionOk="0">
                  <a:moveTo>
                    <a:pt x="366" y="1"/>
                  </a:moveTo>
                  <a:cubicBezTo>
                    <a:pt x="160" y="1"/>
                    <a:pt x="1" y="161"/>
                    <a:pt x="1" y="366"/>
                  </a:cubicBezTo>
                  <a:lnTo>
                    <a:pt x="1" y="2557"/>
                  </a:lnTo>
                  <a:cubicBezTo>
                    <a:pt x="1" y="2763"/>
                    <a:pt x="160" y="2945"/>
                    <a:pt x="366"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2" name="Google Shape;5372;p33"/>
            <p:cNvSpPr/>
            <p:nvPr/>
          </p:nvSpPr>
          <p:spPr>
            <a:xfrm>
              <a:off x="6307000" y="3545978"/>
              <a:ext cx="54110" cy="85847"/>
            </a:xfrm>
            <a:custGeom>
              <a:avLst/>
              <a:gdLst/>
              <a:ahLst/>
              <a:cxnLst/>
              <a:rect l="l" t="t" r="r" b="b"/>
              <a:pathLst>
                <a:path w="1439" h="2283" extrusionOk="0">
                  <a:moveTo>
                    <a:pt x="275" y="0"/>
                  </a:moveTo>
                  <a:cubicBezTo>
                    <a:pt x="115" y="0"/>
                    <a:pt x="1" y="137"/>
                    <a:pt x="1" y="297"/>
                  </a:cubicBezTo>
                  <a:lnTo>
                    <a:pt x="1" y="2009"/>
                  </a:lnTo>
                  <a:cubicBezTo>
                    <a:pt x="1" y="2169"/>
                    <a:pt x="115" y="2283"/>
                    <a:pt x="275"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3" name="Google Shape;5373;p33"/>
            <p:cNvSpPr/>
            <p:nvPr/>
          </p:nvSpPr>
          <p:spPr>
            <a:xfrm>
              <a:off x="6418606" y="3358864"/>
              <a:ext cx="37791" cy="206889"/>
            </a:xfrm>
            <a:custGeom>
              <a:avLst/>
              <a:gdLst/>
              <a:ahLst/>
              <a:cxnLst/>
              <a:rect l="l" t="t" r="r" b="b"/>
              <a:pathLst>
                <a:path w="1005" h="5502" extrusionOk="0">
                  <a:moveTo>
                    <a:pt x="0" y="0"/>
                  </a:moveTo>
                  <a:lnTo>
                    <a:pt x="0" y="5501"/>
                  </a:lnTo>
                  <a:lnTo>
                    <a:pt x="1004" y="5501"/>
                  </a:lnTo>
                  <a:lnTo>
                    <a:pt x="10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4" name="Google Shape;5374;p33"/>
            <p:cNvSpPr/>
            <p:nvPr/>
          </p:nvSpPr>
          <p:spPr>
            <a:xfrm>
              <a:off x="6418606" y="3358864"/>
              <a:ext cx="37791" cy="98744"/>
            </a:xfrm>
            <a:custGeom>
              <a:avLst/>
              <a:gdLst/>
              <a:ahLst/>
              <a:cxnLst/>
              <a:rect l="l" t="t" r="r" b="b"/>
              <a:pathLst>
                <a:path w="1005" h="2626" extrusionOk="0">
                  <a:moveTo>
                    <a:pt x="0" y="0"/>
                  </a:moveTo>
                  <a:lnTo>
                    <a:pt x="0" y="2625"/>
                  </a:lnTo>
                  <a:cubicBezTo>
                    <a:pt x="163" y="2280"/>
                    <a:pt x="415" y="2043"/>
                    <a:pt x="838" y="2043"/>
                  </a:cubicBezTo>
                  <a:cubicBezTo>
                    <a:pt x="891" y="2043"/>
                    <a:pt x="946" y="2047"/>
                    <a:pt x="1004" y="2055"/>
                  </a:cubicBez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5" name="Google Shape;5375;p33"/>
            <p:cNvSpPr/>
            <p:nvPr/>
          </p:nvSpPr>
          <p:spPr>
            <a:xfrm>
              <a:off x="6401422" y="3533945"/>
              <a:ext cx="71294" cy="110777"/>
            </a:xfrm>
            <a:custGeom>
              <a:avLst/>
              <a:gdLst/>
              <a:ahLst/>
              <a:cxnLst/>
              <a:rect l="l" t="t" r="r" b="b"/>
              <a:pathLst>
                <a:path w="1896" h="2946" extrusionOk="0">
                  <a:moveTo>
                    <a:pt x="389" y="1"/>
                  </a:moveTo>
                  <a:cubicBezTo>
                    <a:pt x="183" y="1"/>
                    <a:pt x="1" y="161"/>
                    <a:pt x="1" y="366"/>
                  </a:cubicBezTo>
                  <a:lnTo>
                    <a:pt x="1" y="2557"/>
                  </a:lnTo>
                  <a:cubicBezTo>
                    <a:pt x="1" y="2763"/>
                    <a:pt x="183" y="2945"/>
                    <a:pt x="389" y="2945"/>
                  </a:cubicBezTo>
                  <a:lnTo>
                    <a:pt x="1530" y="2945"/>
                  </a:lnTo>
                  <a:cubicBezTo>
                    <a:pt x="1735" y="2945"/>
                    <a:pt x="1895" y="2763"/>
                    <a:pt x="1895" y="2557"/>
                  </a:cubicBezTo>
                  <a:lnTo>
                    <a:pt x="1895" y="366"/>
                  </a:lnTo>
                  <a:cubicBezTo>
                    <a:pt x="1895" y="161"/>
                    <a:pt x="1735" y="1"/>
                    <a:pt x="15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6" name="Google Shape;5376;p33"/>
            <p:cNvSpPr/>
            <p:nvPr/>
          </p:nvSpPr>
          <p:spPr>
            <a:xfrm>
              <a:off x="6409995" y="3545978"/>
              <a:ext cx="54110" cy="85847"/>
            </a:xfrm>
            <a:custGeom>
              <a:avLst/>
              <a:gdLst/>
              <a:ahLst/>
              <a:cxnLst/>
              <a:rect l="l" t="t" r="r" b="b"/>
              <a:pathLst>
                <a:path w="1439" h="2283" extrusionOk="0">
                  <a:moveTo>
                    <a:pt x="298" y="0"/>
                  </a:moveTo>
                  <a:cubicBezTo>
                    <a:pt x="138" y="0"/>
                    <a:pt x="1" y="137"/>
                    <a:pt x="1" y="297"/>
                  </a:cubicBezTo>
                  <a:lnTo>
                    <a:pt x="1" y="2009"/>
                  </a:lnTo>
                  <a:cubicBezTo>
                    <a:pt x="1" y="2169"/>
                    <a:pt x="138" y="2283"/>
                    <a:pt x="298"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7" name="Google Shape;5377;p33"/>
            <p:cNvSpPr/>
            <p:nvPr/>
          </p:nvSpPr>
          <p:spPr>
            <a:xfrm>
              <a:off x="6521602" y="3358864"/>
              <a:ext cx="37791" cy="206889"/>
            </a:xfrm>
            <a:custGeom>
              <a:avLst/>
              <a:gdLst/>
              <a:ahLst/>
              <a:cxnLst/>
              <a:rect l="l" t="t" r="r" b="b"/>
              <a:pathLst>
                <a:path w="1005" h="5502" extrusionOk="0">
                  <a:moveTo>
                    <a:pt x="0" y="0"/>
                  </a:moveTo>
                  <a:lnTo>
                    <a:pt x="0" y="5501"/>
                  </a:lnTo>
                  <a:lnTo>
                    <a:pt x="1004" y="5501"/>
                  </a:lnTo>
                  <a:lnTo>
                    <a:pt x="10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8" name="Google Shape;5378;p33"/>
            <p:cNvSpPr/>
            <p:nvPr/>
          </p:nvSpPr>
          <p:spPr>
            <a:xfrm>
              <a:off x="6522429" y="3358864"/>
              <a:ext cx="36963" cy="98744"/>
            </a:xfrm>
            <a:custGeom>
              <a:avLst/>
              <a:gdLst/>
              <a:ahLst/>
              <a:cxnLst/>
              <a:rect l="l" t="t" r="r" b="b"/>
              <a:pathLst>
                <a:path w="983" h="2626" extrusionOk="0">
                  <a:moveTo>
                    <a:pt x="1" y="0"/>
                  </a:moveTo>
                  <a:lnTo>
                    <a:pt x="1" y="2625"/>
                  </a:lnTo>
                  <a:cubicBezTo>
                    <a:pt x="143" y="2280"/>
                    <a:pt x="412" y="2043"/>
                    <a:pt x="822" y="2043"/>
                  </a:cubicBezTo>
                  <a:cubicBezTo>
                    <a:pt x="874"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9" name="Google Shape;5379;p33"/>
            <p:cNvSpPr/>
            <p:nvPr/>
          </p:nvSpPr>
          <p:spPr>
            <a:xfrm>
              <a:off x="6505282" y="3533945"/>
              <a:ext cx="71257" cy="110777"/>
            </a:xfrm>
            <a:custGeom>
              <a:avLst/>
              <a:gdLst/>
              <a:ahLst/>
              <a:cxnLst/>
              <a:rect l="l" t="t" r="r" b="b"/>
              <a:pathLst>
                <a:path w="1895" h="2946" extrusionOk="0">
                  <a:moveTo>
                    <a:pt x="366" y="1"/>
                  </a:moveTo>
                  <a:cubicBezTo>
                    <a:pt x="160" y="1"/>
                    <a:pt x="0" y="161"/>
                    <a:pt x="0" y="366"/>
                  </a:cubicBezTo>
                  <a:lnTo>
                    <a:pt x="0" y="2557"/>
                  </a:lnTo>
                  <a:cubicBezTo>
                    <a:pt x="0" y="2763"/>
                    <a:pt x="160" y="2945"/>
                    <a:pt x="366"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0" name="Google Shape;5380;p33"/>
            <p:cNvSpPr/>
            <p:nvPr/>
          </p:nvSpPr>
          <p:spPr>
            <a:xfrm>
              <a:off x="6513856" y="3545978"/>
              <a:ext cx="54110" cy="85847"/>
            </a:xfrm>
            <a:custGeom>
              <a:avLst/>
              <a:gdLst/>
              <a:ahLst/>
              <a:cxnLst/>
              <a:rect l="l" t="t" r="r" b="b"/>
              <a:pathLst>
                <a:path w="1439" h="2283" extrusionOk="0">
                  <a:moveTo>
                    <a:pt x="275" y="0"/>
                  </a:moveTo>
                  <a:cubicBezTo>
                    <a:pt x="115" y="0"/>
                    <a:pt x="1" y="137"/>
                    <a:pt x="1" y="297"/>
                  </a:cubicBezTo>
                  <a:lnTo>
                    <a:pt x="1" y="2009"/>
                  </a:lnTo>
                  <a:cubicBezTo>
                    <a:pt x="1" y="2169"/>
                    <a:pt x="115" y="2283"/>
                    <a:pt x="275"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1" name="Google Shape;5381;p33"/>
            <p:cNvSpPr/>
            <p:nvPr/>
          </p:nvSpPr>
          <p:spPr>
            <a:xfrm>
              <a:off x="6625463" y="3358864"/>
              <a:ext cx="37791" cy="206889"/>
            </a:xfrm>
            <a:custGeom>
              <a:avLst/>
              <a:gdLst/>
              <a:ahLst/>
              <a:cxnLst/>
              <a:rect l="l" t="t" r="r" b="b"/>
              <a:pathLst>
                <a:path w="1005" h="5502" extrusionOk="0">
                  <a:moveTo>
                    <a:pt x="0" y="0"/>
                  </a:moveTo>
                  <a:lnTo>
                    <a:pt x="0" y="5501"/>
                  </a:lnTo>
                  <a:lnTo>
                    <a:pt x="1004" y="5501"/>
                  </a:lnTo>
                  <a:lnTo>
                    <a:pt x="10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2" name="Google Shape;5382;p33"/>
            <p:cNvSpPr/>
            <p:nvPr/>
          </p:nvSpPr>
          <p:spPr>
            <a:xfrm>
              <a:off x="6625463" y="3358864"/>
              <a:ext cx="37791" cy="98744"/>
            </a:xfrm>
            <a:custGeom>
              <a:avLst/>
              <a:gdLst/>
              <a:ahLst/>
              <a:cxnLst/>
              <a:rect l="l" t="t" r="r" b="b"/>
              <a:pathLst>
                <a:path w="1005" h="2626" extrusionOk="0">
                  <a:moveTo>
                    <a:pt x="0" y="0"/>
                  </a:moveTo>
                  <a:lnTo>
                    <a:pt x="0" y="2625"/>
                  </a:lnTo>
                  <a:cubicBezTo>
                    <a:pt x="162" y="2280"/>
                    <a:pt x="415" y="2043"/>
                    <a:pt x="838" y="2043"/>
                  </a:cubicBezTo>
                  <a:cubicBezTo>
                    <a:pt x="891" y="2043"/>
                    <a:pt x="946" y="2047"/>
                    <a:pt x="1004" y="2055"/>
                  </a:cubicBezTo>
                  <a:lnTo>
                    <a:pt x="1004"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3" name="Google Shape;5383;p33"/>
            <p:cNvSpPr/>
            <p:nvPr/>
          </p:nvSpPr>
          <p:spPr>
            <a:xfrm>
              <a:off x="6608278" y="3533945"/>
              <a:ext cx="71257" cy="110777"/>
            </a:xfrm>
            <a:custGeom>
              <a:avLst/>
              <a:gdLst/>
              <a:ahLst/>
              <a:cxnLst/>
              <a:rect l="l" t="t" r="r" b="b"/>
              <a:pathLst>
                <a:path w="1895" h="2946" extrusionOk="0">
                  <a:moveTo>
                    <a:pt x="389" y="1"/>
                  </a:moveTo>
                  <a:cubicBezTo>
                    <a:pt x="183" y="1"/>
                    <a:pt x="1" y="161"/>
                    <a:pt x="1" y="366"/>
                  </a:cubicBezTo>
                  <a:lnTo>
                    <a:pt x="1" y="2557"/>
                  </a:lnTo>
                  <a:cubicBezTo>
                    <a:pt x="1" y="2763"/>
                    <a:pt x="183" y="2945"/>
                    <a:pt x="389" y="2945"/>
                  </a:cubicBezTo>
                  <a:lnTo>
                    <a:pt x="1530" y="2945"/>
                  </a:lnTo>
                  <a:cubicBezTo>
                    <a:pt x="1735" y="2945"/>
                    <a:pt x="1895" y="2763"/>
                    <a:pt x="1895" y="2557"/>
                  </a:cubicBezTo>
                  <a:lnTo>
                    <a:pt x="1895" y="366"/>
                  </a:lnTo>
                  <a:cubicBezTo>
                    <a:pt x="1895" y="161"/>
                    <a:pt x="1735" y="1"/>
                    <a:pt x="15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4" name="Google Shape;5384;p33"/>
            <p:cNvSpPr/>
            <p:nvPr/>
          </p:nvSpPr>
          <p:spPr>
            <a:xfrm>
              <a:off x="6616851" y="3545978"/>
              <a:ext cx="54110" cy="85847"/>
            </a:xfrm>
            <a:custGeom>
              <a:avLst/>
              <a:gdLst/>
              <a:ahLst/>
              <a:cxnLst/>
              <a:rect l="l" t="t" r="r" b="b"/>
              <a:pathLst>
                <a:path w="1439" h="2283" extrusionOk="0">
                  <a:moveTo>
                    <a:pt x="297" y="0"/>
                  </a:moveTo>
                  <a:cubicBezTo>
                    <a:pt x="138" y="0"/>
                    <a:pt x="1" y="137"/>
                    <a:pt x="1" y="297"/>
                  </a:cubicBezTo>
                  <a:lnTo>
                    <a:pt x="1" y="2009"/>
                  </a:lnTo>
                  <a:cubicBezTo>
                    <a:pt x="1" y="2169"/>
                    <a:pt x="138" y="2283"/>
                    <a:pt x="297"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5" name="Google Shape;5385;p33"/>
            <p:cNvSpPr/>
            <p:nvPr/>
          </p:nvSpPr>
          <p:spPr>
            <a:xfrm>
              <a:off x="6729285"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6" name="Google Shape;5386;p33"/>
            <p:cNvSpPr/>
            <p:nvPr/>
          </p:nvSpPr>
          <p:spPr>
            <a:xfrm>
              <a:off x="6729285" y="3358864"/>
              <a:ext cx="36963" cy="98744"/>
            </a:xfrm>
            <a:custGeom>
              <a:avLst/>
              <a:gdLst/>
              <a:ahLst/>
              <a:cxnLst/>
              <a:rect l="l" t="t" r="r" b="b"/>
              <a:pathLst>
                <a:path w="983" h="2626" extrusionOk="0">
                  <a:moveTo>
                    <a:pt x="1" y="0"/>
                  </a:moveTo>
                  <a:lnTo>
                    <a:pt x="1" y="2625"/>
                  </a:lnTo>
                  <a:cubicBezTo>
                    <a:pt x="143" y="2280"/>
                    <a:pt x="411" y="2043"/>
                    <a:pt x="822" y="2043"/>
                  </a:cubicBezTo>
                  <a:cubicBezTo>
                    <a:pt x="873"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7" name="Google Shape;5387;p33"/>
            <p:cNvSpPr/>
            <p:nvPr/>
          </p:nvSpPr>
          <p:spPr>
            <a:xfrm>
              <a:off x="6712138" y="3533945"/>
              <a:ext cx="71257" cy="110777"/>
            </a:xfrm>
            <a:custGeom>
              <a:avLst/>
              <a:gdLst/>
              <a:ahLst/>
              <a:cxnLst/>
              <a:rect l="l" t="t" r="r" b="b"/>
              <a:pathLst>
                <a:path w="1895" h="2946" extrusionOk="0">
                  <a:moveTo>
                    <a:pt x="366" y="1"/>
                  </a:moveTo>
                  <a:cubicBezTo>
                    <a:pt x="160" y="1"/>
                    <a:pt x="0" y="161"/>
                    <a:pt x="0" y="366"/>
                  </a:cubicBezTo>
                  <a:lnTo>
                    <a:pt x="0" y="2557"/>
                  </a:lnTo>
                  <a:cubicBezTo>
                    <a:pt x="0" y="2763"/>
                    <a:pt x="160" y="2945"/>
                    <a:pt x="366"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8" name="Google Shape;5388;p33"/>
            <p:cNvSpPr/>
            <p:nvPr/>
          </p:nvSpPr>
          <p:spPr>
            <a:xfrm>
              <a:off x="6720712" y="3545978"/>
              <a:ext cx="54110" cy="85847"/>
            </a:xfrm>
            <a:custGeom>
              <a:avLst/>
              <a:gdLst/>
              <a:ahLst/>
              <a:cxnLst/>
              <a:rect l="l" t="t" r="r" b="b"/>
              <a:pathLst>
                <a:path w="1439" h="2283" extrusionOk="0">
                  <a:moveTo>
                    <a:pt x="275" y="0"/>
                  </a:moveTo>
                  <a:cubicBezTo>
                    <a:pt x="115" y="0"/>
                    <a:pt x="1" y="137"/>
                    <a:pt x="1" y="297"/>
                  </a:cubicBezTo>
                  <a:lnTo>
                    <a:pt x="1" y="2009"/>
                  </a:lnTo>
                  <a:cubicBezTo>
                    <a:pt x="1" y="2169"/>
                    <a:pt x="115" y="2283"/>
                    <a:pt x="275"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9" name="Google Shape;5389;p33"/>
            <p:cNvSpPr/>
            <p:nvPr/>
          </p:nvSpPr>
          <p:spPr>
            <a:xfrm>
              <a:off x="6832281" y="3358864"/>
              <a:ext cx="37828" cy="206889"/>
            </a:xfrm>
            <a:custGeom>
              <a:avLst/>
              <a:gdLst/>
              <a:ahLst/>
              <a:cxnLst/>
              <a:rect l="l" t="t" r="r" b="b"/>
              <a:pathLst>
                <a:path w="1006"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0" name="Google Shape;5390;p33"/>
            <p:cNvSpPr/>
            <p:nvPr/>
          </p:nvSpPr>
          <p:spPr>
            <a:xfrm>
              <a:off x="6832281" y="3358864"/>
              <a:ext cx="37828" cy="98744"/>
            </a:xfrm>
            <a:custGeom>
              <a:avLst/>
              <a:gdLst/>
              <a:ahLst/>
              <a:cxnLst/>
              <a:rect l="l" t="t" r="r" b="b"/>
              <a:pathLst>
                <a:path w="1006"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1" name="Google Shape;5391;p33"/>
            <p:cNvSpPr/>
            <p:nvPr/>
          </p:nvSpPr>
          <p:spPr>
            <a:xfrm>
              <a:off x="6815999" y="3533945"/>
              <a:ext cx="70392" cy="110777"/>
            </a:xfrm>
            <a:custGeom>
              <a:avLst/>
              <a:gdLst/>
              <a:ahLst/>
              <a:cxnLst/>
              <a:rect l="l" t="t" r="r" b="b"/>
              <a:pathLst>
                <a:path w="1872" h="2946" extrusionOk="0">
                  <a:moveTo>
                    <a:pt x="365" y="1"/>
                  </a:moveTo>
                  <a:cubicBezTo>
                    <a:pt x="160" y="1"/>
                    <a:pt x="0" y="161"/>
                    <a:pt x="0" y="366"/>
                  </a:cubicBezTo>
                  <a:lnTo>
                    <a:pt x="0" y="2557"/>
                  </a:lnTo>
                  <a:cubicBezTo>
                    <a:pt x="0" y="2763"/>
                    <a:pt x="160" y="2945"/>
                    <a:pt x="365" y="2945"/>
                  </a:cubicBezTo>
                  <a:lnTo>
                    <a:pt x="1507" y="2945"/>
                  </a:lnTo>
                  <a:cubicBezTo>
                    <a:pt x="1712" y="2945"/>
                    <a:pt x="1872" y="2763"/>
                    <a:pt x="1872" y="2557"/>
                  </a:cubicBezTo>
                  <a:lnTo>
                    <a:pt x="1872" y="366"/>
                  </a:lnTo>
                  <a:cubicBezTo>
                    <a:pt x="1872"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2" name="Google Shape;5392;p33"/>
            <p:cNvSpPr/>
            <p:nvPr/>
          </p:nvSpPr>
          <p:spPr>
            <a:xfrm>
              <a:off x="6823708" y="3545978"/>
              <a:ext cx="54110" cy="85847"/>
            </a:xfrm>
            <a:custGeom>
              <a:avLst/>
              <a:gdLst/>
              <a:ahLst/>
              <a:cxnLst/>
              <a:rect l="l" t="t" r="r" b="b"/>
              <a:pathLst>
                <a:path w="1439" h="2283" extrusionOk="0">
                  <a:moveTo>
                    <a:pt x="297" y="0"/>
                  </a:moveTo>
                  <a:cubicBezTo>
                    <a:pt x="138" y="0"/>
                    <a:pt x="1" y="137"/>
                    <a:pt x="1" y="297"/>
                  </a:cubicBezTo>
                  <a:lnTo>
                    <a:pt x="1" y="2009"/>
                  </a:lnTo>
                  <a:cubicBezTo>
                    <a:pt x="1" y="2169"/>
                    <a:pt x="138" y="2283"/>
                    <a:pt x="297" y="2283"/>
                  </a:cubicBezTo>
                  <a:lnTo>
                    <a:pt x="1165" y="2283"/>
                  </a:lnTo>
                  <a:cubicBezTo>
                    <a:pt x="1325" y="2283"/>
                    <a:pt x="1439" y="2169"/>
                    <a:pt x="1439" y="2009"/>
                  </a:cubicBezTo>
                  <a:lnTo>
                    <a:pt x="1439" y="297"/>
                  </a:lnTo>
                  <a:cubicBezTo>
                    <a:pt x="1439" y="137"/>
                    <a:pt x="1325"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33"/>
            <p:cNvSpPr/>
            <p:nvPr/>
          </p:nvSpPr>
          <p:spPr>
            <a:xfrm>
              <a:off x="6936142"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33"/>
            <p:cNvSpPr/>
            <p:nvPr/>
          </p:nvSpPr>
          <p:spPr>
            <a:xfrm>
              <a:off x="6936142" y="3358864"/>
              <a:ext cx="36963" cy="98744"/>
            </a:xfrm>
            <a:custGeom>
              <a:avLst/>
              <a:gdLst/>
              <a:ahLst/>
              <a:cxnLst/>
              <a:rect l="l" t="t" r="r" b="b"/>
              <a:pathLst>
                <a:path w="983" h="2626" extrusionOk="0">
                  <a:moveTo>
                    <a:pt x="1" y="0"/>
                  </a:moveTo>
                  <a:lnTo>
                    <a:pt x="1" y="2625"/>
                  </a:lnTo>
                  <a:cubicBezTo>
                    <a:pt x="143" y="2280"/>
                    <a:pt x="411" y="2043"/>
                    <a:pt x="822" y="2043"/>
                  </a:cubicBezTo>
                  <a:cubicBezTo>
                    <a:pt x="873"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33"/>
            <p:cNvSpPr/>
            <p:nvPr/>
          </p:nvSpPr>
          <p:spPr>
            <a:xfrm>
              <a:off x="6918995" y="3533945"/>
              <a:ext cx="71257" cy="110777"/>
            </a:xfrm>
            <a:custGeom>
              <a:avLst/>
              <a:gdLst/>
              <a:ahLst/>
              <a:cxnLst/>
              <a:rect l="l" t="t" r="r" b="b"/>
              <a:pathLst>
                <a:path w="1895" h="2946" extrusionOk="0">
                  <a:moveTo>
                    <a:pt x="388" y="1"/>
                  </a:moveTo>
                  <a:cubicBezTo>
                    <a:pt x="160" y="1"/>
                    <a:pt x="0" y="161"/>
                    <a:pt x="0" y="366"/>
                  </a:cubicBezTo>
                  <a:lnTo>
                    <a:pt x="0" y="2557"/>
                  </a:lnTo>
                  <a:cubicBezTo>
                    <a:pt x="0" y="2763"/>
                    <a:pt x="160" y="2945"/>
                    <a:pt x="388"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33"/>
            <p:cNvSpPr/>
            <p:nvPr/>
          </p:nvSpPr>
          <p:spPr>
            <a:xfrm>
              <a:off x="6927568" y="3545978"/>
              <a:ext cx="54110" cy="85847"/>
            </a:xfrm>
            <a:custGeom>
              <a:avLst/>
              <a:gdLst/>
              <a:ahLst/>
              <a:cxnLst/>
              <a:rect l="l" t="t" r="r" b="b"/>
              <a:pathLst>
                <a:path w="1439" h="2283" extrusionOk="0">
                  <a:moveTo>
                    <a:pt x="274" y="0"/>
                  </a:moveTo>
                  <a:cubicBezTo>
                    <a:pt x="115" y="0"/>
                    <a:pt x="1" y="137"/>
                    <a:pt x="1" y="297"/>
                  </a:cubicBezTo>
                  <a:lnTo>
                    <a:pt x="1" y="2009"/>
                  </a:lnTo>
                  <a:cubicBezTo>
                    <a:pt x="1" y="2169"/>
                    <a:pt x="115" y="2283"/>
                    <a:pt x="274" y="2283"/>
                  </a:cubicBezTo>
                  <a:lnTo>
                    <a:pt x="1142" y="2283"/>
                  </a:lnTo>
                  <a:cubicBezTo>
                    <a:pt x="1302" y="2283"/>
                    <a:pt x="1439" y="2169"/>
                    <a:pt x="1439" y="2009"/>
                  </a:cubicBezTo>
                  <a:lnTo>
                    <a:pt x="1439" y="297"/>
                  </a:lnTo>
                  <a:cubicBezTo>
                    <a:pt x="1439" y="137"/>
                    <a:pt x="1302"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33"/>
            <p:cNvSpPr/>
            <p:nvPr/>
          </p:nvSpPr>
          <p:spPr>
            <a:xfrm>
              <a:off x="7039137" y="3358864"/>
              <a:ext cx="37828" cy="206889"/>
            </a:xfrm>
            <a:custGeom>
              <a:avLst/>
              <a:gdLst/>
              <a:ahLst/>
              <a:cxnLst/>
              <a:rect l="l" t="t" r="r" b="b"/>
              <a:pathLst>
                <a:path w="1006"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33"/>
            <p:cNvSpPr/>
            <p:nvPr/>
          </p:nvSpPr>
          <p:spPr>
            <a:xfrm>
              <a:off x="7039137" y="3358864"/>
              <a:ext cx="37828" cy="98744"/>
            </a:xfrm>
            <a:custGeom>
              <a:avLst/>
              <a:gdLst/>
              <a:ahLst/>
              <a:cxnLst/>
              <a:rect l="l" t="t" r="r" b="b"/>
              <a:pathLst>
                <a:path w="1006"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33"/>
            <p:cNvSpPr/>
            <p:nvPr/>
          </p:nvSpPr>
          <p:spPr>
            <a:xfrm>
              <a:off x="7022855" y="3533945"/>
              <a:ext cx="70392" cy="110777"/>
            </a:xfrm>
            <a:custGeom>
              <a:avLst/>
              <a:gdLst/>
              <a:ahLst/>
              <a:cxnLst/>
              <a:rect l="l" t="t" r="r" b="b"/>
              <a:pathLst>
                <a:path w="1872" h="2946" extrusionOk="0">
                  <a:moveTo>
                    <a:pt x="365" y="1"/>
                  </a:moveTo>
                  <a:cubicBezTo>
                    <a:pt x="160" y="1"/>
                    <a:pt x="0" y="161"/>
                    <a:pt x="0" y="366"/>
                  </a:cubicBezTo>
                  <a:lnTo>
                    <a:pt x="0" y="2557"/>
                  </a:lnTo>
                  <a:cubicBezTo>
                    <a:pt x="0" y="2763"/>
                    <a:pt x="160" y="2945"/>
                    <a:pt x="365" y="2945"/>
                  </a:cubicBezTo>
                  <a:lnTo>
                    <a:pt x="1507" y="2945"/>
                  </a:lnTo>
                  <a:cubicBezTo>
                    <a:pt x="1712" y="2945"/>
                    <a:pt x="1872" y="2763"/>
                    <a:pt x="1872" y="2557"/>
                  </a:cubicBezTo>
                  <a:lnTo>
                    <a:pt x="1872" y="366"/>
                  </a:lnTo>
                  <a:cubicBezTo>
                    <a:pt x="1872"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33"/>
            <p:cNvSpPr/>
            <p:nvPr/>
          </p:nvSpPr>
          <p:spPr>
            <a:xfrm>
              <a:off x="7030564" y="3545978"/>
              <a:ext cx="54110" cy="85847"/>
            </a:xfrm>
            <a:custGeom>
              <a:avLst/>
              <a:gdLst/>
              <a:ahLst/>
              <a:cxnLst/>
              <a:rect l="l" t="t" r="r" b="b"/>
              <a:pathLst>
                <a:path w="1439" h="2283" extrusionOk="0">
                  <a:moveTo>
                    <a:pt x="297" y="0"/>
                  </a:moveTo>
                  <a:cubicBezTo>
                    <a:pt x="138" y="0"/>
                    <a:pt x="1" y="137"/>
                    <a:pt x="1" y="297"/>
                  </a:cubicBezTo>
                  <a:lnTo>
                    <a:pt x="1" y="2009"/>
                  </a:lnTo>
                  <a:cubicBezTo>
                    <a:pt x="1" y="2169"/>
                    <a:pt x="138" y="2283"/>
                    <a:pt x="297" y="2283"/>
                  </a:cubicBezTo>
                  <a:lnTo>
                    <a:pt x="1165" y="2283"/>
                  </a:lnTo>
                  <a:cubicBezTo>
                    <a:pt x="1324" y="2283"/>
                    <a:pt x="1439" y="2169"/>
                    <a:pt x="1439" y="2009"/>
                  </a:cubicBezTo>
                  <a:lnTo>
                    <a:pt x="1439" y="297"/>
                  </a:lnTo>
                  <a:cubicBezTo>
                    <a:pt x="1439" y="137"/>
                    <a:pt x="1324"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33"/>
            <p:cNvSpPr/>
            <p:nvPr/>
          </p:nvSpPr>
          <p:spPr>
            <a:xfrm>
              <a:off x="7142998"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33"/>
            <p:cNvSpPr/>
            <p:nvPr/>
          </p:nvSpPr>
          <p:spPr>
            <a:xfrm>
              <a:off x="7142998" y="3358864"/>
              <a:ext cx="36963" cy="98744"/>
            </a:xfrm>
            <a:custGeom>
              <a:avLst/>
              <a:gdLst/>
              <a:ahLst/>
              <a:cxnLst/>
              <a:rect l="l" t="t" r="r" b="b"/>
              <a:pathLst>
                <a:path w="983" h="2626" extrusionOk="0">
                  <a:moveTo>
                    <a:pt x="1" y="0"/>
                  </a:moveTo>
                  <a:lnTo>
                    <a:pt x="1" y="2625"/>
                  </a:lnTo>
                  <a:cubicBezTo>
                    <a:pt x="163" y="2280"/>
                    <a:pt x="416" y="2043"/>
                    <a:pt x="823" y="2043"/>
                  </a:cubicBezTo>
                  <a:cubicBezTo>
                    <a:pt x="874"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33"/>
            <p:cNvSpPr/>
            <p:nvPr/>
          </p:nvSpPr>
          <p:spPr>
            <a:xfrm>
              <a:off x="7125851" y="3533945"/>
              <a:ext cx="71257" cy="110777"/>
            </a:xfrm>
            <a:custGeom>
              <a:avLst/>
              <a:gdLst/>
              <a:ahLst/>
              <a:cxnLst/>
              <a:rect l="l" t="t" r="r" b="b"/>
              <a:pathLst>
                <a:path w="1895" h="2946" extrusionOk="0">
                  <a:moveTo>
                    <a:pt x="388" y="1"/>
                  </a:moveTo>
                  <a:cubicBezTo>
                    <a:pt x="160" y="1"/>
                    <a:pt x="0" y="161"/>
                    <a:pt x="0" y="366"/>
                  </a:cubicBezTo>
                  <a:lnTo>
                    <a:pt x="0" y="2557"/>
                  </a:lnTo>
                  <a:cubicBezTo>
                    <a:pt x="0" y="2763"/>
                    <a:pt x="160" y="2945"/>
                    <a:pt x="388"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33"/>
            <p:cNvSpPr/>
            <p:nvPr/>
          </p:nvSpPr>
          <p:spPr>
            <a:xfrm>
              <a:off x="7134424" y="3545978"/>
              <a:ext cx="54110" cy="85847"/>
            </a:xfrm>
            <a:custGeom>
              <a:avLst/>
              <a:gdLst/>
              <a:ahLst/>
              <a:cxnLst/>
              <a:rect l="l" t="t" r="r" b="b"/>
              <a:pathLst>
                <a:path w="1439" h="2283" extrusionOk="0">
                  <a:moveTo>
                    <a:pt x="274" y="0"/>
                  </a:moveTo>
                  <a:cubicBezTo>
                    <a:pt x="137" y="0"/>
                    <a:pt x="0" y="137"/>
                    <a:pt x="0" y="297"/>
                  </a:cubicBezTo>
                  <a:lnTo>
                    <a:pt x="0" y="2009"/>
                  </a:lnTo>
                  <a:cubicBezTo>
                    <a:pt x="0" y="2169"/>
                    <a:pt x="137" y="2283"/>
                    <a:pt x="274" y="2283"/>
                  </a:cubicBezTo>
                  <a:lnTo>
                    <a:pt x="1142" y="2283"/>
                  </a:lnTo>
                  <a:cubicBezTo>
                    <a:pt x="1301" y="2283"/>
                    <a:pt x="1438" y="2169"/>
                    <a:pt x="1438" y="2009"/>
                  </a:cubicBezTo>
                  <a:lnTo>
                    <a:pt x="1438" y="297"/>
                  </a:lnTo>
                  <a:cubicBezTo>
                    <a:pt x="1438" y="137"/>
                    <a:pt x="1301"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33"/>
            <p:cNvSpPr/>
            <p:nvPr/>
          </p:nvSpPr>
          <p:spPr>
            <a:xfrm>
              <a:off x="7245994" y="3358864"/>
              <a:ext cx="37828" cy="206889"/>
            </a:xfrm>
            <a:custGeom>
              <a:avLst/>
              <a:gdLst/>
              <a:ahLst/>
              <a:cxnLst/>
              <a:rect l="l" t="t" r="r" b="b"/>
              <a:pathLst>
                <a:path w="1006"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33"/>
            <p:cNvSpPr/>
            <p:nvPr/>
          </p:nvSpPr>
          <p:spPr>
            <a:xfrm>
              <a:off x="7245994" y="3358864"/>
              <a:ext cx="37828" cy="98744"/>
            </a:xfrm>
            <a:custGeom>
              <a:avLst/>
              <a:gdLst/>
              <a:ahLst/>
              <a:cxnLst/>
              <a:rect l="l" t="t" r="r" b="b"/>
              <a:pathLst>
                <a:path w="1006"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33"/>
            <p:cNvSpPr/>
            <p:nvPr/>
          </p:nvSpPr>
          <p:spPr>
            <a:xfrm>
              <a:off x="7229711" y="3533945"/>
              <a:ext cx="70392" cy="110777"/>
            </a:xfrm>
            <a:custGeom>
              <a:avLst/>
              <a:gdLst/>
              <a:ahLst/>
              <a:cxnLst/>
              <a:rect l="l" t="t" r="r" b="b"/>
              <a:pathLst>
                <a:path w="1872" h="2946" extrusionOk="0">
                  <a:moveTo>
                    <a:pt x="365" y="1"/>
                  </a:moveTo>
                  <a:cubicBezTo>
                    <a:pt x="160" y="1"/>
                    <a:pt x="0" y="161"/>
                    <a:pt x="0" y="366"/>
                  </a:cubicBezTo>
                  <a:lnTo>
                    <a:pt x="0" y="2557"/>
                  </a:lnTo>
                  <a:cubicBezTo>
                    <a:pt x="0" y="2763"/>
                    <a:pt x="160" y="2945"/>
                    <a:pt x="365" y="2945"/>
                  </a:cubicBezTo>
                  <a:lnTo>
                    <a:pt x="1506" y="2945"/>
                  </a:lnTo>
                  <a:cubicBezTo>
                    <a:pt x="1712" y="2945"/>
                    <a:pt x="1872" y="2763"/>
                    <a:pt x="1872" y="2557"/>
                  </a:cubicBezTo>
                  <a:lnTo>
                    <a:pt x="1872" y="366"/>
                  </a:lnTo>
                  <a:cubicBezTo>
                    <a:pt x="1872" y="161"/>
                    <a:pt x="1712" y="1"/>
                    <a:pt x="15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33"/>
            <p:cNvSpPr/>
            <p:nvPr/>
          </p:nvSpPr>
          <p:spPr>
            <a:xfrm>
              <a:off x="7237420" y="3545978"/>
              <a:ext cx="54110" cy="85847"/>
            </a:xfrm>
            <a:custGeom>
              <a:avLst/>
              <a:gdLst/>
              <a:ahLst/>
              <a:cxnLst/>
              <a:rect l="l" t="t" r="r" b="b"/>
              <a:pathLst>
                <a:path w="1439" h="2283" extrusionOk="0">
                  <a:moveTo>
                    <a:pt x="297" y="0"/>
                  </a:moveTo>
                  <a:cubicBezTo>
                    <a:pt x="137" y="0"/>
                    <a:pt x="0" y="137"/>
                    <a:pt x="0" y="297"/>
                  </a:cubicBezTo>
                  <a:lnTo>
                    <a:pt x="0" y="2009"/>
                  </a:lnTo>
                  <a:cubicBezTo>
                    <a:pt x="0" y="2169"/>
                    <a:pt x="137" y="2283"/>
                    <a:pt x="297" y="2283"/>
                  </a:cubicBezTo>
                  <a:lnTo>
                    <a:pt x="1165" y="2283"/>
                  </a:lnTo>
                  <a:cubicBezTo>
                    <a:pt x="1324" y="2283"/>
                    <a:pt x="1438" y="2169"/>
                    <a:pt x="1438" y="2009"/>
                  </a:cubicBezTo>
                  <a:lnTo>
                    <a:pt x="1438" y="297"/>
                  </a:lnTo>
                  <a:cubicBezTo>
                    <a:pt x="1438" y="137"/>
                    <a:pt x="1324" y="0"/>
                    <a:pt x="1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33"/>
            <p:cNvSpPr/>
            <p:nvPr/>
          </p:nvSpPr>
          <p:spPr>
            <a:xfrm>
              <a:off x="7349854" y="3358864"/>
              <a:ext cx="36963" cy="206889"/>
            </a:xfrm>
            <a:custGeom>
              <a:avLst/>
              <a:gdLst/>
              <a:ahLst/>
              <a:cxnLst/>
              <a:rect l="l" t="t" r="r" b="b"/>
              <a:pathLst>
                <a:path w="983" h="5502" extrusionOk="0">
                  <a:moveTo>
                    <a:pt x="1" y="0"/>
                  </a:moveTo>
                  <a:lnTo>
                    <a:pt x="1" y="5501"/>
                  </a:lnTo>
                  <a:lnTo>
                    <a:pt x="982" y="5501"/>
                  </a:lnTo>
                  <a:lnTo>
                    <a:pt x="9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33"/>
            <p:cNvSpPr/>
            <p:nvPr/>
          </p:nvSpPr>
          <p:spPr>
            <a:xfrm>
              <a:off x="7349854" y="3358864"/>
              <a:ext cx="36963" cy="98744"/>
            </a:xfrm>
            <a:custGeom>
              <a:avLst/>
              <a:gdLst/>
              <a:ahLst/>
              <a:cxnLst/>
              <a:rect l="l" t="t" r="r" b="b"/>
              <a:pathLst>
                <a:path w="983" h="2626" extrusionOk="0">
                  <a:moveTo>
                    <a:pt x="1" y="0"/>
                  </a:moveTo>
                  <a:lnTo>
                    <a:pt x="1" y="2625"/>
                  </a:lnTo>
                  <a:cubicBezTo>
                    <a:pt x="163" y="2280"/>
                    <a:pt x="416" y="2043"/>
                    <a:pt x="823" y="2043"/>
                  </a:cubicBezTo>
                  <a:cubicBezTo>
                    <a:pt x="873" y="2043"/>
                    <a:pt x="927" y="2047"/>
                    <a:pt x="982" y="2055"/>
                  </a:cubicBezTo>
                  <a:lnTo>
                    <a:pt x="982"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33"/>
            <p:cNvSpPr/>
            <p:nvPr/>
          </p:nvSpPr>
          <p:spPr>
            <a:xfrm>
              <a:off x="7332707" y="3533945"/>
              <a:ext cx="71257" cy="110777"/>
            </a:xfrm>
            <a:custGeom>
              <a:avLst/>
              <a:gdLst/>
              <a:ahLst/>
              <a:cxnLst/>
              <a:rect l="l" t="t" r="r" b="b"/>
              <a:pathLst>
                <a:path w="1895" h="2946" extrusionOk="0">
                  <a:moveTo>
                    <a:pt x="388" y="1"/>
                  </a:moveTo>
                  <a:cubicBezTo>
                    <a:pt x="160" y="1"/>
                    <a:pt x="0" y="161"/>
                    <a:pt x="0" y="366"/>
                  </a:cubicBezTo>
                  <a:lnTo>
                    <a:pt x="0" y="2557"/>
                  </a:lnTo>
                  <a:cubicBezTo>
                    <a:pt x="0" y="2763"/>
                    <a:pt x="160" y="2945"/>
                    <a:pt x="388" y="2945"/>
                  </a:cubicBezTo>
                  <a:lnTo>
                    <a:pt x="1507" y="2945"/>
                  </a:lnTo>
                  <a:cubicBezTo>
                    <a:pt x="1712" y="2945"/>
                    <a:pt x="1895" y="2763"/>
                    <a:pt x="1895" y="2557"/>
                  </a:cubicBezTo>
                  <a:lnTo>
                    <a:pt x="1895" y="366"/>
                  </a:lnTo>
                  <a:cubicBezTo>
                    <a:pt x="1895" y="161"/>
                    <a:pt x="1712"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33"/>
            <p:cNvSpPr/>
            <p:nvPr/>
          </p:nvSpPr>
          <p:spPr>
            <a:xfrm>
              <a:off x="7341281" y="3545978"/>
              <a:ext cx="54110" cy="85847"/>
            </a:xfrm>
            <a:custGeom>
              <a:avLst/>
              <a:gdLst/>
              <a:ahLst/>
              <a:cxnLst/>
              <a:rect l="l" t="t" r="r" b="b"/>
              <a:pathLst>
                <a:path w="1439" h="2283" extrusionOk="0">
                  <a:moveTo>
                    <a:pt x="297" y="0"/>
                  </a:moveTo>
                  <a:cubicBezTo>
                    <a:pt x="137" y="0"/>
                    <a:pt x="0" y="137"/>
                    <a:pt x="0" y="297"/>
                  </a:cubicBezTo>
                  <a:lnTo>
                    <a:pt x="0" y="2009"/>
                  </a:lnTo>
                  <a:cubicBezTo>
                    <a:pt x="0" y="2169"/>
                    <a:pt x="137" y="2283"/>
                    <a:pt x="297" y="2283"/>
                  </a:cubicBezTo>
                  <a:lnTo>
                    <a:pt x="1142" y="2283"/>
                  </a:lnTo>
                  <a:cubicBezTo>
                    <a:pt x="1301" y="2283"/>
                    <a:pt x="1438" y="2169"/>
                    <a:pt x="1438" y="2009"/>
                  </a:cubicBezTo>
                  <a:lnTo>
                    <a:pt x="1438" y="297"/>
                  </a:lnTo>
                  <a:cubicBezTo>
                    <a:pt x="1438" y="137"/>
                    <a:pt x="1301" y="0"/>
                    <a:pt x="1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33"/>
            <p:cNvSpPr/>
            <p:nvPr/>
          </p:nvSpPr>
          <p:spPr>
            <a:xfrm>
              <a:off x="7452850" y="3358864"/>
              <a:ext cx="37791" cy="206889"/>
            </a:xfrm>
            <a:custGeom>
              <a:avLst/>
              <a:gdLst/>
              <a:ahLst/>
              <a:cxnLst/>
              <a:rect l="l" t="t" r="r" b="b"/>
              <a:pathLst>
                <a:path w="1005" h="5502" extrusionOk="0">
                  <a:moveTo>
                    <a:pt x="1" y="0"/>
                  </a:moveTo>
                  <a:lnTo>
                    <a:pt x="1" y="5501"/>
                  </a:lnTo>
                  <a:lnTo>
                    <a:pt x="1005" y="5501"/>
                  </a:lnTo>
                  <a:lnTo>
                    <a:pt x="10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33"/>
            <p:cNvSpPr/>
            <p:nvPr/>
          </p:nvSpPr>
          <p:spPr>
            <a:xfrm>
              <a:off x="7452850" y="3358864"/>
              <a:ext cx="37791" cy="98744"/>
            </a:xfrm>
            <a:custGeom>
              <a:avLst/>
              <a:gdLst/>
              <a:ahLst/>
              <a:cxnLst/>
              <a:rect l="l" t="t" r="r" b="b"/>
              <a:pathLst>
                <a:path w="1005" h="2626" extrusionOk="0">
                  <a:moveTo>
                    <a:pt x="1" y="0"/>
                  </a:moveTo>
                  <a:lnTo>
                    <a:pt x="1" y="2625"/>
                  </a:lnTo>
                  <a:cubicBezTo>
                    <a:pt x="163" y="2280"/>
                    <a:pt x="416" y="2043"/>
                    <a:pt x="839" y="2043"/>
                  </a:cubicBezTo>
                  <a:cubicBezTo>
                    <a:pt x="892" y="2043"/>
                    <a:pt x="947" y="2047"/>
                    <a:pt x="1005" y="2055"/>
                  </a:cubicBezTo>
                  <a:lnTo>
                    <a:pt x="1005" y="0"/>
                  </a:lnTo>
                  <a:close/>
                </a:path>
              </a:pathLst>
            </a:custGeom>
            <a:solidFill>
              <a:srgbClr val="00031B">
                <a:alpha val="27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33"/>
            <p:cNvSpPr/>
            <p:nvPr/>
          </p:nvSpPr>
          <p:spPr>
            <a:xfrm>
              <a:off x="7436530" y="3533945"/>
              <a:ext cx="70429" cy="110777"/>
            </a:xfrm>
            <a:custGeom>
              <a:avLst/>
              <a:gdLst/>
              <a:ahLst/>
              <a:cxnLst/>
              <a:rect l="l" t="t" r="r" b="b"/>
              <a:pathLst>
                <a:path w="1873" h="2946" extrusionOk="0">
                  <a:moveTo>
                    <a:pt x="366" y="1"/>
                  </a:moveTo>
                  <a:cubicBezTo>
                    <a:pt x="161" y="1"/>
                    <a:pt x="1" y="161"/>
                    <a:pt x="1" y="366"/>
                  </a:cubicBezTo>
                  <a:lnTo>
                    <a:pt x="1" y="2557"/>
                  </a:lnTo>
                  <a:cubicBezTo>
                    <a:pt x="1" y="2763"/>
                    <a:pt x="161" y="2945"/>
                    <a:pt x="366" y="2945"/>
                  </a:cubicBezTo>
                  <a:lnTo>
                    <a:pt x="1507" y="2945"/>
                  </a:lnTo>
                  <a:cubicBezTo>
                    <a:pt x="1713" y="2945"/>
                    <a:pt x="1873" y="2763"/>
                    <a:pt x="1873" y="2557"/>
                  </a:cubicBezTo>
                  <a:lnTo>
                    <a:pt x="1873" y="366"/>
                  </a:lnTo>
                  <a:cubicBezTo>
                    <a:pt x="1873" y="161"/>
                    <a:pt x="1713" y="1"/>
                    <a:pt x="1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33"/>
            <p:cNvSpPr/>
            <p:nvPr/>
          </p:nvSpPr>
          <p:spPr>
            <a:xfrm>
              <a:off x="7444276" y="3545978"/>
              <a:ext cx="54110" cy="85847"/>
            </a:xfrm>
            <a:custGeom>
              <a:avLst/>
              <a:gdLst/>
              <a:ahLst/>
              <a:cxnLst/>
              <a:rect l="l" t="t" r="r" b="b"/>
              <a:pathLst>
                <a:path w="1439" h="2283" extrusionOk="0">
                  <a:moveTo>
                    <a:pt x="297" y="0"/>
                  </a:moveTo>
                  <a:cubicBezTo>
                    <a:pt x="137" y="0"/>
                    <a:pt x="0" y="137"/>
                    <a:pt x="0" y="297"/>
                  </a:cubicBezTo>
                  <a:lnTo>
                    <a:pt x="0" y="2009"/>
                  </a:lnTo>
                  <a:cubicBezTo>
                    <a:pt x="0" y="2169"/>
                    <a:pt x="137" y="2283"/>
                    <a:pt x="297" y="2283"/>
                  </a:cubicBezTo>
                  <a:lnTo>
                    <a:pt x="1164" y="2283"/>
                  </a:lnTo>
                  <a:cubicBezTo>
                    <a:pt x="1324" y="2283"/>
                    <a:pt x="1438" y="2169"/>
                    <a:pt x="1438" y="2009"/>
                  </a:cubicBezTo>
                  <a:lnTo>
                    <a:pt x="1438" y="297"/>
                  </a:lnTo>
                  <a:cubicBezTo>
                    <a:pt x="1438" y="137"/>
                    <a:pt x="1324" y="0"/>
                    <a:pt x="11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3329588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64"/>
                                        </p:tgtEl>
                                        <p:attrNameLst>
                                          <p:attrName>style.visibility</p:attrName>
                                        </p:attrNameLst>
                                      </p:cBhvr>
                                      <p:to>
                                        <p:strVal val="visible"/>
                                      </p:to>
                                    </p:set>
                                    <p:anim calcmode="lin" valueType="num">
                                      <p:cBhvr additive="base">
                                        <p:cTn id="7" dur="500" fill="hold"/>
                                        <p:tgtEl>
                                          <p:spTgt spid="5164"/>
                                        </p:tgtEl>
                                        <p:attrNameLst>
                                          <p:attrName>ppt_x</p:attrName>
                                        </p:attrNameLst>
                                      </p:cBhvr>
                                      <p:tavLst>
                                        <p:tav tm="0">
                                          <p:val>
                                            <p:strVal val="#ppt_x"/>
                                          </p:val>
                                        </p:tav>
                                        <p:tav tm="100000">
                                          <p:val>
                                            <p:strVal val="#ppt_x"/>
                                          </p:val>
                                        </p:tav>
                                      </p:tavLst>
                                    </p:anim>
                                    <p:anim calcmode="lin" valueType="num">
                                      <p:cBhvr additive="base">
                                        <p:cTn id="8" dur="500" fill="hold"/>
                                        <p:tgtEl>
                                          <p:spTgt spid="516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5" presetClass="entr" presetSubtype="0" fill="hold" grpId="0" nodeType="clickEffect">
                                  <p:stCondLst>
                                    <p:cond delay="0"/>
                                  </p:stCondLst>
                                  <p:childTnLst>
                                    <p:set>
                                      <p:cBhvr>
                                        <p:cTn id="12" dur="1" fill="hold">
                                          <p:stCondLst>
                                            <p:cond delay="0"/>
                                          </p:stCondLst>
                                        </p:cTn>
                                        <p:tgtEl>
                                          <p:spTgt spid="5163"/>
                                        </p:tgtEl>
                                        <p:attrNameLst>
                                          <p:attrName>style.visibility</p:attrName>
                                        </p:attrNameLst>
                                      </p:cBhvr>
                                      <p:to>
                                        <p:strVal val="visible"/>
                                      </p:to>
                                    </p:set>
                                    <p:anim calcmode="lin" valueType="num">
                                      <p:cBhvr>
                                        <p:cTn id="13" dur="1000" fill="hold"/>
                                        <p:tgtEl>
                                          <p:spTgt spid="5163"/>
                                        </p:tgtEl>
                                        <p:attrNameLst>
                                          <p:attrName>ppt_w</p:attrName>
                                        </p:attrNameLst>
                                      </p:cBhvr>
                                      <p:tavLst>
                                        <p:tav tm="0">
                                          <p:val>
                                            <p:strVal val="#ppt_w*0.70"/>
                                          </p:val>
                                        </p:tav>
                                        <p:tav tm="100000">
                                          <p:val>
                                            <p:strVal val="#ppt_w"/>
                                          </p:val>
                                        </p:tav>
                                      </p:tavLst>
                                    </p:anim>
                                    <p:anim calcmode="lin" valueType="num">
                                      <p:cBhvr>
                                        <p:cTn id="14" dur="1000" fill="hold"/>
                                        <p:tgtEl>
                                          <p:spTgt spid="5163"/>
                                        </p:tgtEl>
                                        <p:attrNameLst>
                                          <p:attrName>ppt_h</p:attrName>
                                        </p:attrNameLst>
                                      </p:cBhvr>
                                      <p:tavLst>
                                        <p:tav tm="0">
                                          <p:val>
                                            <p:strVal val="#ppt_h"/>
                                          </p:val>
                                        </p:tav>
                                        <p:tav tm="100000">
                                          <p:val>
                                            <p:strVal val="#ppt_h"/>
                                          </p:val>
                                        </p:tav>
                                      </p:tavLst>
                                    </p:anim>
                                    <p:animEffect transition="in" filter="fade">
                                      <p:cBhvr>
                                        <p:cTn id="15" dur="1000"/>
                                        <p:tgtEl>
                                          <p:spTgt spid="5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3" grpId="0"/>
      <p:bldP spid="516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83"/>
        <p:cNvGrpSpPr/>
        <p:nvPr/>
      </p:nvGrpSpPr>
      <p:grpSpPr>
        <a:xfrm>
          <a:off x="0" y="0"/>
          <a:ext cx="0" cy="0"/>
          <a:chOff x="0" y="0"/>
          <a:chExt cx="0" cy="0"/>
        </a:xfrm>
      </p:grpSpPr>
      <p:sp>
        <p:nvSpPr>
          <p:cNvPr id="5484" name="Google Shape;5484;p39"/>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r>
              <a:rPr lang="en" sz="4400">
                <a:latin typeface="Times New Roman"/>
              </a:rPr>
              <a:t>Bao </a:t>
            </a:r>
            <a:r>
              <a:rPr lang="en" sz="4400" err="1">
                <a:latin typeface="Times New Roman"/>
              </a:rPr>
              <a:t>gồm</a:t>
            </a:r>
            <a:r>
              <a:rPr lang="en" sz="4400">
                <a:latin typeface="Times New Roman"/>
              </a:rPr>
              <a:t> 4 </a:t>
            </a:r>
            <a:r>
              <a:rPr lang="en" sz="4400" err="1">
                <a:latin typeface="Times New Roman"/>
              </a:rPr>
              <a:t>mã</a:t>
            </a:r>
            <a:r>
              <a:rPr lang="en" sz="4400">
                <a:latin typeface="Times New Roman"/>
              </a:rPr>
              <a:t>: </a:t>
            </a:r>
          </a:p>
        </p:txBody>
      </p:sp>
      <p:sp>
        <p:nvSpPr>
          <p:cNvPr id="5485" name="Google Shape;5485;p39"/>
          <p:cNvSpPr txBox="1">
            <a:spLocks noGrp="1"/>
          </p:cNvSpPr>
          <p:nvPr>
            <p:ph type="title" idx="2"/>
          </p:nvPr>
        </p:nvSpPr>
        <p:spPr>
          <a:xfrm>
            <a:off x="368308" y="3468379"/>
            <a:ext cx="1330293"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PB-TN</a:t>
            </a:r>
          </a:p>
        </p:txBody>
      </p:sp>
      <p:pic>
        <p:nvPicPr>
          <p:cNvPr id="3" name="Hình ảnh 3">
            <a:extLst>
              <a:ext uri="{FF2B5EF4-FFF2-40B4-BE49-F238E27FC236}">
                <a16:creationId xmlns:a16="http://schemas.microsoft.com/office/drawing/2014/main" id="{70E25D66-1681-C1B0-0D65-DC76DE71F7DB}"/>
              </a:ext>
            </a:extLst>
          </p:cNvPr>
          <p:cNvPicPr>
            <a:picLocks noChangeAspect="1"/>
          </p:cNvPicPr>
          <p:nvPr/>
        </p:nvPicPr>
        <p:blipFill>
          <a:blip r:embed="rId3"/>
          <a:stretch>
            <a:fillRect/>
          </a:stretch>
        </p:blipFill>
        <p:spPr>
          <a:xfrm>
            <a:off x="306265" y="1575288"/>
            <a:ext cx="1600200" cy="1714500"/>
          </a:xfrm>
          <a:prstGeom prst="rect">
            <a:avLst/>
          </a:prstGeom>
        </p:spPr>
      </p:pic>
      <p:pic>
        <p:nvPicPr>
          <p:cNvPr id="4" name="Hình ảnh 4">
            <a:extLst>
              <a:ext uri="{FF2B5EF4-FFF2-40B4-BE49-F238E27FC236}">
                <a16:creationId xmlns:a16="http://schemas.microsoft.com/office/drawing/2014/main" id="{925DC316-B4D2-F9DC-5803-F36F0A567F33}"/>
              </a:ext>
            </a:extLst>
          </p:cNvPr>
          <p:cNvPicPr>
            <a:picLocks noChangeAspect="1"/>
          </p:cNvPicPr>
          <p:nvPr/>
        </p:nvPicPr>
        <p:blipFill>
          <a:blip r:embed="rId4"/>
          <a:stretch>
            <a:fillRect/>
          </a:stretch>
        </p:blipFill>
        <p:spPr>
          <a:xfrm>
            <a:off x="2585306" y="1574923"/>
            <a:ext cx="1599467" cy="1715234"/>
          </a:xfrm>
          <a:prstGeom prst="rect">
            <a:avLst/>
          </a:prstGeom>
        </p:spPr>
      </p:pic>
      <p:pic>
        <p:nvPicPr>
          <p:cNvPr id="5" name="Hình ảnh 5">
            <a:extLst>
              <a:ext uri="{FF2B5EF4-FFF2-40B4-BE49-F238E27FC236}">
                <a16:creationId xmlns:a16="http://schemas.microsoft.com/office/drawing/2014/main" id="{307C66D0-4A26-7530-22F1-12802416BF06}"/>
              </a:ext>
            </a:extLst>
          </p:cNvPr>
          <p:cNvPicPr>
            <a:picLocks noChangeAspect="1"/>
          </p:cNvPicPr>
          <p:nvPr/>
        </p:nvPicPr>
        <p:blipFill>
          <a:blip r:embed="rId5"/>
          <a:stretch>
            <a:fillRect/>
          </a:stretch>
        </p:blipFill>
        <p:spPr>
          <a:xfrm>
            <a:off x="4882662" y="1574190"/>
            <a:ext cx="1591408" cy="1716699"/>
          </a:xfrm>
          <a:prstGeom prst="rect">
            <a:avLst/>
          </a:prstGeom>
        </p:spPr>
      </p:pic>
      <p:grpSp>
        <p:nvGrpSpPr>
          <p:cNvPr id="2" name="Nhóm 1">
            <a:extLst>
              <a:ext uri="{FF2B5EF4-FFF2-40B4-BE49-F238E27FC236}">
                <a16:creationId xmlns:a16="http://schemas.microsoft.com/office/drawing/2014/main" id="{8960E306-0CAE-1B9F-D0D1-3D0DE790F80C}"/>
              </a:ext>
            </a:extLst>
          </p:cNvPr>
          <p:cNvGrpSpPr/>
          <p:nvPr/>
        </p:nvGrpSpPr>
        <p:grpSpPr>
          <a:xfrm>
            <a:off x="7179091" y="1574190"/>
            <a:ext cx="1591408" cy="1715598"/>
            <a:chOff x="7246327" y="1574190"/>
            <a:chExt cx="1591408" cy="1715598"/>
          </a:xfrm>
        </p:grpSpPr>
        <p:sp>
          <p:nvSpPr>
            <p:cNvPr id="7" name="Rectangle 6">
              <a:extLst>
                <a:ext uri="{FF2B5EF4-FFF2-40B4-BE49-F238E27FC236}">
                  <a16:creationId xmlns:a16="http://schemas.microsoft.com/office/drawing/2014/main" id="{88343234-F1EC-40FC-FE49-9E7AE0EB1406}"/>
                </a:ext>
              </a:extLst>
            </p:cNvPr>
            <p:cNvSpPr/>
            <p:nvPr/>
          </p:nvSpPr>
          <p:spPr>
            <a:xfrm>
              <a:off x="7246327" y="1574190"/>
              <a:ext cx="1591408" cy="17155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Hình ảnh 6">
              <a:extLst>
                <a:ext uri="{FF2B5EF4-FFF2-40B4-BE49-F238E27FC236}">
                  <a16:creationId xmlns:a16="http://schemas.microsoft.com/office/drawing/2014/main" id="{37B4A787-03CB-9ADF-486D-1BE215A071EC}"/>
                </a:ext>
              </a:extLst>
            </p:cNvPr>
            <p:cNvPicPr>
              <a:picLocks noChangeAspect="1"/>
            </p:cNvPicPr>
            <p:nvPr/>
          </p:nvPicPr>
          <p:blipFill>
            <a:blip r:embed="rId6"/>
            <a:stretch>
              <a:fillRect/>
            </a:stretch>
          </p:blipFill>
          <p:spPr>
            <a:xfrm>
              <a:off x="7365668" y="1574930"/>
              <a:ext cx="1333784" cy="1641257"/>
            </a:xfrm>
            <a:prstGeom prst="rect">
              <a:avLst/>
            </a:prstGeom>
          </p:spPr>
        </p:pic>
      </p:grpSp>
      <p:sp>
        <p:nvSpPr>
          <p:cNvPr id="16" name="Google Shape;5485;p39">
            <a:extLst>
              <a:ext uri="{FF2B5EF4-FFF2-40B4-BE49-F238E27FC236}">
                <a16:creationId xmlns:a16="http://schemas.microsoft.com/office/drawing/2014/main" id="{20A1FADB-FE5B-ADA6-7D66-DB9EA6E91B65}"/>
              </a:ext>
            </a:extLst>
          </p:cNvPr>
          <p:cNvSpPr txBox="1">
            <a:spLocks/>
          </p:cNvSpPr>
          <p:nvPr/>
        </p:nvSpPr>
        <p:spPr>
          <a:xfrm>
            <a:off x="2718785" y="3466914"/>
            <a:ext cx="1330293" cy="527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Big Shoulders Text ExtraBold"/>
              <a:buNone/>
              <a:defRPr sz="2000" b="0" i="0" u="none" strike="noStrike" cap="none">
                <a:solidFill>
                  <a:schemeClr val="lt2"/>
                </a:solidFill>
                <a:latin typeface="Big Shoulders Text ExtraBold"/>
                <a:ea typeface="Big Shoulders Text ExtraBold"/>
                <a:cs typeface="Big Shoulders Text ExtraBold"/>
                <a:sym typeface="Big Shoulders Text ExtraBold"/>
              </a:defRPr>
            </a:lvl1pPr>
            <a:lvl2pPr marR="0" lvl="1"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9pPr>
          </a:lstStyle>
          <a:p>
            <a:r>
              <a:rPr lang="en"/>
              <a:t>PY-TN</a:t>
            </a:r>
          </a:p>
        </p:txBody>
      </p:sp>
      <p:sp>
        <p:nvSpPr>
          <p:cNvPr id="17" name="Google Shape;5485;p39">
            <a:extLst>
              <a:ext uri="{FF2B5EF4-FFF2-40B4-BE49-F238E27FC236}">
                <a16:creationId xmlns:a16="http://schemas.microsoft.com/office/drawing/2014/main" id="{B53DDC03-660F-DB55-B79E-778D8364D8A8}"/>
              </a:ext>
            </a:extLst>
          </p:cNvPr>
          <p:cNvSpPr txBox="1">
            <a:spLocks/>
          </p:cNvSpPr>
          <p:nvPr/>
        </p:nvSpPr>
        <p:spPr>
          <a:xfrm>
            <a:off x="5012112" y="3466914"/>
            <a:ext cx="1330293" cy="527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Big Shoulders Text ExtraBold"/>
              <a:buNone/>
              <a:defRPr sz="2000" b="0" i="0" u="none" strike="noStrike" cap="none">
                <a:solidFill>
                  <a:schemeClr val="lt2"/>
                </a:solidFill>
                <a:latin typeface="Big Shoulders Text ExtraBold"/>
                <a:ea typeface="Big Shoulders Text ExtraBold"/>
                <a:cs typeface="Big Shoulders Text ExtraBold"/>
                <a:sym typeface="Big Shoulders Text ExtraBold"/>
              </a:defRPr>
            </a:lvl1pPr>
            <a:lvl2pPr marR="0" lvl="1"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9pPr>
          </a:lstStyle>
          <a:p>
            <a:r>
              <a:rPr lang="en"/>
              <a:t>DT-TN</a:t>
            </a:r>
          </a:p>
        </p:txBody>
      </p:sp>
      <p:sp>
        <p:nvSpPr>
          <p:cNvPr id="18" name="Google Shape;5485;p39">
            <a:extLst>
              <a:ext uri="{FF2B5EF4-FFF2-40B4-BE49-F238E27FC236}">
                <a16:creationId xmlns:a16="http://schemas.microsoft.com/office/drawing/2014/main" id="{4EAB14A9-7A27-B1E8-A500-E5974A6AC8D5}"/>
              </a:ext>
            </a:extLst>
          </p:cNvPr>
          <p:cNvSpPr txBox="1">
            <a:spLocks/>
          </p:cNvSpPr>
          <p:nvPr/>
        </p:nvSpPr>
        <p:spPr>
          <a:xfrm>
            <a:off x="7364054" y="3466914"/>
            <a:ext cx="1330293" cy="527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Big Shoulders Text ExtraBold"/>
              <a:buNone/>
              <a:defRPr sz="2000" b="0" i="0" u="none" strike="noStrike" cap="none">
                <a:solidFill>
                  <a:schemeClr val="lt2"/>
                </a:solidFill>
                <a:latin typeface="Big Shoulders Text ExtraBold"/>
                <a:ea typeface="Big Shoulders Text ExtraBold"/>
                <a:cs typeface="Big Shoulders Text ExtraBold"/>
                <a:sym typeface="Big Shoulders Text ExtraBold"/>
              </a:defRPr>
            </a:lvl1pPr>
            <a:lvl2pPr marR="0" lvl="1"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dk1"/>
              </a:buClr>
              <a:buSzPts val="2500"/>
              <a:buFont typeface="Montserrat ExtraBold"/>
              <a:buNone/>
              <a:defRPr sz="2500" b="0" i="0" u="none" strike="noStrike" cap="none">
                <a:solidFill>
                  <a:schemeClr val="dk1"/>
                </a:solidFill>
                <a:latin typeface="Montserrat ExtraBold"/>
                <a:ea typeface="Montserrat ExtraBold"/>
                <a:cs typeface="Montserrat ExtraBold"/>
                <a:sym typeface="Montserrat ExtraBold"/>
              </a:defRPr>
            </a:lvl9pPr>
          </a:lstStyle>
          <a:p>
            <a:r>
              <a:rPr lang="en"/>
              <a:t>SC-TN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84"/>
                                        </p:tgtEl>
                                        <p:attrNameLst>
                                          <p:attrName>style.visibility</p:attrName>
                                        </p:attrNameLst>
                                      </p:cBhvr>
                                      <p:to>
                                        <p:strVal val="visible"/>
                                      </p:to>
                                    </p:set>
                                    <p:anim calcmode="lin" valueType="num">
                                      <p:cBhvr additive="base">
                                        <p:cTn id="7" dur="500" fill="hold"/>
                                        <p:tgtEl>
                                          <p:spTgt spid="5484"/>
                                        </p:tgtEl>
                                        <p:attrNameLst>
                                          <p:attrName>ppt_x</p:attrName>
                                        </p:attrNameLst>
                                      </p:cBhvr>
                                      <p:tavLst>
                                        <p:tav tm="0">
                                          <p:val>
                                            <p:strVal val="#ppt_x"/>
                                          </p:val>
                                        </p:tav>
                                        <p:tav tm="100000">
                                          <p:val>
                                            <p:strVal val="#ppt_x"/>
                                          </p:val>
                                        </p:tav>
                                      </p:tavLst>
                                    </p:anim>
                                    <p:anim calcmode="lin" valueType="num">
                                      <p:cBhvr additive="base">
                                        <p:cTn id="8" dur="500" fill="hold"/>
                                        <p:tgtEl>
                                          <p:spTgt spid="548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485"/>
                                        </p:tgtEl>
                                        <p:attrNameLst>
                                          <p:attrName>style.visibility</p:attrName>
                                        </p:attrNameLst>
                                      </p:cBhvr>
                                      <p:to>
                                        <p:strVal val="visible"/>
                                      </p:to>
                                    </p:set>
                                    <p:anim calcmode="lin" valueType="num">
                                      <p:cBhvr additive="base">
                                        <p:cTn id="18" dur="500" fill="hold"/>
                                        <p:tgtEl>
                                          <p:spTgt spid="5485"/>
                                        </p:tgtEl>
                                        <p:attrNameLst>
                                          <p:attrName>ppt_x</p:attrName>
                                        </p:attrNameLst>
                                      </p:cBhvr>
                                      <p:tavLst>
                                        <p:tav tm="0">
                                          <p:val>
                                            <p:strVal val="#ppt_x"/>
                                          </p:val>
                                        </p:tav>
                                        <p:tav tm="100000">
                                          <p:val>
                                            <p:strVal val="#ppt_x"/>
                                          </p:val>
                                        </p:tav>
                                      </p:tavLst>
                                    </p:anim>
                                    <p:anim calcmode="lin" valueType="num">
                                      <p:cBhvr additive="base">
                                        <p:cTn id="19" dur="500" fill="hold"/>
                                        <p:tgtEl>
                                          <p:spTgt spid="548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additive="base">
                                        <p:cTn id="28" dur="500" fill="hold"/>
                                        <p:tgtEl>
                                          <p:spTgt spid="16"/>
                                        </p:tgtEl>
                                        <p:attrNameLst>
                                          <p:attrName>ppt_x</p:attrName>
                                        </p:attrNameLst>
                                      </p:cBhvr>
                                      <p:tavLst>
                                        <p:tav tm="0">
                                          <p:val>
                                            <p:strVal val="#ppt_x"/>
                                          </p:val>
                                        </p:tav>
                                        <p:tav tm="100000">
                                          <p:val>
                                            <p:strVal val="#ppt_x"/>
                                          </p:val>
                                        </p:tav>
                                      </p:tavLst>
                                    </p:anim>
                                    <p:anim calcmode="lin" valueType="num">
                                      <p:cBhvr additive="base">
                                        <p:cTn id="2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additive="base">
                                        <p:cTn id="48" dur="500" fill="hold"/>
                                        <p:tgtEl>
                                          <p:spTgt spid="18"/>
                                        </p:tgtEl>
                                        <p:attrNameLst>
                                          <p:attrName>ppt_x</p:attrName>
                                        </p:attrNameLst>
                                      </p:cBhvr>
                                      <p:tavLst>
                                        <p:tav tm="0">
                                          <p:val>
                                            <p:strVal val="#ppt_x"/>
                                          </p:val>
                                        </p:tav>
                                        <p:tav tm="100000">
                                          <p:val>
                                            <p:strVal val="#ppt_x"/>
                                          </p:val>
                                        </p:tav>
                                      </p:tavLst>
                                    </p:anim>
                                    <p:anim calcmode="lin" valueType="num">
                                      <p:cBhvr additive="base">
                                        <p:cTn id="49"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4" grpId="0"/>
      <p:bldP spid="5485" grpId="0"/>
      <p:bldP spid="16" grpId="0"/>
      <p:bldP spid="17" grpId="0"/>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26"/>
        <p:cNvGrpSpPr/>
        <p:nvPr/>
      </p:nvGrpSpPr>
      <p:grpSpPr>
        <a:xfrm>
          <a:off x="0" y="0"/>
          <a:ext cx="0" cy="0"/>
          <a:chOff x="0" y="0"/>
          <a:chExt cx="0" cy="0"/>
        </a:xfrm>
      </p:grpSpPr>
      <p:pic>
        <p:nvPicPr>
          <p:cNvPr id="23" name="Hình ảnh 3">
            <a:extLst>
              <a:ext uri="{FF2B5EF4-FFF2-40B4-BE49-F238E27FC236}">
                <a16:creationId xmlns:a16="http://schemas.microsoft.com/office/drawing/2014/main" id="{D7E79A3A-4E4E-5EB5-D04B-7DAE55AB6FB8}"/>
              </a:ext>
            </a:extLst>
          </p:cNvPr>
          <p:cNvPicPr>
            <a:picLocks noChangeAspect="1"/>
          </p:cNvPicPr>
          <p:nvPr/>
        </p:nvPicPr>
        <p:blipFill>
          <a:blip r:embed="rId3"/>
          <a:stretch>
            <a:fillRect/>
          </a:stretch>
        </p:blipFill>
        <p:spPr>
          <a:xfrm>
            <a:off x="3377295" y="2952292"/>
            <a:ext cx="495847" cy="531265"/>
          </a:xfrm>
          <a:prstGeom prst="rect">
            <a:avLst/>
          </a:prstGeom>
        </p:spPr>
      </p:pic>
      <p:pic>
        <p:nvPicPr>
          <p:cNvPr id="7" name="Hình ảnh 4">
            <a:extLst>
              <a:ext uri="{FF2B5EF4-FFF2-40B4-BE49-F238E27FC236}">
                <a16:creationId xmlns:a16="http://schemas.microsoft.com/office/drawing/2014/main" id="{BA02E47B-3ADF-3512-A329-7FB61B9E0591}"/>
              </a:ext>
            </a:extLst>
          </p:cNvPr>
          <p:cNvPicPr>
            <a:picLocks noChangeAspect="1"/>
          </p:cNvPicPr>
          <p:nvPr/>
        </p:nvPicPr>
        <p:blipFill>
          <a:blip r:embed="rId4"/>
          <a:stretch>
            <a:fillRect/>
          </a:stretch>
        </p:blipFill>
        <p:spPr>
          <a:xfrm>
            <a:off x="4625542" y="2952292"/>
            <a:ext cx="442044" cy="474038"/>
          </a:xfrm>
          <a:prstGeom prst="rect">
            <a:avLst/>
          </a:prstGeom>
        </p:spPr>
      </p:pic>
      <p:pic>
        <p:nvPicPr>
          <p:cNvPr id="8" name="Hình ảnh 5">
            <a:extLst>
              <a:ext uri="{FF2B5EF4-FFF2-40B4-BE49-F238E27FC236}">
                <a16:creationId xmlns:a16="http://schemas.microsoft.com/office/drawing/2014/main" id="{61384280-3F79-453E-DEE4-2A431816C618}"/>
              </a:ext>
            </a:extLst>
          </p:cNvPr>
          <p:cNvPicPr>
            <a:picLocks noChangeAspect="1"/>
          </p:cNvPicPr>
          <p:nvPr/>
        </p:nvPicPr>
        <p:blipFill>
          <a:blip r:embed="rId5"/>
          <a:stretch>
            <a:fillRect/>
          </a:stretch>
        </p:blipFill>
        <p:spPr>
          <a:xfrm>
            <a:off x="5766253" y="2952292"/>
            <a:ext cx="495847" cy="534885"/>
          </a:xfrm>
          <a:prstGeom prst="rect">
            <a:avLst/>
          </a:prstGeom>
        </p:spPr>
      </p:pic>
      <p:pic>
        <p:nvPicPr>
          <p:cNvPr id="10" name="Hình ảnh 6">
            <a:extLst>
              <a:ext uri="{FF2B5EF4-FFF2-40B4-BE49-F238E27FC236}">
                <a16:creationId xmlns:a16="http://schemas.microsoft.com/office/drawing/2014/main" id="{A80CA0F8-278F-D624-C0E6-5CC9F89CB436}"/>
              </a:ext>
            </a:extLst>
          </p:cNvPr>
          <p:cNvPicPr>
            <a:picLocks noChangeAspect="1"/>
          </p:cNvPicPr>
          <p:nvPr/>
        </p:nvPicPr>
        <p:blipFill>
          <a:blip r:embed="rId6"/>
          <a:stretch>
            <a:fillRect/>
          </a:stretch>
        </p:blipFill>
        <p:spPr>
          <a:xfrm>
            <a:off x="6960697" y="2952293"/>
            <a:ext cx="404935" cy="474038"/>
          </a:xfrm>
          <a:prstGeom prst="rect">
            <a:avLst/>
          </a:prstGeom>
        </p:spPr>
      </p:pic>
      <p:sp>
        <p:nvSpPr>
          <p:cNvPr id="24" name="Rectangle 23">
            <a:extLst>
              <a:ext uri="{FF2B5EF4-FFF2-40B4-BE49-F238E27FC236}">
                <a16:creationId xmlns:a16="http://schemas.microsoft.com/office/drawing/2014/main" id="{918726DE-FBEA-266A-BD10-C5D35E7B9B85}"/>
              </a:ext>
            </a:extLst>
          </p:cNvPr>
          <p:cNvSpPr/>
          <p:nvPr/>
        </p:nvSpPr>
        <p:spPr>
          <a:xfrm>
            <a:off x="3228894" y="2229481"/>
            <a:ext cx="792651" cy="722811"/>
          </a:xfrm>
          <a:prstGeom prst="rect">
            <a:avLst/>
          </a:prstGeom>
          <a:solidFill>
            <a:schemeClr val="accent2">
              <a:lumMod val="40000"/>
              <a:lumOff val="60000"/>
            </a:schemeClr>
          </a:solidFill>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E7D9295B-9D20-CBE9-346C-7979A1DBB6F4}"/>
              </a:ext>
            </a:extLst>
          </p:cNvPr>
          <p:cNvSpPr/>
          <p:nvPr/>
        </p:nvSpPr>
        <p:spPr>
          <a:xfrm>
            <a:off x="4450239" y="2229481"/>
            <a:ext cx="792651" cy="722811"/>
          </a:xfrm>
          <a:prstGeom prst="rect">
            <a:avLst/>
          </a:prstGeom>
          <a:solidFill>
            <a:schemeClr val="accent2">
              <a:lumMod val="40000"/>
              <a:lumOff val="60000"/>
            </a:schemeClr>
          </a:solidFill>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B83D04F-C740-18FF-AE50-53D53849FA78}"/>
              </a:ext>
            </a:extLst>
          </p:cNvPr>
          <p:cNvSpPr/>
          <p:nvPr/>
        </p:nvSpPr>
        <p:spPr>
          <a:xfrm>
            <a:off x="5622610" y="2229481"/>
            <a:ext cx="792651" cy="722811"/>
          </a:xfrm>
          <a:prstGeom prst="rect">
            <a:avLst/>
          </a:prstGeom>
          <a:solidFill>
            <a:schemeClr val="accent2">
              <a:lumMod val="40000"/>
              <a:lumOff val="60000"/>
            </a:schemeClr>
          </a:solidFill>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4CEBCB0-D029-24B9-5F10-FD0219117827}"/>
              </a:ext>
            </a:extLst>
          </p:cNvPr>
          <p:cNvSpPr/>
          <p:nvPr/>
        </p:nvSpPr>
        <p:spPr>
          <a:xfrm>
            <a:off x="6825375" y="2210344"/>
            <a:ext cx="792651" cy="722811"/>
          </a:xfrm>
          <a:prstGeom prst="rect">
            <a:avLst/>
          </a:prstGeom>
          <a:solidFill>
            <a:schemeClr val="accent2">
              <a:lumMod val="40000"/>
              <a:lumOff val="60000"/>
            </a:schemeClr>
          </a:solidFill>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E5FE75E8-A66B-8823-AF9A-97F62B00BB04}"/>
              </a:ext>
            </a:extLst>
          </p:cNvPr>
          <p:cNvSpPr/>
          <p:nvPr/>
        </p:nvSpPr>
        <p:spPr>
          <a:xfrm>
            <a:off x="1384663" y="1198517"/>
            <a:ext cx="6662057" cy="2978332"/>
          </a:xfrm>
          <a:prstGeom prst="roundRect">
            <a:avLst>
              <a:gd name="adj" fmla="val 50000"/>
            </a:avLst>
          </a:prstGeom>
          <a:no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C09BF63-1E7A-4FCD-9538-779449C52E45}"/>
              </a:ext>
            </a:extLst>
          </p:cNvPr>
          <p:cNvSpPr/>
          <p:nvPr/>
        </p:nvSpPr>
        <p:spPr>
          <a:xfrm>
            <a:off x="3200314" y="3815443"/>
            <a:ext cx="975360" cy="7228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Graphic 26" descr="Box with solid fill">
            <a:extLst>
              <a:ext uri="{FF2B5EF4-FFF2-40B4-BE49-F238E27FC236}">
                <a16:creationId xmlns:a16="http://schemas.microsoft.com/office/drawing/2014/main" id="{916285CB-EA51-D4C8-7D78-1E3301DC717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19880" y="2080802"/>
            <a:ext cx="914400" cy="914400"/>
          </a:xfrm>
          <a:prstGeom prst="rect">
            <a:avLst/>
          </a:prstGeom>
        </p:spPr>
      </p:pic>
      <p:sp>
        <p:nvSpPr>
          <p:cNvPr id="5" name="Rectangle 4">
            <a:extLst>
              <a:ext uri="{FF2B5EF4-FFF2-40B4-BE49-F238E27FC236}">
                <a16:creationId xmlns:a16="http://schemas.microsoft.com/office/drawing/2014/main" id="{8816FD20-FC12-5667-1C5A-352713930749}"/>
              </a:ext>
            </a:extLst>
          </p:cNvPr>
          <p:cNvSpPr/>
          <p:nvPr/>
        </p:nvSpPr>
        <p:spPr>
          <a:xfrm>
            <a:off x="8461769" y="2405468"/>
            <a:ext cx="301497" cy="513262"/>
          </a:xfrm>
          <a:custGeom>
            <a:avLst/>
            <a:gdLst>
              <a:gd name="connsiteX0" fmla="*/ 0 w 368172"/>
              <a:gd name="connsiteY0" fmla="*/ 0 h 307522"/>
              <a:gd name="connsiteX1" fmla="*/ 368172 w 368172"/>
              <a:gd name="connsiteY1" fmla="*/ 0 h 307522"/>
              <a:gd name="connsiteX2" fmla="*/ 368172 w 368172"/>
              <a:gd name="connsiteY2" fmla="*/ 307522 h 307522"/>
              <a:gd name="connsiteX3" fmla="*/ 0 w 368172"/>
              <a:gd name="connsiteY3" fmla="*/ 307522 h 307522"/>
              <a:gd name="connsiteX4" fmla="*/ 0 w 368172"/>
              <a:gd name="connsiteY4" fmla="*/ 0 h 307522"/>
              <a:gd name="connsiteX0" fmla="*/ 0 w 368172"/>
              <a:gd name="connsiteY0" fmla="*/ 0 h 307522"/>
              <a:gd name="connsiteX1" fmla="*/ 297687 w 368172"/>
              <a:gd name="connsiteY1" fmla="*/ 211455 h 307522"/>
              <a:gd name="connsiteX2" fmla="*/ 368172 w 368172"/>
              <a:gd name="connsiteY2" fmla="*/ 307522 h 307522"/>
              <a:gd name="connsiteX3" fmla="*/ 0 w 368172"/>
              <a:gd name="connsiteY3" fmla="*/ 307522 h 307522"/>
              <a:gd name="connsiteX4" fmla="*/ 0 w 368172"/>
              <a:gd name="connsiteY4" fmla="*/ 0 h 307522"/>
              <a:gd name="connsiteX0" fmla="*/ 0 w 368172"/>
              <a:gd name="connsiteY0" fmla="*/ 0 h 307522"/>
              <a:gd name="connsiteX1" fmla="*/ 286257 w 368172"/>
              <a:gd name="connsiteY1" fmla="*/ 165735 h 307522"/>
              <a:gd name="connsiteX2" fmla="*/ 368172 w 368172"/>
              <a:gd name="connsiteY2" fmla="*/ 307522 h 307522"/>
              <a:gd name="connsiteX3" fmla="*/ 0 w 368172"/>
              <a:gd name="connsiteY3" fmla="*/ 307522 h 307522"/>
              <a:gd name="connsiteX4" fmla="*/ 0 w 368172"/>
              <a:gd name="connsiteY4" fmla="*/ 0 h 307522"/>
              <a:gd name="connsiteX0" fmla="*/ 0 w 297687"/>
              <a:gd name="connsiteY0" fmla="*/ 0 h 513262"/>
              <a:gd name="connsiteX1" fmla="*/ 286257 w 297687"/>
              <a:gd name="connsiteY1" fmla="*/ 165735 h 513262"/>
              <a:gd name="connsiteX2" fmla="*/ 297687 w 297687"/>
              <a:gd name="connsiteY2" fmla="*/ 513262 h 513262"/>
              <a:gd name="connsiteX3" fmla="*/ 0 w 297687"/>
              <a:gd name="connsiteY3" fmla="*/ 307522 h 513262"/>
              <a:gd name="connsiteX4" fmla="*/ 0 w 297687"/>
              <a:gd name="connsiteY4" fmla="*/ 0 h 513262"/>
              <a:gd name="connsiteX0" fmla="*/ 0 w 297687"/>
              <a:gd name="connsiteY0" fmla="*/ 0 h 513262"/>
              <a:gd name="connsiteX1" fmla="*/ 286257 w 297687"/>
              <a:gd name="connsiteY1" fmla="*/ 165735 h 513262"/>
              <a:gd name="connsiteX2" fmla="*/ 297687 w 297687"/>
              <a:gd name="connsiteY2" fmla="*/ 513262 h 513262"/>
              <a:gd name="connsiteX3" fmla="*/ 1905 w 297687"/>
              <a:gd name="connsiteY3" fmla="*/ 334192 h 513262"/>
              <a:gd name="connsiteX4" fmla="*/ 0 w 297687"/>
              <a:gd name="connsiteY4" fmla="*/ 0 h 513262"/>
              <a:gd name="connsiteX0" fmla="*/ 0 w 301497"/>
              <a:gd name="connsiteY0" fmla="*/ 0 h 513262"/>
              <a:gd name="connsiteX1" fmla="*/ 301497 w 301497"/>
              <a:gd name="connsiteY1" fmla="*/ 179070 h 513262"/>
              <a:gd name="connsiteX2" fmla="*/ 297687 w 301497"/>
              <a:gd name="connsiteY2" fmla="*/ 513262 h 513262"/>
              <a:gd name="connsiteX3" fmla="*/ 1905 w 301497"/>
              <a:gd name="connsiteY3" fmla="*/ 334192 h 513262"/>
              <a:gd name="connsiteX4" fmla="*/ 0 w 301497"/>
              <a:gd name="connsiteY4" fmla="*/ 0 h 513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497" h="513262">
                <a:moveTo>
                  <a:pt x="0" y="0"/>
                </a:moveTo>
                <a:lnTo>
                  <a:pt x="301497" y="179070"/>
                </a:lnTo>
                <a:lnTo>
                  <a:pt x="297687" y="513262"/>
                </a:lnTo>
                <a:lnTo>
                  <a:pt x="1905" y="334192"/>
                </a:lnTo>
                <a:lnTo>
                  <a:pt x="0" y="0"/>
                </a:lnTo>
                <a:close/>
              </a:path>
            </a:pathLst>
          </a:custGeom>
          <a:blipFill>
            <a:blip r:embed="rId9"/>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07446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139 -0.00247 L 0.27604 -0.00124 L 0.34462 -0.00494 L 0.39861 -0.04414 L 0.43594 -0.09753 L 0.46736 -0.18642 L 0.47673 -0.27192 L 0.47743 -0.31914 " pathEditMode="relative" ptsTypes="AAAAAAAA">
                                      <p:cBhvr>
                                        <p:cTn id="6" dur="2000" fill="hold"/>
                                        <p:tgtEl>
                                          <p:spTgt spid="22"/>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35" presetClass="path" presetSubtype="0" accel="50000" decel="50000" fill="hold" nodeType="clickEffect">
                                  <p:stCondLst>
                                    <p:cond delay="0"/>
                                  </p:stCondLst>
                                  <p:childTnLst>
                                    <p:animMotion origin="layout" path="M 4.16667E-6 1.48148E-6 L -0.07987 -0.00062 " pathEditMode="relative" rAng="0" ptsTypes="AA">
                                      <p:cBhvr>
                                        <p:cTn id="10" dur="2000" fill="hold"/>
                                        <p:tgtEl>
                                          <p:spTgt spid="27"/>
                                        </p:tgtEl>
                                        <p:attrNameLst>
                                          <p:attrName>ppt_x</p:attrName>
                                          <p:attrName>ppt_y</p:attrName>
                                        </p:attrNameLst>
                                      </p:cBhvr>
                                      <p:rCtr x="-3993" y="-31"/>
                                    </p:animMotion>
                                  </p:childTnLst>
                                </p:cTn>
                              </p:par>
                              <p:par>
                                <p:cTn id="11" presetID="35" presetClass="path" presetSubtype="0" accel="50000" decel="50000" fill="hold" grpId="0" nodeType="withEffect">
                                  <p:stCondLst>
                                    <p:cond delay="0"/>
                                  </p:stCondLst>
                                  <p:childTnLst>
                                    <p:animMotion origin="layout" path="M -2.77778E-7 -2.59259E-6 L -0.0783 -2.59259E-6 " pathEditMode="relative" rAng="0" ptsTypes="AA">
                                      <p:cBhvr>
                                        <p:cTn id="12" dur="2000" fill="hold"/>
                                        <p:tgtEl>
                                          <p:spTgt spid="5"/>
                                        </p:tgtEl>
                                        <p:attrNameLst>
                                          <p:attrName>ppt_x</p:attrName>
                                          <p:attrName>ppt_y</p:attrName>
                                        </p:attrNameLst>
                                      </p:cBhvr>
                                      <p:rCtr x="-3924" y="0"/>
                                    </p:animMotion>
                                  </p:childTnLst>
                                </p:cTn>
                              </p:par>
                            </p:childTnLst>
                          </p:cTn>
                        </p:par>
                      </p:childTnLst>
                    </p:cTn>
                  </p:par>
                  <p:par>
                    <p:cTn id="13" fill="hold">
                      <p:stCondLst>
                        <p:cond delay="indefinite"/>
                      </p:stCondLst>
                      <p:childTnLst>
                        <p:par>
                          <p:cTn id="14" fill="hold">
                            <p:stCondLst>
                              <p:cond delay="0"/>
                            </p:stCondLst>
                            <p:childTnLst>
                              <p:par>
                                <p:cTn id="15" presetID="0" presetClass="path" presetSubtype="0" accel="50000" decel="50000" fill="hold" nodeType="clickEffect">
                                  <p:stCondLst>
                                    <p:cond delay="0"/>
                                  </p:stCondLst>
                                  <p:childTnLst>
                                    <p:animMotion origin="layout" path="M -0.07917 -0.00062 L -0.09184 -0.10895 L -0.12552 -0.20679 L -0.20938 -0.28519 L -0.4283 -0.28056 " pathEditMode="relative" rAng="0" ptsTypes="AAAAA">
                                      <p:cBhvr>
                                        <p:cTn id="16" dur="2000" fill="hold"/>
                                        <p:tgtEl>
                                          <p:spTgt spid="27"/>
                                        </p:tgtEl>
                                        <p:attrNameLst>
                                          <p:attrName>ppt_x</p:attrName>
                                          <p:attrName>ppt_y</p:attrName>
                                        </p:attrNameLst>
                                      </p:cBhvr>
                                      <p:rCtr x="-17465" y="-14228"/>
                                    </p:animMotion>
                                  </p:childTnLst>
                                </p:cTn>
                              </p:par>
                              <p:par>
                                <p:cTn id="17" presetID="0" presetClass="path" presetSubtype="0" accel="50000" decel="50000" fill="hold" grpId="1" nodeType="withEffect">
                                  <p:stCondLst>
                                    <p:cond delay="0"/>
                                  </p:stCondLst>
                                  <p:childTnLst>
                                    <p:animMotion origin="layout" path="M -0.0783 -2.59259E-6 L -0.09097 -0.10864 L -0.125 -0.20679 L -0.2092 -0.28549 L -0.42899 -0.28086 " pathEditMode="relative" rAng="0" ptsTypes="AAAAA">
                                      <p:cBhvr>
                                        <p:cTn id="18" dur="2000" fill="hold"/>
                                        <p:tgtEl>
                                          <p:spTgt spid="5"/>
                                        </p:tgtEl>
                                        <p:attrNameLst>
                                          <p:attrName>ppt_x</p:attrName>
                                          <p:attrName>ppt_y</p:attrName>
                                        </p:attrNameLst>
                                      </p:cBhvr>
                                      <p:rCtr x="-17535" y="-14290"/>
                                    </p:animMotion>
                                  </p:childTnLst>
                                </p:cTn>
                              </p:par>
                              <p:par>
                                <p:cTn id="19" presetID="0" presetClass="path" presetSubtype="0" accel="50000" decel="50000" fill="hold" grpId="1" nodeType="withEffect">
                                  <p:stCondLst>
                                    <p:cond delay="0"/>
                                  </p:stCondLst>
                                  <p:childTnLst>
                                    <p:animMotion origin="layout" path="M 0.47778 -0.31821 L 0.46545 -0.40432 L 0.42986 -0.4963 L 0.36267 -0.56729 L 0.12656 -0.57902 L 0.12552 -0.57902 L 0.12552 -0.57902 " pathEditMode="relative" ptsTypes="AAAAAAA">
                                      <p:cBhvr>
                                        <p:cTn id="20" dur="2000" fill="hold"/>
                                        <p:tgtEl>
                                          <p:spTgt spid="22"/>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nodeType="clickEffect">
                                  <p:stCondLst>
                                    <p:cond delay="0"/>
                                  </p:stCondLst>
                                  <p:childTnLst>
                                    <p:animMotion origin="layout" path="M -0.4382 -0.26389 L -0.43664 0.0108 " pathEditMode="relative" ptsTypes="AA">
                                      <p:cBhvr>
                                        <p:cTn id="24" dur="2000" fill="hold"/>
                                        <p:tgtEl>
                                          <p:spTgt spid="27"/>
                                        </p:tgtEl>
                                        <p:attrNameLst>
                                          <p:attrName>ppt_x</p:attrName>
                                          <p:attrName>ppt_y</p:attrName>
                                        </p:attrNameLst>
                                      </p:cBhvr>
                                    </p:animMotion>
                                  </p:childTnLst>
                                </p:cTn>
                              </p:par>
                              <p:par>
                                <p:cTn id="25" presetID="0" presetClass="path" presetSubtype="0" accel="50000" decel="50000" fill="hold" grpId="2" nodeType="withEffect">
                                  <p:stCondLst>
                                    <p:cond delay="0"/>
                                  </p:stCondLst>
                                  <p:childTnLst>
                                    <p:animMotion origin="layout" path="M -0.42014 -0.28796 L -0.41858 -0.01327 " pathEditMode="relative" ptsTypes="AA">
                                      <p:cBhvr>
                                        <p:cTn id="26" dur="2000" fill="hold"/>
                                        <p:tgtEl>
                                          <p:spTgt spid="5"/>
                                        </p:tgtEl>
                                        <p:attrNameLst>
                                          <p:attrName>ppt_x</p:attrName>
                                          <p:attrName>ppt_y</p:attrName>
                                        </p:attrNameLst>
                                      </p:cBhvr>
                                    </p:animMotion>
                                  </p:childTnLst>
                                </p:cTn>
                              </p:par>
                              <p:par>
                                <p:cTn id="27" presetID="0" presetClass="path" presetSubtype="0" accel="50000" decel="50000" fill="hold" grpId="3" nodeType="withEffect">
                                  <p:stCondLst>
                                    <p:cond delay="0"/>
                                  </p:stCondLst>
                                  <p:childTnLst>
                                    <p:animMotion origin="layout" path="M -0.42899 -0.28086 L -0.43403 0.00895 L -0.43403 0.00926 L -0.43403 0.00895 " pathEditMode="relative" rAng="0" ptsTypes="AAAA">
                                      <p:cBhvr>
                                        <p:cTn id="28" dur="2000" fill="hold"/>
                                        <p:tgtEl>
                                          <p:spTgt spid="5"/>
                                        </p:tgtEl>
                                        <p:attrNameLst>
                                          <p:attrName>ppt_x</p:attrName>
                                          <p:attrName>ppt_y</p:attrName>
                                        </p:attrNameLst>
                                      </p:cBhvr>
                                      <p:rCtr x="-260" y="14506"/>
                                    </p:animMotion>
                                  </p:childTnLst>
                                </p:cTn>
                              </p:par>
                            </p:childTnLst>
                          </p:cTn>
                        </p:par>
                      </p:childTnLst>
                    </p:cTn>
                  </p:par>
                  <p:par>
                    <p:cTn id="29" fill="hold">
                      <p:stCondLst>
                        <p:cond delay="indefinite"/>
                      </p:stCondLst>
                      <p:childTnLst>
                        <p:par>
                          <p:cTn id="30" fill="hold">
                            <p:stCondLst>
                              <p:cond delay="0"/>
                            </p:stCondLst>
                            <p:childTnLst>
                              <p:par>
                                <p:cTn id="31" presetID="0" presetClass="path" presetSubtype="0" accel="50000" decel="50000" fill="hold" grpId="2" nodeType="clickEffect">
                                  <p:stCondLst>
                                    <p:cond delay="0"/>
                                  </p:stCondLst>
                                  <p:childTnLst>
                                    <p:animMotion origin="layout" path="M 0.10555 -0.57932 L -0.08229 -0.58303 L -0.16111 -0.5534 L -0.21007 -0.4963 L -0.25104 -0.34013 L -0.23455 -0.14661 L -0.16111 -0.0321 L 0.00208 -0.00031 " pathEditMode="relative" ptsTypes="AAAAAAAA">
                                      <p:cBhvr>
                                        <p:cTn id="32" dur="2000" fill="hold"/>
                                        <p:tgtEl>
                                          <p:spTgt spid="2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22" grpId="2" animBg="1"/>
      <p:bldP spid="5" grpId="0" animBg="1"/>
      <p:bldP spid="5" grpId="1" animBg="1"/>
      <p:bldP spid="5" grpId="2" animBg="1"/>
      <p:bldP spid="5" grpId="3"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714"/>
        <p:cNvGrpSpPr/>
        <p:nvPr/>
      </p:nvGrpSpPr>
      <p:grpSpPr>
        <a:xfrm>
          <a:off x="0" y="0"/>
          <a:ext cx="0" cy="0"/>
          <a:chOff x="0" y="0"/>
          <a:chExt cx="0" cy="0"/>
        </a:xfrm>
      </p:grpSpPr>
      <p:sp>
        <p:nvSpPr>
          <p:cNvPr id="7719" name="Google Shape;7719;p57"/>
          <p:cNvSpPr txBox="1">
            <a:spLocks noGrp="1"/>
          </p:cNvSpPr>
          <p:nvPr>
            <p:ph type="title"/>
          </p:nvPr>
        </p:nvSpPr>
        <p:spPr>
          <a:xfrm>
            <a:off x="445600" y="209054"/>
            <a:ext cx="6529939" cy="245593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Cảm ơn mọi người đã lắng nghe!</a:t>
            </a:r>
            <a:endParaRPr lang="en-US" sz="6000"/>
          </a:p>
        </p:txBody>
      </p:sp>
      <p:grpSp>
        <p:nvGrpSpPr>
          <p:cNvPr id="7723" name="Google Shape;7723;p57"/>
          <p:cNvGrpSpPr/>
          <p:nvPr/>
        </p:nvGrpSpPr>
        <p:grpSpPr>
          <a:xfrm>
            <a:off x="5988129" y="1469974"/>
            <a:ext cx="1974819" cy="3052596"/>
            <a:chOff x="5577050" y="971313"/>
            <a:chExt cx="2372725" cy="3609825"/>
          </a:xfrm>
        </p:grpSpPr>
        <p:sp>
          <p:nvSpPr>
            <p:cNvPr id="7724" name="Google Shape;7724;p57"/>
            <p:cNvSpPr/>
            <p:nvPr/>
          </p:nvSpPr>
          <p:spPr>
            <a:xfrm>
              <a:off x="5647825" y="4029888"/>
              <a:ext cx="2267150" cy="551250"/>
            </a:xfrm>
            <a:custGeom>
              <a:avLst/>
              <a:gdLst/>
              <a:ahLst/>
              <a:cxnLst/>
              <a:rect l="l" t="t" r="r" b="b"/>
              <a:pathLst>
                <a:path w="90686" h="22050" extrusionOk="0">
                  <a:moveTo>
                    <a:pt x="45331" y="1"/>
                  </a:moveTo>
                  <a:cubicBezTo>
                    <a:pt x="20292" y="1"/>
                    <a:pt x="0" y="4931"/>
                    <a:pt x="0" y="11025"/>
                  </a:cubicBezTo>
                  <a:cubicBezTo>
                    <a:pt x="0" y="17120"/>
                    <a:pt x="20292" y="22050"/>
                    <a:pt x="45331" y="22050"/>
                  </a:cubicBezTo>
                  <a:cubicBezTo>
                    <a:pt x="70394" y="22050"/>
                    <a:pt x="90685" y="17120"/>
                    <a:pt x="90685" y="11025"/>
                  </a:cubicBezTo>
                  <a:cubicBezTo>
                    <a:pt x="90685" y="4931"/>
                    <a:pt x="70394" y="1"/>
                    <a:pt x="45331" y="1"/>
                  </a:cubicBezTo>
                  <a:close/>
                </a:path>
              </a:pathLst>
            </a:custGeom>
            <a:solidFill>
              <a:srgbClr val="3EE7F0">
                <a:alpha val="50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5" name="Google Shape;7725;p57"/>
            <p:cNvSpPr/>
            <p:nvPr/>
          </p:nvSpPr>
          <p:spPr>
            <a:xfrm>
              <a:off x="5647825" y="3878663"/>
              <a:ext cx="2267150" cy="551275"/>
            </a:xfrm>
            <a:custGeom>
              <a:avLst/>
              <a:gdLst/>
              <a:ahLst/>
              <a:cxnLst/>
              <a:rect l="l" t="t" r="r" b="b"/>
              <a:pathLst>
                <a:path w="90686" h="22051" extrusionOk="0">
                  <a:moveTo>
                    <a:pt x="45331" y="1"/>
                  </a:moveTo>
                  <a:cubicBezTo>
                    <a:pt x="20292" y="1"/>
                    <a:pt x="0" y="4931"/>
                    <a:pt x="0" y="11026"/>
                  </a:cubicBezTo>
                  <a:cubicBezTo>
                    <a:pt x="0" y="17120"/>
                    <a:pt x="20292" y="22050"/>
                    <a:pt x="45331" y="22050"/>
                  </a:cubicBezTo>
                  <a:cubicBezTo>
                    <a:pt x="70394" y="22050"/>
                    <a:pt x="90685" y="17120"/>
                    <a:pt x="90685" y="11026"/>
                  </a:cubicBezTo>
                  <a:cubicBezTo>
                    <a:pt x="90685" y="4931"/>
                    <a:pt x="70394" y="1"/>
                    <a:pt x="453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6" name="Google Shape;7726;p57"/>
            <p:cNvSpPr/>
            <p:nvPr/>
          </p:nvSpPr>
          <p:spPr>
            <a:xfrm>
              <a:off x="5647825" y="3997363"/>
              <a:ext cx="2267150" cy="320050"/>
            </a:xfrm>
            <a:custGeom>
              <a:avLst/>
              <a:gdLst/>
              <a:ahLst/>
              <a:cxnLst/>
              <a:rect l="l" t="t" r="r" b="b"/>
              <a:pathLst>
                <a:path w="90686" h="12802" extrusionOk="0">
                  <a:moveTo>
                    <a:pt x="0" y="1"/>
                  </a:moveTo>
                  <a:lnTo>
                    <a:pt x="0" y="6278"/>
                  </a:lnTo>
                  <a:cubicBezTo>
                    <a:pt x="14086" y="11178"/>
                    <a:pt x="28996" y="12801"/>
                    <a:pt x="42568" y="12801"/>
                  </a:cubicBezTo>
                  <a:cubicBezTo>
                    <a:pt x="69202" y="12801"/>
                    <a:pt x="90685" y="6551"/>
                    <a:pt x="90685" y="6551"/>
                  </a:cubicBezTo>
                  <a:lnTo>
                    <a:pt x="906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7" name="Google Shape;7727;p57"/>
            <p:cNvSpPr/>
            <p:nvPr/>
          </p:nvSpPr>
          <p:spPr>
            <a:xfrm>
              <a:off x="5647825" y="3721763"/>
              <a:ext cx="2267150" cy="551250"/>
            </a:xfrm>
            <a:custGeom>
              <a:avLst/>
              <a:gdLst/>
              <a:ahLst/>
              <a:cxnLst/>
              <a:rect l="l" t="t" r="r" b="b"/>
              <a:pathLst>
                <a:path w="90686" h="22050" extrusionOk="0">
                  <a:moveTo>
                    <a:pt x="45331" y="0"/>
                  </a:moveTo>
                  <a:cubicBezTo>
                    <a:pt x="20292" y="0"/>
                    <a:pt x="0" y="4930"/>
                    <a:pt x="0" y="11025"/>
                  </a:cubicBezTo>
                  <a:cubicBezTo>
                    <a:pt x="0" y="17119"/>
                    <a:pt x="20292" y="22049"/>
                    <a:pt x="45331" y="22049"/>
                  </a:cubicBezTo>
                  <a:cubicBezTo>
                    <a:pt x="70394" y="22049"/>
                    <a:pt x="90685" y="17119"/>
                    <a:pt x="90685" y="11025"/>
                  </a:cubicBezTo>
                  <a:cubicBezTo>
                    <a:pt x="90685" y="4930"/>
                    <a:pt x="70394" y="0"/>
                    <a:pt x="453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8" name="Google Shape;7728;p57"/>
            <p:cNvSpPr/>
            <p:nvPr/>
          </p:nvSpPr>
          <p:spPr>
            <a:xfrm>
              <a:off x="5941125" y="3765113"/>
              <a:ext cx="1431750" cy="348125"/>
            </a:xfrm>
            <a:custGeom>
              <a:avLst/>
              <a:gdLst/>
              <a:ahLst/>
              <a:cxnLst/>
              <a:rect l="l" t="t" r="r" b="b"/>
              <a:pathLst>
                <a:path w="57270" h="13925" extrusionOk="0">
                  <a:moveTo>
                    <a:pt x="1" y="6962"/>
                  </a:moveTo>
                  <a:cubicBezTo>
                    <a:pt x="1" y="10797"/>
                    <a:pt x="12828" y="13924"/>
                    <a:pt x="28624" y="13924"/>
                  </a:cubicBezTo>
                  <a:lnTo>
                    <a:pt x="28624" y="13924"/>
                  </a:lnTo>
                  <a:cubicBezTo>
                    <a:pt x="44441" y="13924"/>
                    <a:pt x="57269" y="10797"/>
                    <a:pt x="57269" y="6962"/>
                  </a:cubicBezTo>
                  <a:lnTo>
                    <a:pt x="57269" y="6962"/>
                  </a:lnTo>
                  <a:cubicBezTo>
                    <a:pt x="57269" y="3105"/>
                    <a:pt x="44441" y="1"/>
                    <a:pt x="28624" y="1"/>
                  </a:cubicBezTo>
                  <a:lnTo>
                    <a:pt x="28624" y="1"/>
                  </a:lnTo>
                  <a:cubicBezTo>
                    <a:pt x="12828" y="1"/>
                    <a:pt x="1" y="3105"/>
                    <a:pt x="1" y="6962"/>
                  </a:cubicBezTo>
                  <a:close/>
                </a:path>
              </a:pathLst>
            </a:custGeom>
            <a:solidFill>
              <a:srgbClr val="00E0FF">
                <a:alpha val="25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9" name="Google Shape;7729;p57"/>
            <p:cNvSpPr/>
            <p:nvPr/>
          </p:nvSpPr>
          <p:spPr>
            <a:xfrm>
              <a:off x="5577050" y="971313"/>
              <a:ext cx="2372725" cy="3237225"/>
            </a:xfrm>
            <a:custGeom>
              <a:avLst/>
              <a:gdLst/>
              <a:ahLst/>
              <a:cxnLst/>
              <a:rect l="l" t="t" r="r" b="b"/>
              <a:pathLst>
                <a:path w="94909" h="129489" extrusionOk="0">
                  <a:moveTo>
                    <a:pt x="2831" y="0"/>
                  </a:moveTo>
                  <a:lnTo>
                    <a:pt x="2831" y="116112"/>
                  </a:lnTo>
                  <a:cubicBezTo>
                    <a:pt x="1" y="129235"/>
                    <a:pt x="44534" y="129488"/>
                    <a:pt x="47975" y="129488"/>
                  </a:cubicBezTo>
                  <a:cubicBezTo>
                    <a:pt x="48113" y="129488"/>
                    <a:pt x="48185" y="129488"/>
                    <a:pt x="48185" y="129488"/>
                  </a:cubicBezTo>
                  <a:cubicBezTo>
                    <a:pt x="94909" y="128073"/>
                    <a:pt x="93516" y="118441"/>
                    <a:pt x="93516" y="118441"/>
                  </a:cubicBezTo>
                  <a:lnTo>
                    <a:pt x="93516" y="0"/>
                  </a:lnTo>
                  <a:close/>
                </a:path>
              </a:pathLst>
            </a:custGeom>
            <a:gradFill>
              <a:gsLst>
                <a:gs pos="0">
                  <a:srgbClr val="00E0FF">
                    <a:alpha val="5490"/>
                    <a:alpha val="25580"/>
                  </a:srgbClr>
                </a:gs>
                <a:gs pos="100000">
                  <a:srgbClr val="00E0FF">
                    <a:alpha val="59215"/>
                    <a:alpha val="255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0" name="Google Shape;7730;p57"/>
            <p:cNvSpPr/>
            <p:nvPr/>
          </p:nvSpPr>
          <p:spPr>
            <a:xfrm>
              <a:off x="5947600" y="2571746"/>
              <a:ext cx="1640975" cy="1503175"/>
            </a:xfrm>
            <a:custGeom>
              <a:avLst/>
              <a:gdLst/>
              <a:ahLst/>
              <a:cxnLst/>
              <a:rect l="l" t="t" r="r" b="b"/>
              <a:pathLst>
                <a:path w="65639" h="89568" extrusionOk="0">
                  <a:moveTo>
                    <a:pt x="1978" y="1"/>
                  </a:moveTo>
                  <a:lnTo>
                    <a:pt x="1978" y="80323"/>
                  </a:lnTo>
                  <a:cubicBezTo>
                    <a:pt x="1" y="89398"/>
                    <a:pt x="30897" y="89567"/>
                    <a:pt x="33205" y="89567"/>
                  </a:cubicBezTo>
                  <a:cubicBezTo>
                    <a:pt x="33294" y="89567"/>
                    <a:pt x="33340" y="89567"/>
                    <a:pt x="33340" y="89567"/>
                  </a:cubicBezTo>
                  <a:cubicBezTo>
                    <a:pt x="65638" y="88585"/>
                    <a:pt x="64702" y="81920"/>
                    <a:pt x="64702" y="81920"/>
                  </a:cubicBezTo>
                  <a:lnTo>
                    <a:pt x="64702" y="1"/>
                  </a:lnTo>
                  <a:close/>
                </a:path>
              </a:pathLst>
            </a:custGeom>
            <a:gradFill>
              <a:gsLst>
                <a:gs pos="0">
                  <a:srgbClr val="00E0FF">
                    <a:alpha val="5490"/>
                    <a:alpha val="25580"/>
                  </a:srgbClr>
                </a:gs>
                <a:gs pos="100000">
                  <a:srgbClr val="00E0FF">
                    <a:alpha val="59215"/>
                    <a:alpha val="255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1" name="Google Shape;7731;p57"/>
            <p:cNvSpPr/>
            <p:nvPr/>
          </p:nvSpPr>
          <p:spPr>
            <a:xfrm>
              <a:off x="6097050" y="3029563"/>
              <a:ext cx="666950" cy="909625"/>
            </a:xfrm>
            <a:custGeom>
              <a:avLst/>
              <a:gdLst/>
              <a:ahLst/>
              <a:cxnLst/>
              <a:rect l="l" t="t" r="r" b="b"/>
              <a:pathLst>
                <a:path w="26678" h="36385" extrusionOk="0">
                  <a:moveTo>
                    <a:pt x="794" y="1"/>
                  </a:moveTo>
                  <a:lnTo>
                    <a:pt x="794" y="32618"/>
                  </a:lnTo>
                  <a:cubicBezTo>
                    <a:pt x="0" y="36321"/>
                    <a:pt x="12634" y="36385"/>
                    <a:pt x="13506" y="36385"/>
                  </a:cubicBezTo>
                  <a:cubicBezTo>
                    <a:pt x="13537" y="36385"/>
                    <a:pt x="13553" y="36384"/>
                    <a:pt x="13553" y="36384"/>
                  </a:cubicBezTo>
                  <a:cubicBezTo>
                    <a:pt x="26678" y="35996"/>
                    <a:pt x="26290" y="33280"/>
                    <a:pt x="26290" y="33280"/>
                  </a:cubicBezTo>
                  <a:lnTo>
                    <a:pt x="26290" y="1"/>
                  </a:lnTo>
                  <a:close/>
                </a:path>
              </a:pathLst>
            </a:custGeom>
            <a:gradFill>
              <a:gsLst>
                <a:gs pos="0">
                  <a:srgbClr val="00E0FF">
                    <a:alpha val="5490"/>
                    <a:alpha val="25580"/>
                  </a:srgbClr>
                </a:gs>
                <a:gs pos="100000">
                  <a:srgbClr val="00E0FF">
                    <a:alpha val="59215"/>
                    <a:alpha val="255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2" name="Google Shape;7732;p57"/>
            <p:cNvSpPr/>
            <p:nvPr/>
          </p:nvSpPr>
          <p:spPr>
            <a:xfrm>
              <a:off x="6673250" y="2153088"/>
              <a:ext cx="161525" cy="142100"/>
            </a:xfrm>
            <a:custGeom>
              <a:avLst/>
              <a:gdLst/>
              <a:ahLst/>
              <a:cxnLst/>
              <a:rect l="l" t="t" r="r" b="b"/>
              <a:pathLst>
                <a:path w="6461" h="5684" extrusionOk="0">
                  <a:moveTo>
                    <a:pt x="0" y="0"/>
                  </a:moveTo>
                  <a:cubicBezTo>
                    <a:pt x="1872" y="1575"/>
                    <a:pt x="3470" y="3493"/>
                    <a:pt x="4657" y="5684"/>
                  </a:cubicBezTo>
                  <a:cubicBezTo>
                    <a:pt x="5182" y="4657"/>
                    <a:pt x="5775" y="3675"/>
                    <a:pt x="6460" y="2762"/>
                  </a:cubicBezTo>
                  <a:cubicBezTo>
                    <a:pt x="4520" y="1621"/>
                    <a:pt x="2374" y="685"/>
                    <a:pt x="0"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3" name="Google Shape;7733;p57"/>
            <p:cNvSpPr/>
            <p:nvPr/>
          </p:nvSpPr>
          <p:spPr>
            <a:xfrm>
              <a:off x="6673250" y="2153088"/>
              <a:ext cx="161525" cy="142100"/>
            </a:xfrm>
            <a:custGeom>
              <a:avLst/>
              <a:gdLst/>
              <a:ahLst/>
              <a:cxnLst/>
              <a:rect l="l" t="t" r="r" b="b"/>
              <a:pathLst>
                <a:path w="6461" h="5684" extrusionOk="0">
                  <a:moveTo>
                    <a:pt x="4657" y="5684"/>
                  </a:moveTo>
                  <a:cubicBezTo>
                    <a:pt x="5182" y="4657"/>
                    <a:pt x="5775" y="3675"/>
                    <a:pt x="6460" y="2762"/>
                  </a:cubicBezTo>
                  <a:lnTo>
                    <a:pt x="6460" y="2762"/>
                  </a:lnTo>
                  <a:cubicBezTo>
                    <a:pt x="4520" y="1621"/>
                    <a:pt x="2374" y="685"/>
                    <a:pt x="0" y="0"/>
                  </a:cubicBezTo>
                  <a:lnTo>
                    <a:pt x="0" y="0"/>
                  </a:lnTo>
                  <a:cubicBezTo>
                    <a:pt x="1872" y="1575"/>
                    <a:pt x="3470" y="3493"/>
                    <a:pt x="4657" y="5684"/>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4" name="Google Shape;7734;p57"/>
            <p:cNvSpPr/>
            <p:nvPr/>
          </p:nvSpPr>
          <p:spPr>
            <a:xfrm>
              <a:off x="6794225" y="2750538"/>
              <a:ext cx="6300" cy="6300"/>
            </a:xfrm>
            <a:custGeom>
              <a:avLst/>
              <a:gdLst/>
              <a:ahLst/>
              <a:cxnLst/>
              <a:rect l="l" t="t" r="r" b="b"/>
              <a:pathLst>
                <a:path w="252" h="252" extrusionOk="0">
                  <a:moveTo>
                    <a:pt x="137" y="0"/>
                  </a:moveTo>
                  <a:cubicBezTo>
                    <a:pt x="92" y="92"/>
                    <a:pt x="46" y="183"/>
                    <a:pt x="0" y="252"/>
                  </a:cubicBezTo>
                  <a:cubicBezTo>
                    <a:pt x="92" y="252"/>
                    <a:pt x="183" y="229"/>
                    <a:pt x="252" y="229"/>
                  </a:cubicBezTo>
                  <a:cubicBezTo>
                    <a:pt x="229" y="160"/>
                    <a:pt x="183" y="69"/>
                    <a:pt x="137"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5" name="Google Shape;7735;p57"/>
            <p:cNvSpPr/>
            <p:nvPr/>
          </p:nvSpPr>
          <p:spPr>
            <a:xfrm>
              <a:off x="6794225" y="2750538"/>
              <a:ext cx="6300" cy="6300"/>
            </a:xfrm>
            <a:custGeom>
              <a:avLst/>
              <a:gdLst/>
              <a:ahLst/>
              <a:cxnLst/>
              <a:rect l="l" t="t" r="r" b="b"/>
              <a:pathLst>
                <a:path w="252" h="252" extrusionOk="0">
                  <a:moveTo>
                    <a:pt x="0" y="252"/>
                  </a:moveTo>
                  <a:cubicBezTo>
                    <a:pt x="92" y="252"/>
                    <a:pt x="183" y="229"/>
                    <a:pt x="252" y="229"/>
                  </a:cubicBezTo>
                  <a:lnTo>
                    <a:pt x="252" y="229"/>
                  </a:lnTo>
                  <a:cubicBezTo>
                    <a:pt x="229" y="160"/>
                    <a:pt x="183" y="69"/>
                    <a:pt x="137" y="0"/>
                  </a:cubicBezTo>
                  <a:lnTo>
                    <a:pt x="137" y="0"/>
                  </a:lnTo>
                  <a:cubicBezTo>
                    <a:pt x="92" y="92"/>
                    <a:pt x="46" y="183"/>
                    <a:pt x="0" y="252"/>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6" name="Google Shape;7736;p57"/>
            <p:cNvSpPr/>
            <p:nvPr/>
          </p:nvSpPr>
          <p:spPr>
            <a:xfrm>
              <a:off x="6623600" y="2096013"/>
              <a:ext cx="230000" cy="111300"/>
            </a:xfrm>
            <a:custGeom>
              <a:avLst/>
              <a:gdLst/>
              <a:ahLst/>
              <a:cxnLst/>
              <a:rect l="l" t="t" r="r" b="b"/>
              <a:pathLst>
                <a:path w="9200" h="4452" extrusionOk="0">
                  <a:moveTo>
                    <a:pt x="1644" y="1"/>
                  </a:moveTo>
                  <a:cubicBezTo>
                    <a:pt x="1028" y="275"/>
                    <a:pt x="480" y="549"/>
                    <a:pt x="1" y="823"/>
                  </a:cubicBezTo>
                  <a:cubicBezTo>
                    <a:pt x="571" y="1211"/>
                    <a:pt x="1142" y="1621"/>
                    <a:pt x="1690" y="2055"/>
                  </a:cubicBezTo>
                  <a:cubicBezTo>
                    <a:pt x="3561" y="2466"/>
                    <a:pt x="6163" y="3196"/>
                    <a:pt x="8903" y="4452"/>
                  </a:cubicBezTo>
                  <a:cubicBezTo>
                    <a:pt x="9017" y="4338"/>
                    <a:pt x="9108" y="4224"/>
                    <a:pt x="9199" y="4087"/>
                  </a:cubicBezTo>
                  <a:cubicBezTo>
                    <a:pt x="6415" y="3311"/>
                    <a:pt x="3812" y="1895"/>
                    <a:pt x="164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7" name="Google Shape;7737;p57"/>
            <p:cNvSpPr/>
            <p:nvPr/>
          </p:nvSpPr>
          <p:spPr>
            <a:xfrm>
              <a:off x="6623600" y="2096013"/>
              <a:ext cx="230000" cy="111300"/>
            </a:xfrm>
            <a:custGeom>
              <a:avLst/>
              <a:gdLst/>
              <a:ahLst/>
              <a:cxnLst/>
              <a:rect l="l" t="t" r="r" b="b"/>
              <a:pathLst>
                <a:path w="9200" h="4452" extrusionOk="0">
                  <a:moveTo>
                    <a:pt x="1" y="823"/>
                  </a:moveTo>
                  <a:cubicBezTo>
                    <a:pt x="571" y="1211"/>
                    <a:pt x="1142" y="1621"/>
                    <a:pt x="1690" y="2055"/>
                  </a:cubicBezTo>
                  <a:lnTo>
                    <a:pt x="1690" y="2055"/>
                  </a:lnTo>
                  <a:cubicBezTo>
                    <a:pt x="3561" y="2466"/>
                    <a:pt x="6163" y="3196"/>
                    <a:pt x="8903" y="4452"/>
                  </a:cubicBezTo>
                  <a:lnTo>
                    <a:pt x="8903" y="4452"/>
                  </a:lnTo>
                  <a:cubicBezTo>
                    <a:pt x="9017" y="4338"/>
                    <a:pt x="9108" y="4224"/>
                    <a:pt x="9199" y="4087"/>
                  </a:cubicBezTo>
                  <a:lnTo>
                    <a:pt x="9199" y="4087"/>
                  </a:lnTo>
                  <a:cubicBezTo>
                    <a:pt x="6415" y="3311"/>
                    <a:pt x="3812" y="1895"/>
                    <a:pt x="1644" y="1"/>
                  </a:cubicBezTo>
                  <a:lnTo>
                    <a:pt x="1644" y="1"/>
                  </a:lnTo>
                  <a:cubicBezTo>
                    <a:pt x="1028" y="275"/>
                    <a:pt x="480" y="549"/>
                    <a:pt x="1" y="823"/>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8" name="Google Shape;7738;p57"/>
            <p:cNvSpPr/>
            <p:nvPr/>
          </p:nvSpPr>
          <p:spPr>
            <a:xfrm>
              <a:off x="6393650" y="3018738"/>
              <a:ext cx="23400" cy="14275"/>
            </a:xfrm>
            <a:custGeom>
              <a:avLst/>
              <a:gdLst/>
              <a:ahLst/>
              <a:cxnLst/>
              <a:rect l="l" t="t" r="r" b="b"/>
              <a:pathLst>
                <a:path w="936" h="571" extrusionOk="0">
                  <a:moveTo>
                    <a:pt x="936" y="0"/>
                  </a:moveTo>
                  <a:cubicBezTo>
                    <a:pt x="639" y="46"/>
                    <a:pt x="320" y="69"/>
                    <a:pt x="0" y="92"/>
                  </a:cubicBezTo>
                  <a:cubicBezTo>
                    <a:pt x="228" y="274"/>
                    <a:pt x="434" y="411"/>
                    <a:pt x="662" y="571"/>
                  </a:cubicBezTo>
                  <a:cubicBezTo>
                    <a:pt x="753" y="366"/>
                    <a:pt x="845" y="183"/>
                    <a:pt x="93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9" name="Google Shape;7739;p57"/>
            <p:cNvSpPr/>
            <p:nvPr/>
          </p:nvSpPr>
          <p:spPr>
            <a:xfrm>
              <a:off x="6393650" y="3018738"/>
              <a:ext cx="23400" cy="14275"/>
            </a:xfrm>
            <a:custGeom>
              <a:avLst/>
              <a:gdLst/>
              <a:ahLst/>
              <a:cxnLst/>
              <a:rect l="l" t="t" r="r" b="b"/>
              <a:pathLst>
                <a:path w="936" h="571" extrusionOk="0">
                  <a:moveTo>
                    <a:pt x="0" y="92"/>
                  </a:moveTo>
                  <a:cubicBezTo>
                    <a:pt x="228" y="274"/>
                    <a:pt x="434" y="411"/>
                    <a:pt x="662" y="571"/>
                  </a:cubicBezTo>
                  <a:lnTo>
                    <a:pt x="662" y="571"/>
                  </a:lnTo>
                  <a:cubicBezTo>
                    <a:pt x="753" y="366"/>
                    <a:pt x="845" y="183"/>
                    <a:pt x="936" y="0"/>
                  </a:cubicBezTo>
                  <a:lnTo>
                    <a:pt x="936" y="0"/>
                  </a:lnTo>
                  <a:cubicBezTo>
                    <a:pt x="639" y="46"/>
                    <a:pt x="320" y="69"/>
                    <a:pt x="0" y="92"/>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0" name="Google Shape;7740;p57"/>
            <p:cNvSpPr/>
            <p:nvPr/>
          </p:nvSpPr>
          <p:spPr>
            <a:xfrm>
              <a:off x="6665825" y="2147388"/>
              <a:ext cx="180350" cy="74775"/>
            </a:xfrm>
            <a:custGeom>
              <a:avLst/>
              <a:gdLst/>
              <a:ahLst/>
              <a:cxnLst/>
              <a:rect l="l" t="t" r="r" b="b"/>
              <a:pathLst>
                <a:path w="7214" h="2991" extrusionOk="0">
                  <a:moveTo>
                    <a:pt x="1" y="0"/>
                  </a:moveTo>
                  <a:lnTo>
                    <a:pt x="1" y="0"/>
                  </a:lnTo>
                  <a:cubicBezTo>
                    <a:pt x="92" y="69"/>
                    <a:pt x="183" y="160"/>
                    <a:pt x="297" y="228"/>
                  </a:cubicBezTo>
                  <a:cubicBezTo>
                    <a:pt x="2671" y="913"/>
                    <a:pt x="4817" y="1849"/>
                    <a:pt x="6757" y="2990"/>
                  </a:cubicBezTo>
                  <a:cubicBezTo>
                    <a:pt x="6917" y="2785"/>
                    <a:pt x="7077" y="2579"/>
                    <a:pt x="7214" y="2397"/>
                  </a:cubicBezTo>
                  <a:cubicBezTo>
                    <a:pt x="4474" y="1141"/>
                    <a:pt x="1872" y="411"/>
                    <a:pt x="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1" name="Google Shape;7741;p57"/>
            <p:cNvSpPr/>
            <p:nvPr/>
          </p:nvSpPr>
          <p:spPr>
            <a:xfrm>
              <a:off x="6665825" y="2147388"/>
              <a:ext cx="180350" cy="74775"/>
            </a:xfrm>
            <a:custGeom>
              <a:avLst/>
              <a:gdLst/>
              <a:ahLst/>
              <a:cxnLst/>
              <a:rect l="l" t="t" r="r" b="b"/>
              <a:pathLst>
                <a:path w="7214" h="2991" extrusionOk="0">
                  <a:moveTo>
                    <a:pt x="297" y="228"/>
                  </a:moveTo>
                  <a:cubicBezTo>
                    <a:pt x="2671" y="913"/>
                    <a:pt x="4817" y="1849"/>
                    <a:pt x="6757" y="2990"/>
                  </a:cubicBezTo>
                  <a:lnTo>
                    <a:pt x="6757" y="2990"/>
                  </a:lnTo>
                  <a:cubicBezTo>
                    <a:pt x="6917" y="2785"/>
                    <a:pt x="7077" y="2579"/>
                    <a:pt x="7214" y="2397"/>
                  </a:cubicBezTo>
                  <a:lnTo>
                    <a:pt x="7214" y="2397"/>
                  </a:lnTo>
                  <a:cubicBezTo>
                    <a:pt x="4474" y="1141"/>
                    <a:pt x="1872" y="411"/>
                    <a:pt x="1" y="0"/>
                  </a:cubicBezTo>
                  <a:lnTo>
                    <a:pt x="1" y="0"/>
                  </a:lnTo>
                  <a:cubicBezTo>
                    <a:pt x="92" y="69"/>
                    <a:pt x="183" y="160"/>
                    <a:pt x="297" y="228"/>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2" name="Google Shape;7742;p57"/>
            <p:cNvSpPr/>
            <p:nvPr/>
          </p:nvSpPr>
          <p:spPr>
            <a:xfrm>
              <a:off x="6665825" y="2147388"/>
              <a:ext cx="180350" cy="74775"/>
            </a:xfrm>
            <a:custGeom>
              <a:avLst/>
              <a:gdLst/>
              <a:ahLst/>
              <a:cxnLst/>
              <a:rect l="l" t="t" r="r" b="b"/>
              <a:pathLst>
                <a:path w="7214" h="2991" extrusionOk="0">
                  <a:moveTo>
                    <a:pt x="1" y="0"/>
                  </a:moveTo>
                  <a:lnTo>
                    <a:pt x="1" y="0"/>
                  </a:lnTo>
                  <a:cubicBezTo>
                    <a:pt x="92" y="69"/>
                    <a:pt x="183" y="160"/>
                    <a:pt x="297" y="228"/>
                  </a:cubicBezTo>
                  <a:cubicBezTo>
                    <a:pt x="2671" y="913"/>
                    <a:pt x="4817" y="1849"/>
                    <a:pt x="6757" y="2990"/>
                  </a:cubicBezTo>
                  <a:cubicBezTo>
                    <a:pt x="6917" y="2785"/>
                    <a:pt x="7077" y="2579"/>
                    <a:pt x="7214" y="2397"/>
                  </a:cubicBezTo>
                  <a:cubicBezTo>
                    <a:pt x="4474" y="1141"/>
                    <a:pt x="1872" y="411"/>
                    <a:pt x="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3" name="Google Shape;7743;p57"/>
            <p:cNvSpPr/>
            <p:nvPr/>
          </p:nvSpPr>
          <p:spPr>
            <a:xfrm>
              <a:off x="6353700" y="2132538"/>
              <a:ext cx="443975" cy="888500"/>
            </a:xfrm>
            <a:custGeom>
              <a:avLst/>
              <a:gdLst/>
              <a:ahLst/>
              <a:cxnLst/>
              <a:rect l="l" t="t" r="r" b="b"/>
              <a:pathLst>
                <a:path w="17759" h="35540" extrusionOk="0">
                  <a:moveTo>
                    <a:pt x="7555" y="1"/>
                  </a:moveTo>
                  <a:cubicBezTo>
                    <a:pt x="10386" y="2557"/>
                    <a:pt x="12509" y="5935"/>
                    <a:pt x="13467" y="9930"/>
                  </a:cubicBezTo>
                  <a:cubicBezTo>
                    <a:pt x="15978" y="20155"/>
                    <a:pt x="9975" y="30450"/>
                    <a:pt x="0" y="33417"/>
                  </a:cubicBezTo>
                  <a:cubicBezTo>
                    <a:pt x="434" y="34330"/>
                    <a:pt x="982" y="35015"/>
                    <a:pt x="1598" y="35540"/>
                  </a:cubicBezTo>
                  <a:cubicBezTo>
                    <a:pt x="1918" y="35517"/>
                    <a:pt x="2237" y="35494"/>
                    <a:pt x="2534" y="35448"/>
                  </a:cubicBezTo>
                  <a:cubicBezTo>
                    <a:pt x="5068" y="30587"/>
                    <a:pt x="9587" y="26798"/>
                    <a:pt x="15339" y="25405"/>
                  </a:cubicBezTo>
                  <a:cubicBezTo>
                    <a:pt x="16092" y="25200"/>
                    <a:pt x="16868" y="25063"/>
                    <a:pt x="17621" y="24972"/>
                  </a:cubicBezTo>
                  <a:cubicBezTo>
                    <a:pt x="17667" y="24903"/>
                    <a:pt x="17713" y="24812"/>
                    <a:pt x="17758" y="24720"/>
                  </a:cubicBezTo>
                  <a:cubicBezTo>
                    <a:pt x="16959" y="23260"/>
                    <a:pt x="16343" y="21662"/>
                    <a:pt x="15932" y="19973"/>
                  </a:cubicBezTo>
                  <a:cubicBezTo>
                    <a:pt x="14768" y="15271"/>
                    <a:pt x="15430" y="10546"/>
                    <a:pt x="17439" y="6506"/>
                  </a:cubicBezTo>
                  <a:cubicBezTo>
                    <a:pt x="16252" y="4315"/>
                    <a:pt x="14654" y="2397"/>
                    <a:pt x="12782" y="822"/>
                  </a:cubicBezTo>
                  <a:cubicBezTo>
                    <a:pt x="11755" y="526"/>
                    <a:pt x="10683" y="275"/>
                    <a:pt x="9564" y="92"/>
                  </a:cubicBezTo>
                  <a:cubicBezTo>
                    <a:pt x="8879" y="23"/>
                    <a:pt x="8217" y="1"/>
                    <a:pt x="755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4" name="Google Shape;7744;p57"/>
            <p:cNvSpPr/>
            <p:nvPr/>
          </p:nvSpPr>
          <p:spPr>
            <a:xfrm>
              <a:off x="6353700" y="2132538"/>
              <a:ext cx="443975" cy="888500"/>
            </a:xfrm>
            <a:custGeom>
              <a:avLst/>
              <a:gdLst/>
              <a:ahLst/>
              <a:cxnLst/>
              <a:rect l="l" t="t" r="r" b="b"/>
              <a:pathLst>
                <a:path w="17759" h="35540" extrusionOk="0">
                  <a:moveTo>
                    <a:pt x="13467" y="9930"/>
                  </a:moveTo>
                  <a:cubicBezTo>
                    <a:pt x="15978" y="20155"/>
                    <a:pt x="9975" y="30450"/>
                    <a:pt x="0" y="33417"/>
                  </a:cubicBezTo>
                  <a:lnTo>
                    <a:pt x="0" y="33417"/>
                  </a:lnTo>
                  <a:cubicBezTo>
                    <a:pt x="434" y="34330"/>
                    <a:pt x="982" y="35015"/>
                    <a:pt x="1598" y="35540"/>
                  </a:cubicBezTo>
                  <a:lnTo>
                    <a:pt x="1598" y="35540"/>
                  </a:lnTo>
                  <a:cubicBezTo>
                    <a:pt x="1918" y="35517"/>
                    <a:pt x="2237" y="35494"/>
                    <a:pt x="2534" y="35448"/>
                  </a:cubicBezTo>
                  <a:lnTo>
                    <a:pt x="2534" y="35448"/>
                  </a:lnTo>
                  <a:cubicBezTo>
                    <a:pt x="5068" y="30587"/>
                    <a:pt x="9587" y="26798"/>
                    <a:pt x="15339" y="25405"/>
                  </a:cubicBezTo>
                  <a:lnTo>
                    <a:pt x="15339" y="25405"/>
                  </a:lnTo>
                  <a:cubicBezTo>
                    <a:pt x="16092" y="25200"/>
                    <a:pt x="16868" y="25063"/>
                    <a:pt x="17621" y="24972"/>
                  </a:cubicBezTo>
                  <a:lnTo>
                    <a:pt x="17621" y="24972"/>
                  </a:lnTo>
                  <a:cubicBezTo>
                    <a:pt x="17667" y="24903"/>
                    <a:pt x="17713" y="24812"/>
                    <a:pt x="17758" y="24720"/>
                  </a:cubicBezTo>
                  <a:lnTo>
                    <a:pt x="17758" y="24720"/>
                  </a:lnTo>
                  <a:cubicBezTo>
                    <a:pt x="16959" y="23260"/>
                    <a:pt x="16343" y="21662"/>
                    <a:pt x="15932" y="19973"/>
                  </a:cubicBezTo>
                  <a:lnTo>
                    <a:pt x="15932" y="19973"/>
                  </a:lnTo>
                  <a:cubicBezTo>
                    <a:pt x="14768" y="15271"/>
                    <a:pt x="15430" y="10546"/>
                    <a:pt x="17439" y="6506"/>
                  </a:cubicBezTo>
                  <a:lnTo>
                    <a:pt x="17439" y="6506"/>
                  </a:lnTo>
                  <a:cubicBezTo>
                    <a:pt x="16252" y="4315"/>
                    <a:pt x="14654" y="2397"/>
                    <a:pt x="12782" y="822"/>
                  </a:cubicBezTo>
                  <a:lnTo>
                    <a:pt x="12782" y="822"/>
                  </a:lnTo>
                  <a:cubicBezTo>
                    <a:pt x="11755" y="526"/>
                    <a:pt x="10683" y="275"/>
                    <a:pt x="9564" y="92"/>
                  </a:cubicBezTo>
                  <a:lnTo>
                    <a:pt x="9564" y="92"/>
                  </a:lnTo>
                  <a:cubicBezTo>
                    <a:pt x="8879" y="23"/>
                    <a:pt x="8217" y="1"/>
                    <a:pt x="7555" y="1"/>
                  </a:cubicBezTo>
                  <a:lnTo>
                    <a:pt x="7555" y="1"/>
                  </a:lnTo>
                  <a:cubicBezTo>
                    <a:pt x="10386" y="2557"/>
                    <a:pt x="12509" y="5935"/>
                    <a:pt x="13467" y="9930"/>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5" name="Google Shape;7745;p57"/>
            <p:cNvSpPr/>
            <p:nvPr/>
          </p:nvSpPr>
          <p:spPr>
            <a:xfrm>
              <a:off x="6353700" y="2132538"/>
              <a:ext cx="443975" cy="888500"/>
            </a:xfrm>
            <a:custGeom>
              <a:avLst/>
              <a:gdLst/>
              <a:ahLst/>
              <a:cxnLst/>
              <a:rect l="l" t="t" r="r" b="b"/>
              <a:pathLst>
                <a:path w="17759" h="35540" extrusionOk="0">
                  <a:moveTo>
                    <a:pt x="7555" y="1"/>
                  </a:moveTo>
                  <a:cubicBezTo>
                    <a:pt x="10386" y="2557"/>
                    <a:pt x="12509" y="5935"/>
                    <a:pt x="13467" y="9930"/>
                  </a:cubicBezTo>
                  <a:cubicBezTo>
                    <a:pt x="15978" y="20155"/>
                    <a:pt x="9975" y="30450"/>
                    <a:pt x="0" y="33417"/>
                  </a:cubicBezTo>
                  <a:cubicBezTo>
                    <a:pt x="434" y="34330"/>
                    <a:pt x="982" y="35015"/>
                    <a:pt x="1598" y="35540"/>
                  </a:cubicBezTo>
                  <a:cubicBezTo>
                    <a:pt x="1918" y="35517"/>
                    <a:pt x="2237" y="35494"/>
                    <a:pt x="2534" y="35448"/>
                  </a:cubicBezTo>
                  <a:cubicBezTo>
                    <a:pt x="5068" y="30587"/>
                    <a:pt x="9587" y="26798"/>
                    <a:pt x="15339" y="25405"/>
                  </a:cubicBezTo>
                  <a:cubicBezTo>
                    <a:pt x="16092" y="25200"/>
                    <a:pt x="16868" y="25063"/>
                    <a:pt x="17621" y="24972"/>
                  </a:cubicBezTo>
                  <a:cubicBezTo>
                    <a:pt x="17667" y="24903"/>
                    <a:pt x="17713" y="24812"/>
                    <a:pt x="17758" y="24720"/>
                  </a:cubicBezTo>
                  <a:cubicBezTo>
                    <a:pt x="16959" y="23260"/>
                    <a:pt x="16343" y="21662"/>
                    <a:pt x="15932" y="19973"/>
                  </a:cubicBezTo>
                  <a:cubicBezTo>
                    <a:pt x="14768" y="15271"/>
                    <a:pt x="15430" y="10546"/>
                    <a:pt x="17439" y="6506"/>
                  </a:cubicBezTo>
                  <a:cubicBezTo>
                    <a:pt x="16252" y="4315"/>
                    <a:pt x="14654" y="2397"/>
                    <a:pt x="12782" y="822"/>
                  </a:cubicBezTo>
                  <a:cubicBezTo>
                    <a:pt x="11755" y="526"/>
                    <a:pt x="10683" y="275"/>
                    <a:pt x="9564" y="92"/>
                  </a:cubicBezTo>
                  <a:cubicBezTo>
                    <a:pt x="8879" y="23"/>
                    <a:pt x="8217" y="1"/>
                    <a:pt x="755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6" name="Google Shape;7746;p57"/>
            <p:cNvSpPr/>
            <p:nvPr/>
          </p:nvSpPr>
          <p:spPr>
            <a:xfrm>
              <a:off x="6592800" y="2116563"/>
              <a:ext cx="73050" cy="30850"/>
            </a:xfrm>
            <a:custGeom>
              <a:avLst/>
              <a:gdLst/>
              <a:ahLst/>
              <a:cxnLst/>
              <a:rect l="l" t="t" r="r" b="b"/>
              <a:pathLst>
                <a:path w="2922" h="1234" extrusionOk="0">
                  <a:moveTo>
                    <a:pt x="1233" y="1"/>
                  </a:moveTo>
                  <a:cubicBezTo>
                    <a:pt x="776" y="252"/>
                    <a:pt x="365" y="503"/>
                    <a:pt x="0" y="731"/>
                  </a:cubicBezTo>
                  <a:cubicBezTo>
                    <a:pt x="0" y="731"/>
                    <a:pt x="1141" y="845"/>
                    <a:pt x="2922" y="1233"/>
                  </a:cubicBezTo>
                  <a:cubicBezTo>
                    <a:pt x="2374" y="799"/>
                    <a:pt x="1803" y="389"/>
                    <a:pt x="123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7" name="Google Shape;7747;p57"/>
            <p:cNvSpPr/>
            <p:nvPr/>
          </p:nvSpPr>
          <p:spPr>
            <a:xfrm>
              <a:off x="6592800" y="2116563"/>
              <a:ext cx="73050" cy="30850"/>
            </a:xfrm>
            <a:custGeom>
              <a:avLst/>
              <a:gdLst/>
              <a:ahLst/>
              <a:cxnLst/>
              <a:rect l="l" t="t" r="r" b="b"/>
              <a:pathLst>
                <a:path w="2922" h="1234" extrusionOk="0">
                  <a:moveTo>
                    <a:pt x="0" y="731"/>
                  </a:moveTo>
                  <a:cubicBezTo>
                    <a:pt x="0" y="731"/>
                    <a:pt x="1141" y="845"/>
                    <a:pt x="2922" y="1233"/>
                  </a:cubicBezTo>
                  <a:lnTo>
                    <a:pt x="2922" y="1233"/>
                  </a:lnTo>
                  <a:cubicBezTo>
                    <a:pt x="2374" y="799"/>
                    <a:pt x="1803" y="389"/>
                    <a:pt x="1233" y="1"/>
                  </a:cubicBezTo>
                  <a:lnTo>
                    <a:pt x="1233" y="1"/>
                  </a:lnTo>
                  <a:cubicBezTo>
                    <a:pt x="776" y="252"/>
                    <a:pt x="365" y="503"/>
                    <a:pt x="0" y="73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8" name="Google Shape;7748;p57"/>
            <p:cNvSpPr/>
            <p:nvPr/>
          </p:nvSpPr>
          <p:spPr>
            <a:xfrm>
              <a:off x="6592800" y="2116563"/>
              <a:ext cx="73050" cy="30850"/>
            </a:xfrm>
            <a:custGeom>
              <a:avLst/>
              <a:gdLst/>
              <a:ahLst/>
              <a:cxnLst/>
              <a:rect l="l" t="t" r="r" b="b"/>
              <a:pathLst>
                <a:path w="2922" h="1234" extrusionOk="0">
                  <a:moveTo>
                    <a:pt x="1233" y="1"/>
                  </a:moveTo>
                  <a:cubicBezTo>
                    <a:pt x="776" y="252"/>
                    <a:pt x="365" y="503"/>
                    <a:pt x="0" y="731"/>
                  </a:cubicBezTo>
                  <a:cubicBezTo>
                    <a:pt x="0" y="731"/>
                    <a:pt x="1141" y="845"/>
                    <a:pt x="2922" y="1233"/>
                  </a:cubicBezTo>
                  <a:cubicBezTo>
                    <a:pt x="2374" y="799"/>
                    <a:pt x="1803" y="389"/>
                    <a:pt x="123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9" name="Google Shape;7749;p57"/>
            <p:cNvSpPr/>
            <p:nvPr/>
          </p:nvSpPr>
          <p:spPr>
            <a:xfrm>
              <a:off x="6592800" y="2134813"/>
              <a:ext cx="80475" cy="18300"/>
            </a:xfrm>
            <a:custGeom>
              <a:avLst/>
              <a:gdLst/>
              <a:ahLst/>
              <a:cxnLst/>
              <a:rect l="l" t="t" r="r" b="b"/>
              <a:pathLst>
                <a:path w="3219" h="732" extrusionOk="0">
                  <a:moveTo>
                    <a:pt x="0" y="1"/>
                  </a:moveTo>
                  <a:lnTo>
                    <a:pt x="0" y="1"/>
                  </a:lnTo>
                  <a:cubicBezTo>
                    <a:pt x="1119" y="184"/>
                    <a:pt x="2191" y="435"/>
                    <a:pt x="3218" y="731"/>
                  </a:cubicBezTo>
                  <a:cubicBezTo>
                    <a:pt x="3104" y="663"/>
                    <a:pt x="3013" y="572"/>
                    <a:pt x="2922" y="503"/>
                  </a:cubicBezTo>
                  <a:cubicBezTo>
                    <a:pt x="1142" y="115"/>
                    <a:pt x="0" y="1"/>
                    <a:pt x="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0" name="Google Shape;7750;p57"/>
            <p:cNvSpPr/>
            <p:nvPr/>
          </p:nvSpPr>
          <p:spPr>
            <a:xfrm>
              <a:off x="6592800" y="2134813"/>
              <a:ext cx="80475" cy="18300"/>
            </a:xfrm>
            <a:custGeom>
              <a:avLst/>
              <a:gdLst/>
              <a:ahLst/>
              <a:cxnLst/>
              <a:rect l="l" t="t" r="r" b="b"/>
              <a:pathLst>
                <a:path w="3219" h="732" extrusionOk="0">
                  <a:moveTo>
                    <a:pt x="3218" y="731"/>
                  </a:moveTo>
                  <a:cubicBezTo>
                    <a:pt x="3104" y="663"/>
                    <a:pt x="3013" y="572"/>
                    <a:pt x="2922" y="503"/>
                  </a:cubicBezTo>
                  <a:lnTo>
                    <a:pt x="2922" y="503"/>
                  </a:lnTo>
                  <a:cubicBezTo>
                    <a:pt x="1141" y="115"/>
                    <a:pt x="0" y="1"/>
                    <a:pt x="0" y="1"/>
                  </a:cubicBezTo>
                  <a:lnTo>
                    <a:pt x="0" y="1"/>
                  </a:lnTo>
                  <a:cubicBezTo>
                    <a:pt x="1119" y="184"/>
                    <a:pt x="2191" y="435"/>
                    <a:pt x="3218" y="73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1" name="Google Shape;7751;p57"/>
            <p:cNvSpPr/>
            <p:nvPr/>
          </p:nvSpPr>
          <p:spPr>
            <a:xfrm>
              <a:off x="6592800" y="2134813"/>
              <a:ext cx="80475" cy="18300"/>
            </a:xfrm>
            <a:custGeom>
              <a:avLst/>
              <a:gdLst/>
              <a:ahLst/>
              <a:cxnLst/>
              <a:rect l="l" t="t" r="r" b="b"/>
              <a:pathLst>
                <a:path w="3219" h="732" extrusionOk="0">
                  <a:moveTo>
                    <a:pt x="0" y="1"/>
                  </a:moveTo>
                  <a:lnTo>
                    <a:pt x="0" y="1"/>
                  </a:lnTo>
                  <a:cubicBezTo>
                    <a:pt x="1119" y="184"/>
                    <a:pt x="2191" y="435"/>
                    <a:pt x="3218" y="731"/>
                  </a:cubicBezTo>
                  <a:cubicBezTo>
                    <a:pt x="3104" y="663"/>
                    <a:pt x="3013" y="572"/>
                    <a:pt x="2922" y="503"/>
                  </a:cubicBezTo>
                  <a:cubicBezTo>
                    <a:pt x="1142" y="115"/>
                    <a:pt x="0" y="1"/>
                    <a:pt x="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2" name="Google Shape;7752;p57"/>
            <p:cNvSpPr/>
            <p:nvPr/>
          </p:nvSpPr>
          <p:spPr>
            <a:xfrm>
              <a:off x="6592800" y="2134813"/>
              <a:ext cx="80475" cy="18300"/>
            </a:xfrm>
            <a:custGeom>
              <a:avLst/>
              <a:gdLst/>
              <a:ahLst/>
              <a:cxnLst/>
              <a:rect l="l" t="t" r="r" b="b"/>
              <a:pathLst>
                <a:path w="3219" h="732" extrusionOk="0">
                  <a:moveTo>
                    <a:pt x="0" y="1"/>
                  </a:moveTo>
                  <a:lnTo>
                    <a:pt x="0" y="1"/>
                  </a:lnTo>
                  <a:cubicBezTo>
                    <a:pt x="1119" y="184"/>
                    <a:pt x="2191" y="435"/>
                    <a:pt x="3218" y="731"/>
                  </a:cubicBezTo>
                  <a:cubicBezTo>
                    <a:pt x="3104" y="663"/>
                    <a:pt x="3013" y="572"/>
                    <a:pt x="2922" y="503"/>
                  </a:cubicBezTo>
                  <a:cubicBezTo>
                    <a:pt x="1142" y="115"/>
                    <a:pt x="0" y="1"/>
                    <a:pt x="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3" name="Google Shape;7753;p57"/>
            <p:cNvSpPr/>
            <p:nvPr/>
          </p:nvSpPr>
          <p:spPr>
            <a:xfrm>
              <a:off x="6410175" y="2756238"/>
              <a:ext cx="500475" cy="303025"/>
            </a:xfrm>
            <a:custGeom>
              <a:avLst/>
              <a:gdLst/>
              <a:ahLst/>
              <a:cxnLst/>
              <a:rect l="l" t="t" r="r" b="b"/>
              <a:pathLst>
                <a:path w="20019" h="12121" extrusionOk="0">
                  <a:moveTo>
                    <a:pt x="15614" y="1"/>
                  </a:moveTo>
                  <a:cubicBezTo>
                    <a:pt x="15545" y="1"/>
                    <a:pt x="15454" y="24"/>
                    <a:pt x="15362" y="24"/>
                  </a:cubicBezTo>
                  <a:cubicBezTo>
                    <a:pt x="12852" y="4885"/>
                    <a:pt x="8309" y="8674"/>
                    <a:pt x="2580" y="10089"/>
                  </a:cubicBezTo>
                  <a:cubicBezTo>
                    <a:pt x="1804" y="10272"/>
                    <a:pt x="1051" y="10409"/>
                    <a:pt x="275" y="10500"/>
                  </a:cubicBezTo>
                  <a:cubicBezTo>
                    <a:pt x="184" y="10683"/>
                    <a:pt x="92" y="10866"/>
                    <a:pt x="1" y="11071"/>
                  </a:cubicBezTo>
                  <a:cubicBezTo>
                    <a:pt x="1325" y="11870"/>
                    <a:pt x="2809" y="12098"/>
                    <a:pt x="3995" y="12121"/>
                  </a:cubicBezTo>
                  <a:cubicBezTo>
                    <a:pt x="6575" y="9108"/>
                    <a:pt x="10067" y="6871"/>
                    <a:pt x="14221" y="5867"/>
                  </a:cubicBezTo>
                  <a:cubicBezTo>
                    <a:pt x="15764" y="5486"/>
                    <a:pt x="17307" y="5307"/>
                    <a:pt x="18838" y="5307"/>
                  </a:cubicBezTo>
                  <a:cubicBezTo>
                    <a:pt x="19232" y="5307"/>
                    <a:pt x="19626" y="5318"/>
                    <a:pt x="20019" y="5342"/>
                  </a:cubicBezTo>
                  <a:cubicBezTo>
                    <a:pt x="18261" y="3858"/>
                    <a:pt x="16778" y="2055"/>
                    <a:pt x="1561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4" name="Google Shape;7754;p57"/>
            <p:cNvSpPr/>
            <p:nvPr/>
          </p:nvSpPr>
          <p:spPr>
            <a:xfrm>
              <a:off x="6410175" y="2756238"/>
              <a:ext cx="500475" cy="303025"/>
            </a:xfrm>
            <a:custGeom>
              <a:avLst/>
              <a:gdLst/>
              <a:ahLst/>
              <a:cxnLst/>
              <a:rect l="l" t="t" r="r" b="b"/>
              <a:pathLst>
                <a:path w="20019" h="12121" extrusionOk="0">
                  <a:moveTo>
                    <a:pt x="15362" y="24"/>
                  </a:moveTo>
                  <a:cubicBezTo>
                    <a:pt x="12852" y="4885"/>
                    <a:pt x="8309" y="8674"/>
                    <a:pt x="2580" y="10089"/>
                  </a:cubicBezTo>
                  <a:lnTo>
                    <a:pt x="2580" y="10089"/>
                  </a:lnTo>
                  <a:cubicBezTo>
                    <a:pt x="1804" y="10272"/>
                    <a:pt x="1051" y="10409"/>
                    <a:pt x="275" y="10500"/>
                  </a:cubicBezTo>
                  <a:lnTo>
                    <a:pt x="275" y="10500"/>
                  </a:lnTo>
                  <a:cubicBezTo>
                    <a:pt x="184" y="10683"/>
                    <a:pt x="92" y="10866"/>
                    <a:pt x="1" y="11071"/>
                  </a:cubicBezTo>
                  <a:lnTo>
                    <a:pt x="1" y="11071"/>
                  </a:lnTo>
                  <a:cubicBezTo>
                    <a:pt x="1325" y="11870"/>
                    <a:pt x="2809" y="12098"/>
                    <a:pt x="3995" y="12121"/>
                  </a:cubicBezTo>
                  <a:lnTo>
                    <a:pt x="3995" y="12121"/>
                  </a:lnTo>
                  <a:cubicBezTo>
                    <a:pt x="6575" y="9108"/>
                    <a:pt x="10067" y="6871"/>
                    <a:pt x="14221" y="5867"/>
                  </a:cubicBezTo>
                  <a:lnTo>
                    <a:pt x="14221" y="5867"/>
                  </a:lnTo>
                  <a:cubicBezTo>
                    <a:pt x="16161" y="5387"/>
                    <a:pt x="18101" y="5228"/>
                    <a:pt x="20019" y="5342"/>
                  </a:cubicBezTo>
                  <a:lnTo>
                    <a:pt x="20019" y="5342"/>
                  </a:lnTo>
                  <a:cubicBezTo>
                    <a:pt x="18261" y="3858"/>
                    <a:pt x="16778" y="2055"/>
                    <a:pt x="15614" y="1"/>
                  </a:cubicBezTo>
                  <a:lnTo>
                    <a:pt x="15614" y="1"/>
                  </a:lnTo>
                  <a:cubicBezTo>
                    <a:pt x="15545" y="1"/>
                    <a:pt x="15454" y="24"/>
                    <a:pt x="15362" y="24"/>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5" name="Google Shape;7755;p57"/>
            <p:cNvSpPr/>
            <p:nvPr/>
          </p:nvSpPr>
          <p:spPr>
            <a:xfrm>
              <a:off x="6410175" y="2756238"/>
              <a:ext cx="500475" cy="303025"/>
            </a:xfrm>
            <a:custGeom>
              <a:avLst/>
              <a:gdLst/>
              <a:ahLst/>
              <a:cxnLst/>
              <a:rect l="l" t="t" r="r" b="b"/>
              <a:pathLst>
                <a:path w="20019" h="12121" extrusionOk="0">
                  <a:moveTo>
                    <a:pt x="15614" y="1"/>
                  </a:moveTo>
                  <a:cubicBezTo>
                    <a:pt x="15545" y="1"/>
                    <a:pt x="15454" y="24"/>
                    <a:pt x="15362" y="24"/>
                  </a:cubicBezTo>
                  <a:cubicBezTo>
                    <a:pt x="12852" y="4885"/>
                    <a:pt x="8309" y="8674"/>
                    <a:pt x="2580" y="10089"/>
                  </a:cubicBezTo>
                  <a:cubicBezTo>
                    <a:pt x="1804" y="10272"/>
                    <a:pt x="1051" y="10409"/>
                    <a:pt x="275" y="10500"/>
                  </a:cubicBezTo>
                  <a:cubicBezTo>
                    <a:pt x="184" y="10683"/>
                    <a:pt x="92" y="10866"/>
                    <a:pt x="1" y="11071"/>
                  </a:cubicBezTo>
                  <a:cubicBezTo>
                    <a:pt x="1325" y="11870"/>
                    <a:pt x="2809" y="12098"/>
                    <a:pt x="3995" y="12121"/>
                  </a:cubicBezTo>
                  <a:cubicBezTo>
                    <a:pt x="6575" y="9108"/>
                    <a:pt x="10067" y="6871"/>
                    <a:pt x="14221" y="5867"/>
                  </a:cubicBezTo>
                  <a:cubicBezTo>
                    <a:pt x="15764" y="5486"/>
                    <a:pt x="17307" y="5307"/>
                    <a:pt x="18838" y="5307"/>
                  </a:cubicBezTo>
                  <a:cubicBezTo>
                    <a:pt x="19232" y="5307"/>
                    <a:pt x="19626" y="5318"/>
                    <a:pt x="20019" y="5342"/>
                  </a:cubicBezTo>
                  <a:cubicBezTo>
                    <a:pt x="18261" y="3858"/>
                    <a:pt x="16778" y="2055"/>
                    <a:pt x="1561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6" name="Google Shape;7756;p57"/>
            <p:cNvSpPr/>
            <p:nvPr/>
          </p:nvSpPr>
          <p:spPr>
            <a:xfrm>
              <a:off x="7201075" y="3005038"/>
              <a:ext cx="73650" cy="61650"/>
            </a:xfrm>
            <a:custGeom>
              <a:avLst/>
              <a:gdLst/>
              <a:ahLst/>
              <a:cxnLst/>
              <a:rect l="l" t="t" r="r" b="b"/>
              <a:pathLst>
                <a:path w="2946" h="2466" extrusionOk="0">
                  <a:moveTo>
                    <a:pt x="2945" y="0"/>
                  </a:moveTo>
                  <a:lnTo>
                    <a:pt x="2945" y="0"/>
                  </a:lnTo>
                  <a:cubicBezTo>
                    <a:pt x="2337" y="56"/>
                    <a:pt x="1737" y="86"/>
                    <a:pt x="1146" y="86"/>
                  </a:cubicBezTo>
                  <a:cubicBezTo>
                    <a:pt x="761" y="86"/>
                    <a:pt x="379" y="73"/>
                    <a:pt x="1" y="46"/>
                  </a:cubicBezTo>
                  <a:lnTo>
                    <a:pt x="1" y="46"/>
                  </a:lnTo>
                  <a:cubicBezTo>
                    <a:pt x="845" y="777"/>
                    <a:pt x="1644" y="1575"/>
                    <a:pt x="2375" y="2466"/>
                  </a:cubicBezTo>
                  <a:cubicBezTo>
                    <a:pt x="2512" y="1621"/>
                    <a:pt x="2694" y="799"/>
                    <a:pt x="294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7" name="Google Shape;7757;p57"/>
            <p:cNvSpPr/>
            <p:nvPr/>
          </p:nvSpPr>
          <p:spPr>
            <a:xfrm>
              <a:off x="7201075" y="3005038"/>
              <a:ext cx="73650" cy="61650"/>
            </a:xfrm>
            <a:custGeom>
              <a:avLst/>
              <a:gdLst/>
              <a:ahLst/>
              <a:cxnLst/>
              <a:rect l="l" t="t" r="r" b="b"/>
              <a:pathLst>
                <a:path w="2946" h="2466" extrusionOk="0">
                  <a:moveTo>
                    <a:pt x="1" y="46"/>
                  </a:moveTo>
                  <a:cubicBezTo>
                    <a:pt x="845" y="777"/>
                    <a:pt x="1644" y="1575"/>
                    <a:pt x="2375" y="2466"/>
                  </a:cubicBezTo>
                  <a:lnTo>
                    <a:pt x="2375" y="2466"/>
                  </a:lnTo>
                  <a:cubicBezTo>
                    <a:pt x="2512" y="1621"/>
                    <a:pt x="2694" y="799"/>
                    <a:pt x="2945" y="0"/>
                  </a:cubicBezTo>
                  <a:lnTo>
                    <a:pt x="2945" y="0"/>
                  </a:lnTo>
                  <a:cubicBezTo>
                    <a:pt x="1941" y="92"/>
                    <a:pt x="960" y="115"/>
                    <a:pt x="1" y="46"/>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8" name="Google Shape;7758;p57"/>
            <p:cNvSpPr/>
            <p:nvPr/>
          </p:nvSpPr>
          <p:spPr>
            <a:xfrm>
              <a:off x="7201075" y="3005038"/>
              <a:ext cx="73650" cy="61650"/>
            </a:xfrm>
            <a:custGeom>
              <a:avLst/>
              <a:gdLst/>
              <a:ahLst/>
              <a:cxnLst/>
              <a:rect l="l" t="t" r="r" b="b"/>
              <a:pathLst>
                <a:path w="2946" h="2466" extrusionOk="0">
                  <a:moveTo>
                    <a:pt x="2945" y="0"/>
                  </a:moveTo>
                  <a:lnTo>
                    <a:pt x="2945" y="0"/>
                  </a:lnTo>
                  <a:cubicBezTo>
                    <a:pt x="2337" y="56"/>
                    <a:pt x="1737" y="86"/>
                    <a:pt x="1146" y="86"/>
                  </a:cubicBezTo>
                  <a:cubicBezTo>
                    <a:pt x="761" y="86"/>
                    <a:pt x="379" y="73"/>
                    <a:pt x="1" y="46"/>
                  </a:cubicBezTo>
                  <a:lnTo>
                    <a:pt x="1" y="46"/>
                  </a:lnTo>
                  <a:cubicBezTo>
                    <a:pt x="845" y="777"/>
                    <a:pt x="1644" y="1575"/>
                    <a:pt x="2375" y="2466"/>
                  </a:cubicBezTo>
                  <a:cubicBezTo>
                    <a:pt x="2512" y="1621"/>
                    <a:pt x="2694" y="799"/>
                    <a:pt x="294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9" name="Google Shape;7759;p57"/>
            <p:cNvSpPr/>
            <p:nvPr/>
          </p:nvSpPr>
          <p:spPr>
            <a:xfrm>
              <a:off x="6417025" y="2756813"/>
              <a:ext cx="377225" cy="261950"/>
            </a:xfrm>
            <a:custGeom>
              <a:avLst/>
              <a:gdLst/>
              <a:ahLst/>
              <a:cxnLst/>
              <a:rect l="l" t="t" r="r" b="b"/>
              <a:pathLst>
                <a:path w="15089" h="10478" extrusionOk="0">
                  <a:moveTo>
                    <a:pt x="15088" y="1"/>
                  </a:moveTo>
                  <a:lnTo>
                    <a:pt x="15088" y="1"/>
                  </a:lnTo>
                  <a:cubicBezTo>
                    <a:pt x="14335" y="92"/>
                    <a:pt x="13559" y="229"/>
                    <a:pt x="12806" y="434"/>
                  </a:cubicBezTo>
                  <a:cubicBezTo>
                    <a:pt x="7054" y="1827"/>
                    <a:pt x="2535" y="5616"/>
                    <a:pt x="1" y="10477"/>
                  </a:cubicBezTo>
                  <a:cubicBezTo>
                    <a:pt x="777" y="10386"/>
                    <a:pt x="1530" y="10249"/>
                    <a:pt x="2306" y="10066"/>
                  </a:cubicBezTo>
                  <a:cubicBezTo>
                    <a:pt x="8035" y="8651"/>
                    <a:pt x="12578" y="4862"/>
                    <a:pt x="1508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0" name="Google Shape;7760;p57"/>
            <p:cNvSpPr/>
            <p:nvPr/>
          </p:nvSpPr>
          <p:spPr>
            <a:xfrm>
              <a:off x="6417025" y="2756813"/>
              <a:ext cx="377225" cy="261950"/>
            </a:xfrm>
            <a:custGeom>
              <a:avLst/>
              <a:gdLst/>
              <a:ahLst/>
              <a:cxnLst/>
              <a:rect l="l" t="t" r="r" b="b"/>
              <a:pathLst>
                <a:path w="15089" h="10478" extrusionOk="0">
                  <a:moveTo>
                    <a:pt x="12806" y="434"/>
                  </a:moveTo>
                  <a:cubicBezTo>
                    <a:pt x="7054" y="1827"/>
                    <a:pt x="2535" y="5616"/>
                    <a:pt x="1" y="10477"/>
                  </a:cubicBezTo>
                  <a:lnTo>
                    <a:pt x="1" y="10477"/>
                  </a:lnTo>
                  <a:cubicBezTo>
                    <a:pt x="777" y="10386"/>
                    <a:pt x="1530" y="10249"/>
                    <a:pt x="2306" y="10066"/>
                  </a:cubicBezTo>
                  <a:lnTo>
                    <a:pt x="2306" y="10066"/>
                  </a:lnTo>
                  <a:cubicBezTo>
                    <a:pt x="8035" y="8651"/>
                    <a:pt x="12578" y="4862"/>
                    <a:pt x="15088" y="1"/>
                  </a:cubicBezTo>
                  <a:lnTo>
                    <a:pt x="15088" y="1"/>
                  </a:lnTo>
                  <a:cubicBezTo>
                    <a:pt x="14335" y="92"/>
                    <a:pt x="13559" y="229"/>
                    <a:pt x="12806" y="434"/>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1" name="Google Shape;7761;p57"/>
            <p:cNvSpPr/>
            <p:nvPr/>
          </p:nvSpPr>
          <p:spPr>
            <a:xfrm>
              <a:off x="6417025" y="2756813"/>
              <a:ext cx="377225" cy="261950"/>
            </a:xfrm>
            <a:custGeom>
              <a:avLst/>
              <a:gdLst/>
              <a:ahLst/>
              <a:cxnLst/>
              <a:rect l="l" t="t" r="r" b="b"/>
              <a:pathLst>
                <a:path w="15089" h="10478" extrusionOk="0">
                  <a:moveTo>
                    <a:pt x="15088" y="1"/>
                  </a:moveTo>
                  <a:lnTo>
                    <a:pt x="15088" y="1"/>
                  </a:lnTo>
                  <a:cubicBezTo>
                    <a:pt x="14335" y="92"/>
                    <a:pt x="13559" y="229"/>
                    <a:pt x="12806" y="434"/>
                  </a:cubicBezTo>
                  <a:cubicBezTo>
                    <a:pt x="7054" y="1827"/>
                    <a:pt x="2535" y="5616"/>
                    <a:pt x="1" y="10477"/>
                  </a:cubicBezTo>
                  <a:cubicBezTo>
                    <a:pt x="777" y="10386"/>
                    <a:pt x="1530" y="10249"/>
                    <a:pt x="2306" y="10066"/>
                  </a:cubicBezTo>
                  <a:cubicBezTo>
                    <a:pt x="8035" y="8651"/>
                    <a:pt x="12578" y="4862"/>
                    <a:pt x="1508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2" name="Google Shape;7762;p57"/>
            <p:cNvSpPr/>
            <p:nvPr/>
          </p:nvSpPr>
          <p:spPr>
            <a:xfrm>
              <a:off x="6417025" y="2756813"/>
              <a:ext cx="377225" cy="261950"/>
            </a:xfrm>
            <a:custGeom>
              <a:avLst/>
              <a:gdLst/>
              <a:ahLst/>
              <a:cxnLst/>
              <a:rect l="l" t="t" r="r" b="b"/>
              <a:pathLst>
                <a:path w="15089" h="10478" extrusionOk="0">
                  <a:moveTo>
                    <a:pt x="15088" y="1"/>
                  </a:moveTo>
                  <a:lnTo>
                    <a:pt x="15088" y="1"/>
                  </a:lnTo>
                  <a:cubicBezTo>
                    <a:pt x="14335" y="92"/>
                    <a:pt x="13559" y="229"/>
                    <a:pt x="12806" y="434"/>
                  </a:cubicBezTo>
                  <a:cubicBezTo>
                    <a:pt x="7054" y="1827"/>
                    <a:pt x="2535" y="5616"/>
                    <a:pt x="1" y="10477"/>
                  </a:cubicBezTo>
                  <a:cubicBezTo>
                    <a:pt x="777" y="10386"/>
                    <a:pt x="1530" y="10249"/>
                    <a:pt x="2306" y="10066"/>
                  </a:cubicBezTo>
                  <a:cubicBezTo>
                    <a:pt x="8035" y="8651"/>
                    <a:pt x="12578" y="4862"/>
                    <a:pt x="1508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3" name="Google Shape;7763;p57"/>
            <p:cNvSpPr/>
            <p:nvPr/>
          </p:nvSpPr>
          <p:spPr>
            <a:xfrm>
              <a:off x="6510050" y="2888888"/>
              <a:ext cx="750400" cy="338150"/>
            </a:xfrm>
            <a:custGeom>
              <a:avLst/>
              <a:gdLst/>
              <a:ahLst/>
              <a:cxnLst/>
              <a:rect l="l" t="t" r="r" b="b"/>
              <a:pathLst>
                <a:path w="30016" h="13526" extrusionOk="0">
                  <a:moveTo>
                    <a:pt x="14843" y="1"/>
                  </a:moveTo>
                  <a:cubicBezTo>
                    <a:pt x="13312" y="1"/>
                    <a:pt x="11769" y="180"/>
                    <a:pt x="10226" y="561"/>
                  </a:cubicBezTo>
                  <a:cubicBezTo>
                    <a:pt x="6072" y="1565"/>
                    <a:pt x="2580" y="3802"/>
                    <a:pt x="0" y="6815"/>
                  </a:cubicBezTo>
                  <a:cubicBezTo>
                    <a:pt x="1233" y="6815"/>
                    <a:pt x="2146" y="6587"/>
                    <a:pt x="2146" y="6587"/>
                  </a:cubicBezTo>
                  <a:lnTo>
                    <a:pt x="2146" y="6587"/>
                  </a:lnTo>
                  <a:cubicBezTo>
                    <a:pt x="2146" y="6587"/>
                    <a:pt x="1598" y="8846"/>
                    <a:pt x="3173" y="10809"/>
                  </a:cubicBezTo>
                  <a:cubicBezTo>
                    <a:pt x="5113" y="9440"/>
                    <a:pt x="7350" y="8413"/>
                    <a:pt x="9792" y="7819"/>
                  </a:cubicBezTo>
                  <a:cubicBezTo>
                    <a:pt x="11352" y="7442"/>
                    <a:pt x="12913" y="7261"/>
                    <a:pt x="14449" y="7261"/>
                  </a:cubicBezTo>
                  <a:cubicBezTo>
                    <a:pt x="19971" y="7261"/>
                    <a:pt x="25173" y="9597"/>
                    <a:pt x="28852" y="13526"/>
                  </a:cubicBezTo>
                  <a:cubicBezTo>
                    <a:pt x="29194" y="13183"/>
                    <a:pt x="29536" y="12818"/>
                    <a:pt x="29879" y="12407"/>
                  </a:cubicBezTo>
                  <a:cubicBezTo>
                    <a:pt x="29673" y="10604"/>
                    <a:pt x="29742" y="8824"/>
                    <a:pt x="30016" y="7112"/>
                  </a:cubicBezTo>
                  <a:cubicBezTo>
                    <a:pt x="29285" y="6221"/>
                    <a:pt x="28486" y="5423"/>
                    <a:pt x="27642" y="4692"/>
                  </a:cubicBezTo>
                  <a:cubicBezTo>
                    <a:pt x="23305" y="4441"/>
                    <a:pt x="19242" y="2775"/>
                    <a:pt x="16024" y="36"/>
                  </a:cubicBezTo>
                  <a:cubicBezTo>
                    <a:pt x="15631" y="12"/>
                    <a:pt x="15237" y="1"/>
                    <a:pt x="1484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4" name="Google Shape;7764;p57"/>
            <p:cNvSpPr/>
            <p:nvPr/>
          </p:nvSpPr>
          <p:spPr>
            <a:xfrm>
              <a:off x="6510050" y="2888638"/>
              <a:ext cx="750400" cy="338400"/>
            </a:xfrm>
            <a:custGeom>
              <a:avLst/>
              <a:gdLst/>
              <a:ahLst/>
              <a:cxnLst/>
              <a:rect l="l" t="t" r="r" b="b"/>
              <a:pathLst>
                <a:path w="30016" h="13536" extrusionOk="0">
                  <a:moveTo>
                    <a:pt x="10226" y="571"/>
                  </a:moveTo>
                  <a:cubicBezTo>
                    <a:pt x="6072" y="1575"/>
                    <a:pt x="2580" y="3812"/>
                    <a:pt x="0" y="6825"/>
                  </a:cubicBezTo>
                  <a:lnTo>
                    <a:pt x="0" y="6825"/>
                  </a:lnTo>
                  <a:cubicBezTo>
                    <a:pt x="1233" y="6825"/>
                    <a:pt x="2146" y="6597"/>
                    <a:pt x="2146" y="6597"/>
                  </a:cubicBezTo>
                  <a:lnTo>
                    <a:pt x="2146" y="6597"/>
                  </a:lnTo>
                  <a:cubicBezTo>
                    <a:pt x="2146" y="6597"/>
                    <a:pt x="1598" y="8856"/>
                    <a:pt x="3173" y="10819"/>
                  </a:cubicBezTo>
                  <a:lnTo>
                    <a:pt x="3173" y="10819"/>
                  </a:lnTo>
                  <a:cubicBezTo>
                    <a:pt x="5113" y="9450"/>
                    <a:pt x="7350" y="8423"/>
                    <a:pt x="9792" y="7829"/>
                  </a:cubicBezTo>
                  <a:lnTo>
                    <a:pt x="9792" y="7829"/>
                  </a:lnTo>
                  <a:cubicBezTo>
                    <a:pt x="16960" y="6094"/>
                    <a:pt x="24150" y="8514"/>
                    <a:pt x="28852" y="13536"/>
                  </a:cubicBezTo>
                  <a:lnTo>
                    <a:pt x="28852" y="13536"/>
                  </a:lnTo>
                  <a:cubicBezTo>
                    <a:pt x="29194" y="13193"/>
                    <a:pt x="29536" y="12828"/>
                    <a:pt x="29879" y="12417"/>
                  </a:cubicBezTo>
                  <a:lnTo>
                    <a:pt x="29879" y="12417"/>
                  </a:lnTo>
                  <a:cubicBezTo>
                    <a:pt x="29673" y="10614"/>
                    <a:pt x="29742" y="8834"/>
                    <a:pt x="30016" y="7122"/>
                  </a:cubicBezTo>
                  <a:lnTo>
                    <a:pt x="30016" y="7122"/>
                  </a:lnTo>
                  <a:cubicBezTo>
                    <a:pt x="29285" y="6231"/>
                    <a:pt x="28486" y="5433"/>
                    <a:pt x="27642" y="4702"/>
                  </a:cubicBezTo>
                  <a:lnTo>
                    <a:pt x="27642" y="4702"/>
                  </a:lnTo>
                  <a:cubicBezTo>
                    <a:pt x="23305" y="4451"/>
                    <a:pt x="19242" y="2785"/>
                    <a:pt x="16024" y="46"/>
                  </a:cubicBezTo>
                  <a:lnTo>
                    <a:pt x="16024" y="46"/>
                  </a:lnTo>
                  <a:cubicBezTo>
                    <a:pt x="15636" y="23"/>
                    <a:pt x="15271" y="0"/>
                    <a:pt x="14883" y="0"/>
                  </a:cubicBezTo>
                  <a:lnTo>
                    <a:pt x="14883" y="0"/>
                  </a:lnTo>
                  <a:cubicBezTo>
                    <a:pt x="13353" y="0"/>
                    <a:pt x="11778" y="183"/>
                    <a:pt x="10226" y="571"/>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5" name="Google Shape;7765;p57"/>
            <p:cNvSpPr/>
            <p:nvPr/>
          </p:nvSpPr>
          <p:spPr>
            <a:xfrm>
              <a:off x="6510050" y="2888888"/>
              <a:ext cx="750400" cy="338150"/>
            </a:xfrm>
            <a:custGeom>
              <a:avLst/>
              <a:gdLst/>
              <a:ahLst/>
              <a:cxnLst/>
              <a:rect l="l" t="t" r="r" b="b"/>
              <a:pathLst>
                <a:path w="30016" h="13526" extrusionOk="0">
                  <a:moveTo>
                    <a:pt x="14843" y="1"/>
                  </a:moveTo>
                  <a:cubicBezTo>
                    <a:pt x="13312" y="1"/>
                    <a:pt x="11769" y="180"/>
                    <a:pt x="10226" y="561"/>
                  </a:cubicBezTo>
                  <a:cubicBezTo>
                    <a:pt x="6072" y="1565"/>
                    <a:pt x="2580" y="3802"/>
                    <a:pt x="0" y="6815"/>
                  </a:cubicBezTo>
                  <a:cubicBezTo>
                    <a:pt x="1233" y="6815"/>
                    <a:pt x="2146" y="6587"/>
                    <a:pt x="2146" y="6587"/>
                  </a:cubicBezTo>
                  <a:lnTo>
                    <a:pt x="2146" y="6587"/>
                  </a:lnTo>
                  <a:cubicBezTo>
                    <a:pt x="2146" y="6587"/>
                    <a:pt x="1598" y="8846"/>
                    <a:pt x="3173" y="10809"/>
                  </a:cubicBezTo>
                  <a:cubicBezTo>
                    <a:pt x="5113" y="9440"/>
                    <a:pt x="7350" y="8413"/>
                    <a:pt x="9792" y="7819"/>
                  </a:cubicBezTo>
                  <a:cubicBezTo>
                    <a:pt x="11352" y="7442"/>
                    <a:pt x="12913" y="7261"/>
                    <a:pt x="14449" y="7261"/>
                  </a:cubicBezTo>
                  <a:cubicBezTo>
                    <a:pt x="19971" y="7261"/>
                    <a:pt x="25173" y="9597"/>
                    <a:pt x="28852" y="13526"/>
                  </a:cubicBezTo>
                  <a:cubicBezTo>
                    <a:pt x="29194" y="13183"/>
                    <a:pt x="29536" y="12818"/>
                    <a:pt x="29879" y="12407"/>
                  </a:cubicBezTo>
                  <a:cubicBezTo>
                    <a:pt x="29673" y="10604"/>
                    <a:pt x="29742" y="8824"/>
                    <a:pt x="30016" y="7112"/>
                  </a:cubicBezTo>
                  <a:cubicBezTo>
                    <a:pt x="29285" y="6221"/>
                    <a:pt x="28486" y="5423"/>
                    <a:pt x="27642" y="4692"/>
                  </a:cubicBezTo>
                  <a:cubicBezTo>
                    <a:pt x="23305" y="4441"/>
                    <a:pt x="19242" y="2775"/>
                    <a:pt x="16024" y="36"/>
                  </a:cubicBezTo>
                  <a:cubicBezTo>
                    <a:pt x="15631" y="12"/>
                    <a:pt x="15237" y="1"/>
                    <a:pt x="1484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6" name="Google Shape;7766;p57"/>
            <p:cNvSpPr/>
            <p:nvPr/>
          </p:nvSpPr>
          <p:spPr>
            <a:xfrm>
              <a:off x="6510050" y="2888888"/>
              <a:ext cx="750400" cy="338150"/>
            </a:xfrm>
            <a:custGeom>
              <a:avLst/>
              <a:gdLst/>
              <a:ahLst/>
              <a:cxnLst/>
              <a:rect l="l" t="t" r="r" b="b"/>
              <a:pathLst>
                <a:path w="30016" h="13526" extrusionOk="0">
                  <a:moveTo>
                    <a:pt x="14843" y="1"/>
                  </a:moveTo>
                  <a:cubicBezTo>
                    <a:pt x="13312" y="1"/>
                    <a:pt x="11769" y="180"/>
                    <a:pt x="10226" y="561"/>
                  </a:cubicBezTo>
                  <a:cubicBezTo>
                    <a:pt x="6072" y="1565"/>
                    <a:pt x="2580" y="3802"/>
                    <a:pt x="0" y="6815"/>
                  </a:cubicBezTo>
                  <a:cubicBezTo>
                    <a:pt x="1233" y="6815"/>
                    <a:pt x="2146" y="6587"/>
                    <a:pt x="2146" y="6587"/>
                  </a:cubicBezTo>
                  <a:lnTo>
                    <a:pt x="2146" y="6587"/>
                  </a:lnTo>
                  <a:cubicBezTo>
                    <a:pt x="2146" y="6587"/>
                    <a:pt x="1598" y="8846"/>
                    <a:pt x="3173" y="10809"/>
                  </a:cubicBezTo>
                  <a:cubicBezTo>
                    <a:pt x="5113" y="9440"/>
                    <a:pt x="7350" y="8413"/>
                    <a:pt x="9792" y="7819"/>
                  </a:cubicBezTo>
                  <a:cubicBezTo>
                    <a:pt x="11352" y="7442"/>
                    <a:pt x="12913" y="7261"/>
                    <a:pt x="14449" y="7261"/>
                  </a:cubicBezTo>
                  <a:cubicBezTo>
                    <a:pt x="19971" y="7261"/>
                    <a:pt x="25173" y="9597"/>
                    <a:pt x="28852" y="13526"/>
                  </a:cubicBezTo>
                  <a:cubicBezTo>
                    <a:pt x="29194" y="13183"/>
                    <a:pt x="29536" y="12818"/>
                    <a:pt x="29879" y="12407"/>
                  </a:cubicBezTo>
                  <a:cubicBezTo>
                    <a:pt x="29673" y="10604"/>
                    <a:pt x="29742" y="8824"/>
                    <a:pt x="30016" y="7112"/>
                  </a:cubicBezTo>
                  <a:cubicBezTo>
                    <a:pt x="29285" y="6221"/>
                    <a:pt x="28486" y="5423"/>
                    <a:pt x="27642" y="4692"/>
                  </a:cubicBezTo>
                  <a:cubicBezTo>
                    <a:pt x="23305" y="4441"/>
                    <a:pt x="19242" y="2775"/>
                    <a:pt x="16024" y="36"/>
                  </a:cubicBezTo>
                  <a:cubicBezTo>
                    <a:pt x="15631" y="12"/>
                    <a:pt x="15237" y="1"/>
                    <a:pt x="1484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7" name="Google Shape;7767;p57"/>
            <p:cNvSpPr/>
            <p:nvPr/>
          </p:nvSpPr>
          <p:spPr>
            <a:xfrm>
              <a:off x="7286675" y="2946838"/>
              <a:ext cx="8600" cy="16000"/>
            </a:xfrm>
            <a:custGeom>
              <a:avLst/>
              <a:gdLst/>
              <a:ahLst/>
              <a:cxnLst/>
              <a:rect l="l" t="t" r="r" b="b"/>
              <a:pathLst>
                <a:path w="344" h="640" extrusionOk="0">
                  <a:moveTo>
                    <a:pt x="1" y="0"/>
                  </a:moveTo>
                  <a:lnTo>
                    <a:pt x="1" y="0"/>
                  </a:lnTo>
                  <a:cubicBezTo>
                    <a:pt x="46" y="229"/>
                    <a:pt x="69" y="434"/>
                    <a:pt x="92" y="639"/>
                  </a:cubicBezTo>
                  <a:cubicBezTo>
                    <a:pt x="183" y="457"/>
                    <a:pt x="252" y="251"/>
                    <a:pt x="343" y="69"/>
                  </a:cubicBezTo>
                  <a:cubicBezTo>
                    <a:pt x="229" y="46"/>
                    <a:pt x="115" y="23"/>
                    <a:pt x="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8" name="Google Shape;7768;p57"/>
            <p:cNvSpPr/>
            <p:nvPr/>
          </p:nvSpPr>
          <p:spPr>
            <a:xfrm>
              <a:off x="7286675" y="2946838"/>
              <a:ext cx="8600" cy="16000"/>
            </a:xfrm>
            <a:custGeom>
              <a:avLst/>
              <a:gdLst/>
              <a:ahLst/>
              <a:cxnLst/>
              <a:rect l="l" t="t" r="r" b="b"/>
              <a:pathLst>
                <a:path w="344" h="640" extrusionOk="0">
                  <a:moveTo>
                    <a:pt x="92" y="639"/>
                  </a:moveTo>
                  <a:cubicBezTo>
                    <a:pt x="183" y="457"/>
                    <a:pt x="252" y="251"/>
                    <a:pt x="343" y="69"/>
                  </a:cubicBezTo>
                  <a:lnTo>
                    <a:pt x="343" y="69"/>
                  </a:lnTo>
                  <a:cubicBezTo>
                    <a:pt x="229" y="46"/>
                    <a:pt x="115" y="23"/>
                    <a:pt x="1" y="0"/>
                  </a:cubicBezTo>
                  <a:lnTo>
                    <a:pt x="1" y="0"/>
                  </a:lnTo>
                  <a:cubicBezTo>
                    <a:pt x="46" y="229"/>
                    <a:pt x="69" y="434"/>
                    <a:pt x="92" y="639"/>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9" name="Google Shape;7769;p57"/>
            <p:cNvSpPr/>
            <p:nvPr/>
          </p:nvSpPr>
          <p:spPr>
            <a:xfrm>
              <a:off x="7286675" y="2946838"/>
              <a:ext cx="8600" cy="16000"/>
            </a:xfrm>
            <a:custGeom>
              <a:avLst/>
              <a:gdLst/>
              <a:ahLst/>
              <a:cxnLst/>
              <a:rect l="l" t="t" r="r" b="b"/>
              <a:pathLst>
                <a:path w="344" h="640" extrusionOk="0">
                  <a:moveTo>
                    <a:pt x="1" y="0"/>
                  </a:moveTo>
                  <a:lnTo>
                    <a:pt x="1" y="0"/>
                  </a:lnTo>
                  <a:cubicBezTo>
                    <a:pt x="46" y="229"/>
                    <a:pt x="69" y="434"/>
                    <a:pt x="92" y="639"/>
                  </a:cubicBezTo>
                  <a:cubicBezTo>
                    <a:pt x="183" y="457"/>
                    <a:pt x="252" y="251"/>
                    <a:pt x="343" y="69"/>
                  </a:cubicBezTo>
                  <a:cubicBezTo>
                    <a:pt x="229" y="46"/>
                    <a:pt x="115" y="23"/>
                    <a:pt x="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0" name="Google Shape;7770;p57"/>
            <p:cNvSpPr/>
            <p:nvPr/>
          </p:nvSpPr>
          <p:spPr>
            <a:xfrm>
              <a:off x="6846150" y="2198163"/>
              <a:ext cx="122150" cy="63375"/>
            </a:xfrm>
            <a:custGeom>
              <a:avLst/>
              <a:gdLst/>
              <a:ahLst/>
              <a:cxnLst/>
              <a:rect l="l" t="t" r="r" b="b"/>
              <a:pathLst>
                <a:path w="4886" h="2535" extrusionOk="0">
                  <a:moveTo>
                    <a:pt x="297" y="1"/>
                  </a:moveTo>
                  <a:cubicBezTo>
                    <a:pt x="206" y="138"/>
                    <a:pt x="115" y="252"/>
                    <a:pt x="1" y="366"/>
                  </a:cubicBezTo>
                  <a:cubicBezTo>
                    <a:pt x="1324" y="959"/>
                    <a:pt x="2648" y="1667"/>
                    <a:pt x="3949" y="2534"/>
                  </a:cubicBezTo>
                  <a:cubicBezTo>
                    <a:pt x="4246" y="1918"/>
                    <a:pt x="4543" y="1324"/>
                    <a:pt x="4885" y="731"/>
                  </a:cubicBezTo>
                  <a:cubicBezTo>
                    <a:pt x="3333" y="685"/>
                    <a:pt x="1781" y="434"/>
                    <a:pt x="29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1" name="Google Shape;7771;p57"/>
            <p:cNvSpPr/>
            <p:nvPr/>
          </p:nvSpPr>
          <p:spPr>
            <a:xfrm>
              <a:off x="6846150" y="2198163"/>
              <a:ext cx="122150" cy="63375"/>
            </a:xfrm>
            <a:custGeom>
              <a:avLst/>
              <a:gdLst/>
              <a:ahLst/>
              <a:cxnLst/>
              <a:rect l="l" t="t" r="r" b="b"/>
              <a:pathLst>
                <a:path w="4886" h="2535" extrusionOk="0">
                  <a:moveTo>
                    <a:pt x="1" y="366"/>
                  </a:moveTo>
                  <a:cubicBezTo>
                    <a:pt x="1324" y="959"/>
                    <a:pt x="2648" y="1667"/>
                    <a:pt x="3949" y="2534"/>
                  </a:cubicBezTo>
                  <a:lnTo>
                    <a:pt x="3949" y="2534"/>
                  </a:lnTo>
                  <a:cubicBezTo>
                    <a:pt x="4246" y="1918"/>
                    <a:pt x="4543" y="1324"/>
                    <a:pt x="4885" y="731"/>
                  </a:cubicBezTo>
                  <a:lnTo>
                    <a:pt x="4885" y="731"/>
                  </a:lnTo>
                  <a:cubicBezTo>
                    <a:pt x="3310" y="685"/>
                    <a:pt x="1781" y="434"/>
                    <a:pt x="297" y="1"/>
                  </a:cubicBezTo>
                  <a:lnTo>
                    <a:pt x="297" y="1"/>
                  </a:lnTo>
                  <a:cubicBezTo>
                    <a:pt x="206" y="138"/>
                    <a:pt x="115" y="252"/>
                    <a:pt x="1" y="366"/>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2" name="Google Shape;7772;p57"/>
            <p:cNvSpPr/>
            <p:nvPr/>
          </p:nvSpPr>
          <p:spPr>
            <a:xfrm>
              <a:off x="6846150" y="2198163"/>
              <a:ext cx="122150" cy="63375"/>
            </a:xfrm>
            <a:custGeom>
              <a:avLst/>
              <a:gdLst/>
              <a:ahLst/>
              <a:cxnLst/>
              <a:rect l="l" t="t" r="r" b="b"/>
              <a:pathLst>
                <a:path w="4886" h="2535" extrusionOk="0">
                  <a:moveTo>
                    <a:pt x="297" y="1"/>
                  </a:moveTo>
                  <a:cubicBezTo>
                    <a:pt x="206" y="138"/>
                    <a:pt x="115" y="252"/>
                    <a:pt x="1" y="366"/>
                  </a:cubicBezTo>
                  <a:cubicBezTo>
                    <a:pt x="1324" y="959"/>
                    <a:pt x="2648" y="1667"/>
                    <a:pt x="3949" y="2534"/>
                  </a:cubicBezTo>
                  <a:cubicBezTo>
                    <a:pt x="4246" y="1918"/>
                    <a:pt x="4543" y="1324"/>
                    <a:pt x="4885" y="731"/>
                  </a:cubicBezTo>
                  <a:cubicBezTo>
                    <a:pt x="3333" y="685"/>
                    <a:pt x="1781" y="434"/>
                    <a:pt x="29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3" name="Google Shape;7773;p57"/>
            <p:cNvSpPr/>
            <p:nvPr/>
          </p:nvSpPr>
          <p:spPr>
            <a:xfrm>
              <a:off x="6789650" y="2222138"/>
              <a:ext cx="223150" cy="557525"/>
            </a:xfrm>
            <a:custGeom>
              <a:avLst/>
              <a:gdLst/>
              <a:ahLst/>
              <a:cxnLst/>
              <a:rect l="l" t="t" r="r" b="b"/>
              <a:pathLst>
                <a:path w="8926" h="22301" extrusionOk="0">
                  <a:moveTo>
                    <a:pt x="1804" y="0"/>
                  </a:moveTo>
                  <a:cubicBezTo>
                    <a:pt x="1119" y="913"/>
                    <a:pt x="526" y="1895"/>
                    <a:pt x="1" y="2922"/>
                  </a:cubicBezTo>
                  <a:cubicBezTo>
                    <a:pt x="800" y="4406"/>
                    <a:pt x="1416" y="5980"/>
                    <a:pt x="1827" y="7670"/>
                  </a:cubicBezTo>
                  <a:cubicBezTo>
                    <a:pt x="2991" y="12394"/>
                    <a:pt x="2329" y="17119"/>
                    <a:pt x="320" y="21136"/>
                  </a:cubicBezTo>
                  <a:cubicBezTo>
                    <a:pt x="366" y="21205"/>
                    <a:pt x="412" y="21296"/>
                    <a:pt x="435" y="21365"/>
                  </a:cubicBezTo>
                  <a:cubicBezTo>
                    <a:pt x="1157" y="21286"/>
                    <a:pt x="1876" y="21248"/>
                    <a:pt x="2589" y="21248"/>
                  </a:cubicBezTo>
                  <a:cubicBezTo>
                    <a:pt x="4779" y="21248"/>
                    <a:pt x="6911" y="21612"/>
                    <a:pt x="8926" y="22301"/>
                  </a:cubicBezTo>
                  <a:cubicBezTo>
                    <a:pt x="7077" y="20086"/>
                    <a:pt x="5707" y="17439"/>
                    <a:pt x="4977" y="14449"/>
                  </a:cubicBezTo>
                  <a:cubicBezTo>
                    <a:pt x="3995" y="10386"/>
                    <a:pt x="4338" y="6346"/>
                    <a:pt x="5730" y="2739"/>
                  </a:cubicBezTo>
                  <a:cubicBezTo>
                    <a:pt x="4520" y="1735"/>
                    <a:pt x="3219" y="822"/>
                    <a:pt x="180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4" name="Google Shape;7774;p57"/>
            <p:cNvSpPr/>
            <p:nvPr/>
          </p:nvSpPr>
          <p:spPr>
            <a:xfrm>
              <a:off x="6789650" y="2222138"/>
              <a:ext cx="223150" cy="557525"/>
            </a:xfrm>
            <a:custGeom>
              <a:avLst/>
              <a:gdLst/>
              <a:ahLst/>
              <a:cxnLst/>
              <a:rect l="l" t="t" r="r" b="b"/>
              <a:pathLst>
                <a:path w="8926" h="22301" extrusionOk="0">
                  <a:moveTo>
                    <a:pt x="1" y="2922"/>
                  </a:moveTo>
                  <a:cubicBezTo>
                    <a:pt x="800" y="4406"/>
                    <a:pt x="1416" y="5980"/>
                    <a:pt x="1827" y="7670"/>
                  </a:cubicBezTo>
                  <a:lnTo>
                    <a:pt x="1827" y="7670"/>
                  </a:lnTo>
                  <a:cubicBezTo>
                    <a:pt x="2991" y="12394"/>
                    <a:pt x="2329" y="17119"/>
                    <a:pt x="320" y="21136"/>
                  </a:cubicBezTo>
                  <a:lnTo>
                    <a:pt x="320" y="21136"/>
                  </a:lnTo>
                  <a:cubicBezTo>
                    <a:pt x="366" y="21205"/>
                    <a:pt x="412" y="21296"/>
                    <a:pt x="435" y="21365"/>
                  </a:cubicBezTo>
                  <a:lnTo>
                    <a:pt x="435" y="21365"/>
                  </a:lnTo>
                  <a:cubicBezTo>
                    <a:pt x="3379" y="21045"/>
                    <a:pt x="6255" y="21388"/>
                    <a:pt x="8926" y="22301"/>
                  </a:cubicBezTo>
                  <a:lnTo>
                    <a:pt x="8926" y="22301"/>
                  </a:lnTo>
                  <a:cubicBezTo>
                    <a:pt x="7077" y="20086"/>
                    <a:pt x="5707" y="17439"/>
                    <a:pt x="4977" y="14449"/>
                  </a:cubicBezTo>
                  <a:lnTo>
                    <a:pt x="4977" y="14449"/>
                  </a:lnTo>
                  <a:cubicBezTo>
                    <a:pt x="3995" y="10386"/>
                    <a:pt x="4338" y="6346"/>
                    <a:pt x="5730" y="2739"/>
                  </a:cubicBezTo>
                  <a:lnTo>
                    <a:pt x="5730" y="2739"/>
                  </a:lnTo>
                  <a:cubicBezTo>
                    <a:pt x="4520" y="1735"/>
                    <a:pt x="3219" y="822"/>
                    <a:pt x="1804" y="0"/>
                  </a:cubicBezTo>
                  <a:lnTo>
                    <a:pt x="1804" y="0"/>
                  </a:lnTo>
                  <a:cubicBezTo>
                    <a:pt x="1119" y="913"/>
                    <a:pt x="526" y="1895"/>
                    <a:pt x="1" y="2922"/>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5" name="Google Shape;7775;p57"/>
            <p:cNvSpPr/>
            <p:nvPr/>
          </p:nvSpPr>
          <p:spPr>
            <a:xfrm>
              <a:off x="6789650" y="2222138"/>
              <a:ext cx="223150" cy="557525"/>
            </a:xfrm>
            <a:custGeom>
              <a:avLst/>
              <a:gdLst/>
              <a:ahLst/>
              <a:cxnLst/>
              <a:rect l="l" t="t" r="r" b="b"/>
              <a:pathLst>
                <a:path w="8926" h="22301" extrusionOk="0">
                  <a:moveTo>
                    <a:pt x="1804" y="0"/>
                  </a:moveTo>
                  <a:cubicBezTo>
                    <a:pt x="1119" y="913"/>
                    <a:pt x="526" y="1895"/>
                    <a:pt x="1" y="2922"/>
                  </a:cubicBezTo>
                  <a:cubicBezTo>
                    <a:pt x="800" y="4406"/>
                    <a:pt x="1416" y="5980"/>
                    <a:pt x="1827" y="7670"/>
                  </a:cubicBezTo>
                  <a:cubicBezTo>
                    <a:pt x="2991" y="12394"/>
                    <a:pt x="2329" y="17119"/>
                    <a:pt x="320" y="21136"/>
                  </a:cubicBezTo>
                  <a:cubicBezTo>
                    <a:pt x="366" y="21205"/>
                    <a:pt x="412" y="21296"/>
                    <a:pt x="435" y="21365"/>
                  </a:cubicBezTo>
                  <a:cubicBezTo>
                    <a:pt x="1157" y="21286"/>
                    <a:pt x="1876" y="21248"/>
                    <a:pt x="2589" y="21248"/>
                  </a:cubicBezTo>
                  <a:cubicBezTo>
                    <a:pt x="4779" y="21248"/>
                    <a:pt x="6911" y="21612"/>
                    <a:pt x="8926" y="22301"/>
                  </a:cubicBezTo>
                  <a:cubicBezTo>
                    <a:pt x="7077" y="20086"/>
                    <a:pt x="5707" y="17439"/>
                    <a:pt x="4977" y="14449"/>
                  </a:cubicBezTo>
                  <a:cubicBezTo>
                    <a:pt x="3995" y="10386"/>
                    <a:pt x="4338" y="6346"/>
                    <a:pt x="5730" y="2739"/>
                  </a:cubicBezTo>
                  <a:cubicBezTo>
                    <a:pt x="4520" y="1735"/>
                    <a:pt x="3219" y="822"/>
                    <a:pt x="180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6" name="Google Shape;7776;p57"/>
            <p:cNvSpPr/>
            <p:nvPr/>
          </p:nvSpPr>
          <p:spPr>
            <a:xfrm>
              <a:off x="7232475" y="2931988"/>
              <a:ext cx="51950" cy="63950"/>
            </a:xfrm>
            <a:custGeom>
              <a:avLst/>
              <a:gdLst/>
              <a:ahLst/>
              <a:cxnLst/>
              <a:rect l="l" t="t" r="r" b="b"/>
              <a:pathLst>
                <a:path w="2078" h="2558" extrusionOk="0">
                  <a:moveTo>
                    <a:pt x="0" y="1"/>
                  </a:moveTo>
                  <a:lnTo>
                    <a:pt x="0" y="1"/>
                  </a:lnTo>
                  <a:cubicBezTo>
                    <a:pt x="662" y="777"/>
                    <a:pt x="1256" y="1644"/>
                    <a:pt x="1803" y="2557"/>
                  </a:cubicBezTo>
                  <a:cubicBezTo>
                    <a:pt x="1895" y="2261"/>
                    <a:pt x="1986" y="1964"/>
                    <a:pt x="2077" y="1690"/>
                  </a:cubicBezTo>
                  <a:cubicBezTo>
                    <a:pt x="2032" y="1325"/>
                    <a:pt x="1963" y="937"/>
                    <a:pt x="1872" y="526"/>
                  </a:cubicBezTo>
                  <a:cubicBezTo>
                    <a:pt x="1233" y="389"/>
                    <a:pt x="617" y="206"/>
                    <a:pt x="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7" name="Google Shape;7777;p57"/>
            <p:cNvSpPr/>
            <p:nvPr/>
          </p:nvSpPr>
          <p:spPr>
            <a:xfrm>
              <a:off x="7232475" y="2931988"/>
              <a:ext cx="51950" cy="63950"/>
            </a:xfrm>
            <a:custGeom>
              <a:avLst/>
              <a:gdLst/>
              <a:ahLst/>
              <a:cxnLst/>
              <a:rect l="l" t="t" r="r" b="b"/>
              <a:pathLst>
                <a:path w="2078" h="2558" extrusionOk="0">
                  <a:moveTo>
                    <a:pt x="1803" y="2557"/>
                  </a:moveTo>
                  <a:cubicBezTo>
                    <a:pt x="1895" y="2261"/>
                    <a:pt x="1986" y="1964"/>
                    <a:pt x="2077" y="1690"/>
                  </a:cubicBezTo>
                  <a:lnTo>
                    <a:pt x="2077" y="1690"/>
                  </a:lnTo>
                  <a:cubicBezTo>
                    <a:pt x="2032" y="1325"/>
                    <a:pt x="1963" y="937"/>
                    <a:pt x="1872" y="526"/>
                  </a:cubicBezTo>
                  <a:lnTo>
                    <a:pt x="1872" y="526"/>
                  </a:lnTo>
                  <a:cubicBezTo>
                    <a:pt x="1233" y="389"/>
                    <a:pt x="617" y="206"/>
                    <a:pt x="0" y="1"/>
                  </a:cubicBezTo>
                  <a:lnTo>
                    <a:pt x="0" y="1"/>
                  </a:lnTo>
                  <a:cubicBezTo>
                    <a:pt x="662" y="777"/>
                    <a:pt x="1256" y="1644"/>
                    <a:pt x="1803" y="2557"/>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8" name="Google Shape;7778;p57"/>
            <p:cNvSpPr/>
            <p:nvPr/>
          </p:nvSpPr>
          <p:spPr>
            <a:xfrm>
              <a:off x="7232475" y="2931988"/>
              <a:ext cx="51950" cy="63950"/>
            </a:xfrm>
            <a:custGeom>
              <a:avLst/>
              <a:gdLst/>
              <a:ahLst/>
              <a:cxnLst/>
              <a:rect l="l" t="t" r="r" b="b"/>
              <a:pathLst>
                <a:path w="2078" h="2558" extrusionOk="0">
                  <a:moveTo>
                    <a:pt x="0" y="1"/>
                  </a:moveTo>
                  <a:lnTo>
                    <a:pt x="0" y="1"/>
                  </a:lnTo>
                  <a:cubicBezTo>
                    <a:pt x="662" y="777"/>
                    <a:pt x="1256" y="1644"/>
                    <a:pt x="1803" y="2557"/>
                  </a:cubicBezTo>
                  <a:cubicBezTo>
                    <a:pt x="1895" y="2261"/>
                    <a:pt x="1986" y="1964"/>
                    <a:pt x="2077" y="1690"/>
                  </a:cubicBezTo>
                  <a:cubicBezTo>
                    <a:pt x="2032" y="1325"/>
                    <a:pt x="1963" y="937"/>
                    <a:pt x="1872" y="526"/>
                  </a:cubicBezTo>
                  <a:cubicBezTo>
                    <a:pt x="1233" y="389"/>
                    <a:pt x="617" y="206"/>
                    <a:pt x="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9" name="Google Shape;7779;p57"/>
            <p:cNvSpPr/>
            <p:nvPr/>
          </p:nvSpPr>
          <p:spPr>
            <a:xfrm>
              <a:off x="7279250" y="2945113"/>
              <a:ext cx="9725" cy="29125"/>
            </a:xfrm>
            <a:custGeom>
              <a:avLst/>
              <a:gdLst/>
              <a:ahLst/>
              <a:cxnLst/>
              <a:rect l="l" t="t" r="r" b="b"/>
              <a:pathLst>
                <a:path w="389" h="1165" extrusionOk="0">
                  <a:moveTo>
                    <a:pt x="1" y="1"/>
                  </a:moveTo>
                  <a:cubicBezTo>
                    <a:pt x="92" y="412"/>
                    <a:pt x="161" y="800"/>
                    <a:pt x="206" y="1165"/>
                  </a:cubicBezTo>
                  <a:cubicBezTo>
                    <a:pt x="275" y="1005"/>
                    <a:pt x="343" y="868"/>
                    <a:pt x="389" y="708"/>
                  </a:cubicBezTo>
                  <a:cubicBezTo>
                    <a:pt x="366" y="503"/>
                    <a:pt x="343" y="298"/>
                    <a:pt x="298" y="69"/>
                  </a:cubicBezTo>
                  <a:cubicBezTo>
                    <a:pt x="206" y="46"/>
                    <a:pt x="115" y="24"/>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0" name="Google Shape;7780;p57"/>
            <p:cNvSpPr/>
            <p:nvPr/>
          </p:nvSpPr>
          <p:spPr>
            <a:xfrm>
              <a:off x="7279250" y="2945113"/>
              <a:ext cx="9725" cy="29125"/>
            </a:xfrm>
            <a:custGeom>
              <a:avLst/>
              <a:gdLst/>
              <a:ahLst/>
              <a:cxnLst/>
              <a:rect l="l" t="t" r="r" b="b"/>
              <a:pathLst>
                <a:path w="389" h="1165" extrusionOk="0">
                  <a:moveTo>
                    <a:pt x="206" y="1165"/>
                  </a:moveTo>
                  <a:cubicBezTo>
                    <a:pt x="275" y="1005"/>
                    <a:pt x="343" y="868"/>
                    <a:pt x="389" y="708"/>
                  </a:cubicBezTo>
                  <a:lnTo>
                    <a:pt x="389" y="708"/>
                  </a:lnTo>
                  <a:cubicBezTo>
                    <a:pt x="366" y="503"/>
                    <a:pt x="343" y="298"/>
                    <a:pt x="298" y="69"/>
                  </a:cubicBezTo>
                  <a:lnTo>
                    <a:pt x="298" y="69"/>
                  </a:lnTo>
                  <a:cubicBezTo>
                    <a:pt x="206" y="46"/>
                    <a:pt x="92" y="24"/>
                    <a:pt x="1" y="1"/>
                  </a:cubicBezTo>
                  <a:lnTo>
                    <a:pt x="1" y="1"/>
                  </a:lnTo>
                  <a:cubicBezTo>
                    <a:pt x="92" y="412"/>
                    <a:pt x="161" y="800"/>
                    <a:pt x="206" y="1165"/>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1" name="Google Shape;7781;p57"/>
            <p:cNvSpPr/>
            <p:nvPr/>
          </p:nvSpPr>
          <p:spPr>
            <a:xfrm>
              <a:off x="7279250" y="2945113"/>
              <a:ext cx="9725" cy="29125"/>
            </a:xfrm>
            <a:custGeom>
              <a:avLst/>
              <a:gdLst/>
              <a:ahLst/>
              <a:cxnLst/>
              <a:rect l="l" t="t" r="r" b="b"/>
              <a:pathLst>
                <a:path w="389" h="1165" extrusionOk="0">
                  <a:moveTo>
                    <a:pt x="1" y="1"/>
                  </a:moveTo>
                  <a:cubicBezTo>
                    <a:pt x="92" y="412"/>
                    <a:pt x="161" y="800"/>
                    <a:pt x="206" y="1165"/>
                  </a:cubicBezTo>
                  <a:cubicBezTo>
                    <a:pt x="275" y="1005"/>
                    <a:pt x="343" y="868"/>
                    <a:pt x="389" y="708"/>
                  </a:cubicBezTo>
                  <a:cubicBezTo>
                    <a:pt x="366" y="503"/>
                    <a:pt x="343" y="298"/>
                    <a:pt x="298" y="69"/>
                  </a:cubicBezTo>
                  <a:cubicBezTo>
                    <a:pt x="206" y="46"/>
                    <a:pt x="92" y="24"/>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2" name="Google Shape;7782;p57"/>
            <p:cNvSpPr/>
            <p:nvPr/>
          </p:nvSpPr>
          <p:spPr>
            <a:xfrm>
              <a:off x="7279250" y="2945113"/>
              <a:ext cx="9725" cy="29125"/>
            </a:xfrm>
            <a:custGeom>
              <a:avLst/>
              <a:gdLst/>
              <a:ahLst/>
              <a:cxnLst/>
              <a:rect l="l" t="t" r="r" b="b"/>
              <a:pathLst>
                <a:path w="389" h="1165" extrusionOk="0">
                  <a:moveTo>
                    <a:pt x="1" y="1"/>
                  </a:moveTo>
                  <a:cubicBezTo>
                    <a:pt x="92" y="412"/>
                    <a:pt x="161" y="800"/>
                    <a:pt x="206" y="1165"/>
                  </a:cubicBezTo>
                  <a:cubicBezTo>
                    <a:pt x="275" y="1005"/>
                    <a:pt x="343" y="868"/>
                    <a:pt x="389" y="708"/>
                  </a:cubicBezTo>
                  <a:cubicBezTo>
                    <a:pt x="366" y="503"/>
                    <a:pt x="343" y="298"/>
                    <a:pt x="298" y="69"/>
                  </a:cubicBezTo>
                  <a:cubicBezTo>
                    <a:pt x="206" y="46"/>
                    <a:pt x="115" y="24"/>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3" name="Google Shape;7783;p57"/>
            <p:cNvSpPr/>
            <p:nvPr/>
          </p:nvSpPr>
          <p:spPr>
            <a:xfrm>
              <a:off x="6834750" y="2207288"/>
              <a:ext cx="110150" cy="83350"/>
            </a:xfrm>
            <a:custGeom>
              <a:avLst/>
              <a:gdLst/>
              <a:ahLst/>
              <a:cxnLst/>
              <a:rect l="l" t="t" r="r" b="b"/>
              <a:pathLst>
                <a:path w="4406" h="3334" extrusionOk="0">
                  <a:moveTo>
                    <a:pt x="457" y="1"/>
                  </a:moveTo>
                  <a:cubicBezTo>
                    <a:pt x="320" y="183"/>
                    <a:pt x="160" y="389"/>
                    <a:pt x="0" y="594"/>
                  </a:cubicBezTo>
                  <a:cubicBezTo>
                    <a:pt x="1415" y="1416"/>
                    <a:pt x="2716" y="2329"/>
                    <a:pt x="3926" y="3333"/>
                  </a:cubicBezTo>
                  <a:cubicBezTo>
                    <a:pt x="4063" y="2922"/>
                    <a:pt x="4246" y="2534"/>
                    <a:pt x="4405" y="2169"/>
                  </a:cubicBezTo>
                  <a:cubicBezTo>
                    <a:pt x="3104" y="1302"/>
                    <a:pt x="1780" y="594"/>
                    <a:pt x="45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4" name="Google Shape;7784;p57"/>
            <p:cNvSpPr/>
            <p:nvPr/>
          </p:nvSpPr>
          <p:spPr>
            <a:xfrm>
              <a:off x="6834750" y="2207288"/>
              <a:ext cx="110150" cy="83350"/>
            </a:xfrm>
            <a:custGeom>
              <a:avLst/>
              <a:gdLst/>
              <a:ahLst/>
              <a:cxnLst/>
              <a:rect l="l" t="t" r="r" b="b"/>
              <a:pathLst>
                <a:path w="4406" h="3334" extrusionOk="0">
                  <a:moveTo>
                    <a:pt x="0" y="594"/>
                  </a:moveTo>
                  <a:cubicBezTo>
                    <a:pt x="1415" y="1416"/>
                    <a:pt x="2716" y="2329"/>
                    <a:pt x="3926" y="3333"/>
                  </a:cubicBezTo>
                  <a:lnTo>
                    <a:pt x="3926" y="3333"/>
                  </a:lnTo>
                  <a:cubicBezTo>
                    <a:pt x="4063" y="2922"/>
                    <a:pt x="4246" y="2534"/>
                    <a:pt x="4405" y="2169"/>
                  </a:cubicBezTo>
                  <a:lnTo>
                    <a:pt x="4405" y="2169"/>
                  </a:lnTo>
                  <a:cubicBezTo>
                    <a:pt x="3104" y="1302"/>
                    <a:pt x="1780" y="594"/>
                    <a:pt x="457" y="1"/>
                  </a:cubicBezTo>
                  <a:lnTo>
                    <a:pt x="457" y="1"/>
                  </a:lnTo>
                  <a:cubicBezTo>
                    <a:pt x="320" y="183"/>
                    <a:pt x="160" y="389"/>
                    <a:pt x="0" y="594"/>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5" name="Google Shape;7785;p57"/>
            <p:cNvSpPr/>
            <p:nvPr/>
          </p:nvSpPr>
          <p:spPr>
            <a:xfrm>
              <a:off x="6834750" y="2207288"/>
              <a:ext cx="110150" cy="83350"/>
            </a:xfrm>
            <a:custGeom>
              <a:avLst/>
              <a:gdLst/>
              <a:ahLst/>
              <a:cxnLst/>
              <a:rect l="l" t="t" r="r" b="b"/>
              <a:pathLst>
                <a:path w="4406" h="3334" extrusionOk="0">
                  <a:moveTo>
                    <a:pt x="457" y="1"/>
                  </a:moveTo>
                  <a:cubicBezTo>
                    <a:pt x="320" y="183"/>
                    <a:pt x="160" y="389"/>
                    <a:pt x="0" y="594"/>
                  </a:cubicBezTo>
                  <a:cubicBezTo>
                    <a:pt x="1415" y="1416"/>
                    <a:pt x="2716" y="2329"/>
                    <a:pt x="3926" y="3333"/>
                  </a:cubicBezTo>
                  <a:cubicBezTo>
                    <a:pt x="4063" y="2922"/>
                    <a:pt x="4246" y="2534"/>
                    <a:pt x="4405" y="2169"/>
                  </a:cubicBezTo>
                  <a:cubicBezTo>
                    <a:pt x="3104" y="1302"/>
                    <a:pt x="1780" y="594"/>
                    <a:pt x="45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6" name="Google Shape;7786;p57"/>
            <p:cNvSpPr/>
            <p:nvPr/>
          </p:nvSpPr>
          <p:spPr>
            <a:xfrm>
              <a:off x="6834750" y="2207288"/>
              <a:ext cx="110150" cy="83350"/>
            </a:xfrm>
            <a:custGeom>
              <a:avLst/>
              <a:gdLst/>
              <a:ahLst/>
              <a:cxnLst/>
              <a:rect l="l" t="t" r="r" b="b"/>
              <a:pathLst>
                <a:path w="4406" h="3334" extrusionOk="0">
                  <a:moveTo>
                    <a:pt x="457" y="1"/>
                  </a:moveTo>
                  <a:cubicBezTo>
                    <a:pt x="320" y="183"/>
                    <a:pt x="160" y="389"/>
                    <a:pt x="0" y="594"/>
                  </a:cubicBezTo>
                  <a:cubicBezTo>
                    <a:pt x="1415" y="1416"/>
                    <a:pt x="2716" y="2329"/>
                    <a:pt x="3926" y="3333"/>
                  </a:cubicBezTo>
                  <a:cubicBezTo>
                    <a:pt x="4063" y="2922"/>
                    <a:pt x="4246" y="2534"/>
                    <a:pt x="4405" y="2169"/>
                  </a:cubicBezTo>
                  <a:cubicBezTo>
                    <a:pt x="3104" y="1302"/>
                    <a:pt x="1780" y="594"/>
                    <a:pt x="45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7" name="Google Shape;7787;p57"/>
            <p:cNvSpPr/>
            <p:nvPr/>
          </p:nvSpPr>
          <p:spPr>
            <a:xfrm>
              <a:off x="6722900" y="2295163"/>
              <a:ext cx="141525" cy="455400"/>
            </a:xfrm>
            <a:custGeom>
              <a:avLst/>
              <a:gdLst/>
              <a:ahLst/>
              <a:cxnLst/>
              <a:rect l="l" t="t" r="r" b="b"/>
              <a:pathLst>
                <a:path w="5661" h="18216" extrusionOk="0">
                  <a:moveTo>
                    <a:pt x="2671" y="1"/>
                  </a:moveTo>
                  <a:cubicBezTo>
                    <a:pt x="662" y="4041"/>
                    <a:pt x="0" y="8766"/>
                    <a:pt x="1164" y="13468"/>
                  </a:cubicBezTo>
                  <a:cubicBezTo>
                    <a:pt x="1575" y="15157"/>
                    <a:pt x="2191" y="16755"/>
                    <a:pt x="2990" y="18215"/>
                  </a:cubicBezTo>
                  <a:cubicBezTo>
                    <a:pt x="4999" y="14198"/>
                    <a:pt x="5661" y="9473"/>
                    <a:pt x="4497" y="4749"/>
                  </a:cubicBezTo>
                  <a:cubicBezTo>
                    <a:pt x="4086" y="3059"/>
                    <a:pt x="3470" y="1485"/>
                    <a:pt x="267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8" name="Google Shape;7788;p57"/>
            <p:cNvSpPr/>
            <p:nvPr/>
          </p:nvSpPr>
          <p:spPr>
            <a:xfrm>
              <a:off x="6722900" y="2295163"/>
              <a:ext cx="141525" cy="455400"/>
            </a:xfrm>
            <a:custGeom>
              <a:avLst/>
              <a:gdLst/>
              <a:ahLst/>
              <a:cxnLst/>
              <a:rect l="l" t="t" r="r" b="b"/>
              <a:pathLst>
                <a:path w="5661" h="18216" extrusionOk="0">
                  <a:moveTo>
                    <a:pt x="1164" y="13468"/>
                  </a:moveTo>
                  <a:cubicBezTo>
                    <a:pt x="1575" y="15157"/>
                    <a:pt x="2191" y="16755"/>
                    <a:pt x="2990" y="18215"/>
                  </a:cubicBezTo>
                  <a:lnTo>
                    <a:pt x="2990" y="18215"/>
                  </a:lnTo>
                  <a:cubicBezTo>
                    <a:pt x="4999" y="14198"/>
                    <a:pt x="5661" y="9473"/>
                    <a:pt x="4497" y="4749"/>
                  </a:cubicBezTo>
                  <a:lnTo>
                    <a:pt x="4497" y="4749"/>
                  </a:lnTo>
                  <a:cubicBezTo>
                    <a:pt x="4086" y="3059"/>
                    <a:pt x="3470" y="1485"/>
                    <a:pt x="2671" y="1"/>
                  </a:cubicBezTo>
                  <a:lnTo>
                    <a:pt x="2671" y="1"/>
                  </a:lnTo>
                  <a:cubicBezTo>
                    <a:pt x="662" y="4041"/>
                    <a:pt x="0" y="8766"/>
                    <a:pt x="1164" y="13468"/>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9" name="Google Shape;7789;p57"/>
            <p:cNvSpPr/>
            <p:nvPr/>
          </p:nvSpPr>
          <p:spPr>
            <a:xfrm>
              <a:off x="6722900" y="2295163"/>
              <a:ext cx="141525" cy="455400"/>
            </a:xfrm>
            <a:custGeom>
              <a:avLst/>
              <a:gdLst/>
              <a:ahLst/>
              <a:cxnLst/>
              <a:rect l="l" t="t" r="r" b="b"/>
              <a:pathLst>
                <a:path w="5661" h="18216" extrusionOk="0">
                  <a:moveTo>
                    <a:pt x="2671" y="1"/>
                  </a:moveTo>
                  <a:cubicBezTo>
                    <a:pt x="662" y="4041"/>
                    <a:pt x="0" y="8766"/>
                    <a:pt x="1164" y="13468"/>
                  </a:cubicBezTo>
                  <a:cubicBezTo>
                    <a:pt x="1575" y="15157"/>
                    <a:pt x="2191" y="16755"/>
                    <a:pt x="2990" y="18215"/>
                  </a:cubicBezTo>
                  <a:cubicBezTo>
                    <a:pt x="4999" y="14198"/>
                    <a:pt x="5661" y="9473"/>
                    <a:pt x="4497" y="4749"/>
                  </a:cubicBezTo>
                  <a:cubicBezTo>
                    <a:pt x="4086" y="3059"/>
                    <a:pt x="3470" y="1485"/>
                    <a:pt x="267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0" name="Google Shape;7790;p57"/>
            <p:cNvSpPr/>
            <p:nvPr/>
          </p:nvSpPr>
          <p:spPr>
            <a:xfrm>
              <a:off x="6722900" y="2295163"/>
              <a:ext cx="141525" cy="455400"/>
            </a:xfrm>
            <a:custGeom>
              <a:avLst/>
              <a:gdLst/>
              <a:ahLst/>
              <a:cxnLst/>
              <a:rect l="l" t="t" r="r" b="b"/>
              <a:pathLst>
                <a:path w="5661" h="18216" extrusionOk="0">
                  <a:moveTo>
                    <a:pt x="2671" y="1"/>
                  </a:moveTo>
                  <a:cubicBezTo>
                    <a:pt x="662" y="4041"/>
                    <a:pt x="0" y="8766"/>
                    <a:pt x="1164" y="13468"/>
                  </a:cubicBezTo>
                  <a:cubicBezTo>
                    <a:pt x="1575" y="15157"/>
                    <a:pt x="2191" y="16755"/>
                    <a:pt x="2990" y="18215"/>
                  </a:cubicBezTo>
                  <a:cubicBezTo>
                    <a:pt x="4999" y="14198"/>
                    <a:pt x="5661" y="9473"/>
                    <a:pt x="4497" y="4749"/>
                  </a:cubicBezTo>
                  <a:cubicBezTo>
                    <a:pt x="4086" y="3059"/>
                    <a:pt x="3470" y="1485"/>
                    <a:pt x="267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1" name="Google Shape;7791;p57"/>
            <p:cNvSpPr/>
            <p:nvPr/>
          </p:nvSpPr>
          <p:spPr>
            <a:xfrm>
              <a:off x="6800500" y="2753313"/>
              <a:ext cx="477075" cy="253875"/>
            </a:xfrm>
            <a:custGeom>
              <a:avLst/>
              <a:gdLst/>
              <a:ahLst/>
              <a:cxnLst/>
              <a:rect l="l" t="t" r="r" b="b"/>
              <a:pathLst>
                <a:path w="19083" h="10155" extrusionOk="0">
                  <a:moveTo>
                    <a:pt x="2155" y="1"/>
                  </a:moveTo>
                  <a:cubicBezTo>
                    <a:pt x="1442" y="1"/>
                    <a:pt x="723" y="39"/>
                    <a:pt x="1" y="118"/>
                  </a:cubicBezTo>
                  <a:cubicBezTo>
                    <a:pt x="1165" y="2172"/>
                    <a:pt x="2648" y="3975"/>
                    <a:pt x="4406" y="5459"/>
                  </a:cubicBezTo>
                  <a:cubicBezTo>
                    <a:pt x="8720" y="5710"/>
                    <a:pt x="12805" y="7376"/>
                    <a:pt x="16024" y="10115"/>
                  </a:cubicBezTo>
                  <a:cubicBezTo>
                    <a:pt x="16402" y="10142"/>
                    <a:pt x="16784" y="10155"/>
                    <a:pt x="17169" y="10155"/>
                  </a:cubicBezTo>
                  <a:cubicBezTo>
                    <a:pt x="17760" y="10155"/>
                    <a:pt x="18360" y="10125"/>
                    <a:pt x="18968" y="10069"/>
                  </a:cubicBezTo>
                  <a:cubicBezTo>
                    <a:pt x="18991" y="9933"/>
                    <a:pt x="19037" y="9818"/>
                    <a:pt x="19082" y="9704"/>
                  </a:cubicBezTo>
                  <a:cubicBezTo>
                    <a:pt x="18535" y="8791"/>
                    <a:pt x="17941" y="7924"/>
                    <a:pt x="17279" y="7148"/>
                  </a:cubicBezTo>
                  <a:cubicBezTo>
                    <a:pt x="13855" y="5961"/>
                    <a:pt x="10820" y="3861"/>
                    <a:pt x="8492" y="1054"/>
                  </a:cubicBezTo>
                  <a:cubicBezTo>
                    <a:pt x="6477" y="365"/>
                    <a:pt x="4345" y="1"/>
                    <a:pt x="215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2" name="Google Shape;7792;p57"/>
            <p:cNvSpPr/>
            <p:nvPr/>
          </p:nvSpPr>
          <p:spPr>
            <a:xfrm>
              <a:off x="6800500" y="2753388"/>
              <a:ext cx="477075" cy="254525"/>
            </a:xfrm>
            <a:custGeom>
              <a:avLst/>
              <a:gdLst/>
              <a:ahLst/>
              <a:cxnLst/>
              <a:rect l="l" t="t" r="r" b="b"/>
              <a:pathLst>
                <a:path w="19083" h="10181" extrusionOk="0">
                  <a:moveTo>
                    <a:pt x="1" y="115"/>
                  </a:moveTo>
                  <a:cubicBezTo>
                    <a:pt x="1165" y="2169"/>
                    <a:pt x="2648" y="3972"/>
                    <a:pt x="4406" y="5456"/>
                  </a:cubicBezTo>
                  <a:lnTo>
                    <a:pt x="4406" y="5456"/>
                  </a:lnTo>
                  <a:cubicBezTo>
                    <a:pt x="8720" y="5707"/>
                    <a:pt x="12783" y="7373"/>
                    <a:pt x="16024" y="10112"/>
                  </a:cubicBezTo>
                  <a:lnTo>
                    <a:pt x="16024" y="10112"/>
                  </a:lnTo>
                  <a:cubicBezTo>
                    <a:pt x="16983" y="10181"/>
                    <a:pt x="17964" y="10158"/>
                    <a:pt x="18968" y="10066"/>
                  </a:cubicBezTo>
                  <a:lnTo>
                    <a:pt x="18968" y="10066"/>
                  </a:lnTo>
                  <a:cubicBezTo>
                    <a:pt x="18991" y="9930"/>
                    <a:pt x="19037" y="9815"/>
                    <a:pt x="19082" y="9701"/>
                  </a:cubicBezTo>
                  <a:lnTo>
                    <a:pt x="19082" y="9701"/>
                  </a:lnTo>
                  <a:cubicBezTo>
                    <a:pt x="18535" y="8788"/>
                    <a:pt x="17941" y="7921"/>
                    <a:pt x="17279" y="7145"/>
                  </a:cubicBezTo>
                  <a:lnTo>
                    <a:pt x="17279" y="7145"/>
                  </a:lnTo>
                  <a:cubicBezTo>
                    <a:pt x="13855" y="5958"/>
                    <a:pt x="10820" y="3858"/>
                    <a:pt x="8492" y="1051"/>
                  </a:cubicBezTo>
                  <a:lnTo>
                    <a:pt x="8492" y="1051"/>
                  </a:lnTo>
                  <a:cubicBezTo>
                    <a:pt x="6483" y="366"/>
                    <a:pt x="4337" y="1"/>
                    <a:pt x="2146" y="1"/>
                  </a:cubicBezTo>
                  <a:lnTo>
                    <a:pt x="2146" y="1"/>
                  </a:lnTo>
                  <a:cubicBezTo>
                    <a:pt x="1438" y="1"/>
                    <a:pt x="731" y="46"/>
                    <a:pt x="1" y="115"/>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3" name="Google Shape;7793;p57"/>
            <p:cNvSpPr/>
            <p:nvPr/>
          </p:nvSpPr>
          <p:spPr>
            <a:xfrm>
              <a:off x="6800500" y="2753313"/>
              <a:ext cx="477075" cy="253875"/>
            </a:xfrm>
            <a:custGeom>
              <a:avLst/>
              <a:gdLst/>
              <a:ahLst/>
              <a:cxnLst/>
              <a:rect l="l" t="t" r="r" b="b"/>
              <a:pathLst>
                <a:path w="19083" h="10155" extrusionOk="0">
                  <a:moveTo>
                    <a:pt x="2155" y="1"/>
                  </a:moveTo>
                  <a:cubicBezTo>
                    <a:pt x="1442" y="1"/>
                    <a:pt x="723" y="39"/>
                    <a:pt x="1" y="118"/>
                  </a:cubicBezTo>
                  <a:cubicBezTo>
                    <a:pt x="1165" y="2172"/>
                    <a:pt x="2648" y="3975"/>
                    <a:pt x="4406" y="5459"/>
                  </a:cubicBezTo>
                  <a:cubicBezTo>
                    <a:pt x="8720" y="5710"/>
                    <a:pt x="12805" y="7376"/>
                    <a:pt x="16024" y="10115"/>
                  </a:cubicBezTo>
                  <a:cubicBezTo>
                    <a:pt x="16402" y="10142"/>
                    <a:pt x="16784" y="10155"/>
                    <a:pt x="17169" y="10155"/>
                  </a:cubicBezTo>
                  <a:cubicBezTo>
                    <a:pt x="17760" y="10155"/>
                    <a:pt x="18360" y="10125"/>
                    <a:pt x="18968" y="10069"/>
                  </a:cubicBezTo>
                  <a:cubicBezTo>
                    <a:pt x="18991" y="9933"/>
                    <a:pt x="19037" y="9818"/>
                    <a:pt x="19082" y="9704"/>
                  </a:cubicBezTo>
                  <a:cubicBezTo>
                    <a:pt x="18535" y="8791"/>
                    <a:pt x="17941" y="7924"/>
                    <a:pt x="17279" y="7148"/>
                  </a:cubicBezTo>
                  <a:cubicBezTo>
                    <a:pt x="13855" y="5961"/>
                    <a:pt x="10820" y="3861"/>
                    <a:pt x="8492" y="1054"/>
                  </a:cubicBezTo>
                  <a:cubicBezTo>
                    <a:pt x="6477" y="365"/>
                    <a:pt x="4345" y="1"/>
                    <a:pt x="215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4" name="Google Shape;7794;p57"/>
            <p:cNvSpPr/>
            <p:nvPr/>
          </p:nvSpPr>
          <p:spPr>
            <a:xfrm>
              <a:off x="6800500" y="2753313"/>
              <a:ext cx="477075" cy="253875"/>
            </a:xfrm>
            <a:custGeom>
              <a:avLst/>
              <a:gdLst/>
              <a:ahLst/>
              <a:cxnLst/>
              <a:rect l="l" t="t" r="r" b="b"/>
              <a:pathLst>
                <a:path w="19083" h="10155" extrusionOk="0">
                  <a:moveTo>
                    <a:pt x="2155" y="1"/>
                  </a:moveTo>
                  <a:cubicBezTo>
                    <a:pt x="1442" y="1"/>
                    <a:pt x="723" y="39"/>
                    <a:pt x="1" y="118"/>
                  </a:cubicBezTo>
                  <a:cubicBezTo>
                    <a:pt x="1165" y="2172"/>
                    <a:pt x="2648" y="3975"/>
                    <a:pt x="4406" y="5459"/>
                  </a:cubicBezTo>
                  <a:cubicBezTo>
                    <a:pt x="8720" y="5710"/>
                    <a:pt x="12805" y="7376"/>
                    <a:pt x="16024" y="10115"/>
                  </a:cubicBezTo>
                  <a:cubicBezTo>
                    <a:pt x="16402" y="10142"/>
                    <a:pt x="16784" y="10155"/>
                    <a:pt x="17169" y="10155"/>
                  </a:cubicBezTo>
                  <a:cubicBezTo>
                    <a:pt x="17760" y="10155"/>
                    <a:pt x="18360" y="10125"/>
                    <a:pt x="18968" y="10069"/>
                  </a:cubicBezTo>
                  <a:cubicBezTo>
                    <a:pt x="18991" y="9933"/>
                    <a:pt x="19037" y="9818"/>
                    <a:pt x="19082" y="9704"/>
                  </a:cubicBezTo>
                  <a:cubicBezTo>
                    <a:pt x="18535" y="8791"/>
                    <a:pt x="17941" y="7924"/>
                    <a:pt x="17279" y="7148"/>
                  </a:cubicBezTo>
                  <a:cubicBezTo>
                    <a:pt x="13855" y="5961"/>
                    <a:pt x="10820" y="3861"/>
                    <a:pt x="8492" y="1054"/>
                  </a:cubicBezTo>
                  <a:cubicBezTo>
                    <a:pt x="6477" y="365"/>
                    <a:pt x="4345" y="1"/>
                    <a:pt x="215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5" name="Google Shape;7795;p57"/>
            <p:cNvSpPr/>
            <p:nvPr/>
          </p:nvSpPr>
          <p:spPr>
            <a:xfrm>
              <a:off x="6910625" y="2889763"/>
              <a:ext cx="290475" cy="116450"/>
            </a:xfrm>
            <a:custGeom>
              <a:avLst/>
              <a:gdLst/>
              <a:ahLst/>
              <a:cxnLst/>
              <a:rect l="l" t="t" r="r" b="b"/>
              <a:pathLst>
                <a:path w="11619" h="4658" extrusionOk="0">
                  <a:moveTo>
                    <a:pt x="1" y="1"/>
                  </a:moveTo>
                  <a:lnTo>
                    <a:pt x="1" y="1"/>
                  </a:lnTo>
                  <a:cubicBezTo>
                    <a:pt x="3219" y="2740"/>
                    <a:pt x="7282" y="4406"/>
                    <a:pt x="11619" y="4657"/>
                  </a:cubicBezTo>
                  <a:cubicBezTo>
                    <a:pt x="8400" y="1918"/>
                    <a:pt x="4315" y="252"/>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6" name="Google Shape;7796;p57"/>
            <p:cNvSpPr/>
            <p:nvPr/>
          </p:nvSpPr>
          <p:spPr>
            <a:xfrm>
              <a:off x="6910625" y="2889763"/>
              <a:ext cx="290475" cy="116450"/>
            </a:xfrm>
            <a:custGeom>
              <a:avLst/>
              <a:gdLst/>
              <a:ahLst/>
              <a:cxnLst/>
              <a:rect l="l" t="t" r="r" b="b"/>
              <a:pathLst>
                <a:path w="11619" h="4658" extrusionOk="0">
                  <a:moveTo>
                    <a:pt x="11619" y="4657"/>
                  </a:moveTo>
                  <a:cubicBezTo>
                    <a:pt x="8378" y="1918"/>
                    <a:pt x="4315" y="252"/>
                    <a:pt x="1" y="1"/>
                  </a:cubicBezTo>
                  <a:lnTo>
                    <a:pt x="1" y="1"/>
                  </a:lnTo>
                  <a:cubicBezTo>
                    <a:pt x="3219" y="2740"/>
                    <a:pt x="7282" y="4406"/>
                    <a:pt x="11619" y="4657"/>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7" name="Google Shape;7797;p57"/>
            <p:cNvSpPr/>
            <p:nvPr/>
          </p:nvSpPr>
          <p:spPr>
            <a:xfrm>
              <a:off x="6910625" y="2889763"/>
              <a:ext cx="290475" cy="116450"/>
            </a:xfrm>
            <a:custGeom>
              <a:avLst/>
              <a:gdLst/>
              <a:ahLst/>
              <a:cxnLst/>
              <a:rect l="l" t="t" r="r" b="b"/>
              <a:pathLst>
                <a:path w="11619" h="4658" extrusionOk="0">
                  <a:moveTo>
                    <a:pt x="1" y="1"/>
                  </a:moveTo>
                  <a:lnTo>
                    <a:pt x="1" y="1"/>
                  </a:lnTo>
                  <a:cubicBezTo>
                    <a:pt x="3219" y="2740"/>
                    <a:pt x="7282" y="4406"/>
                    <a:pt x="11619" y="4657"/>
                  </a:cubicBezTo>
                  <a:cubicBezTo>
                    <a:pt x="8400" y="1918"/>
                    <a:pt x="4315" y="252"/>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8" name="Google Shape;7798;p57"/>
            <p:cNvSpPr/>
            <p:nvPr/>
          </p:nvSpPr>
          <p:spPr>
            <a:xfrm>
              <a:off x="6910625" y="2889763"/>
              <a:ext cx="290475" cy="116450"/>
            </a:xfrm>
            <a:custGeom>
              <a:avLst/>
              <a:gdLst/>
              <a:ahLst/>
              <a:cxnLst/>
              <a:rect l="l" t="t" r="r" b="b"/>
              <a:pathLst>
                <a:path w="11619" h="4658" extrusionOk="0">
                  <a:moveTo>
                    <a:pt x="1" y="1"/>
                  </a:moveTo>
                  <a:lnTo>
                    <a:pt x="1" y="1"/>
                  </a:lnTo>
                  <a:cubicBezTo>
                    <a:pt x="3219" y="2740"/>
                    <a:pt x="7282" y="4406"/>
                    <a:pt x="11619" y="4657"/>
                  </a:cubicBezTo>
                  <a:cubicBezTo>
                    <a:pt x="8400" y="1918"/>
                    <a:pt x="4315" y="252"/>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9" name="Google Shape;7799;p57"/>
            <p:cNvSpPr/>
            <p:nvPr/>
          </p:nvSpPr>
          <p:spPr>
            <a:xfrm>
              <a:off x="6910625" y="2889763"/>
              <a:ext cx="290475" cy="116450"/>
            </a:xfrm>
            <a:custGeom>
              <a:avLst/>
              <a:gdLst/>
              <a:ahLst/>
              <a:cxnLst/>
              <a:rect l="l" t="t" r="r" b="b"/>
              <a:pathLst>
                <a:path w="11619" h="4658" extrusionOk="0">
                  <a:moveTo>
                    <a:pt x="1" y="1"/>
                  </a:moveTo>
                  <a:lnTo>
                    <a:pt x="1" y="1"/>
                  </a:lnTo>
                  <a:cubicBezTo>
                    <a:pt x="3219" y="2740"/>
                    <a:pt x="7282" y="4406"/>
                    <a:pt x="11619" y="4657"/>
                  </a:cubicBezTo>
                  <a:cubicBezTo>
                    <a:pt x="8400" y="1918"/>
                    <a:pt x="4315" y="252"/>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0" name="Google Shape;7800;p57"/>
            <p:cNvSpPr/>
            <p:nvPr/>
          </p:nvSpPr>
          <p:spPr>
            <a:xfrm>
              <a:off x="6889525" y="2290613"/>
              <a:ext cx="389750" cy="654525"/>
            </a:xfrm>
            <a:custGeom>
              <a:avLst/>
              <a:gdLst/>
              <a:ahLst/>
              <a:cxnLst/>
              <a:rect l="l" t="t" r="r" b="b"/>
              <a:pathLst>
                <a:path w="15590" h="26181" extrusionOk="0">
                  <a:moveTo>
                    <a:pt x="1735" y="0"/>
                  </a:moveTo>
                  <a:cubicBezTo>
                    <a:pt x="343" y="3607"/>
                    <a:pt x="0" y="7647"/>
                    <a:pt x="982" y="11710"/>
                  </a:cubicBezTo>
                  <a:cubicBezTo>
                    <a:pt x="1712" y="14700"/>
                    <a:pt x="3082" y="17347"/>
                    <a:pt x="4931" y="19562"/>
                  </a:cubicBezTo>
                  <a:cubicBezTo>
                    <a:pt x="8354" y="20748"/>
                    <a:pt x="11390" y="22848"/>
                    <a:pt x="13718" y="25656"/>
                  </a:cubicBezTo>
                  <a:cubicBezTo>
                    <a:pt x="14335" y="25861"/>
                    <a:pt x="14951" y="26044"/>
                    <a:pt x="15590" y="26181"/>
                  </a:cubicBezTo>
                  <a:cubicBezTo>
                    <a:pt x="14266" y="19379"/>
                    <a:pt x="10774" y="7487"/>
                    <a:pt x="173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1" name="Google Shape;7801;p57"/>
            <p:cNvSpPr/>
            <p:nvPr/>
          </p:nvSpPr>
          <p:spPr>
            <a:xfrm>
              <a:off x="6889525" y="2290613"/>
              <a:ext cx="389750" cy="654525"/>
            </a:xfrm>
            <a:custGeom>
              <a:avLst/>
              <a:gdLst/>
              <a:ahLst/>
              <a:cxnLst/>
              <a:rect l="l" t="t" r="r" b="b"/>
              <a:pathLst>
                <a:path w="15590" h="26181" extrusionOk="0">
                  <a:moveTo>
                    <a:pt x="982" y="11710"/>
                  </a:moveTo>
                  <a:cubicBezTo>
                    <a:pt x="1712" y="14700"/>
                    <a:pt x="3082" y="17347"/>
                    <a:pt x="4931" y="19562"/>
                  </a:cubicBezTo>
                  <a:lnTo>
                    <a:pt x="4931" y="19562"/>
                  </a:lnTo>
                  <a:cubicBezTo>
                    <a:pt x="8354" y="20748"/>
                    <a:pt x="11390" y="22848"/>
                    <a:pt x="13718" y="25656"/>
                  </a:cubicBezTo>
                  <a:lnTo>
                    <a:pt x="13718" y="25656"/>
                  </a:lnTo>
                  <a:cubicBezTo>
                    <a:pt x="14335" y="25861"/>
                    <a:pt x="14951" y="26044"/>
                    <a:pt x="15590" y="26181"/>
                  </a:cubicBezTo>
                  <a:lnTo>
                    <a:pt x="15590" y="26181"/>
                  </a:lnTo>
                  <a:cubicBezTo>
                    <a:pt x="14266" y="19379"/>
                    <a:pt x="10774" y="7487"/>
                    <a:pt x="1735" y="0"/>
                  </a:cubicBezTo>
                  <a:lnTo>
                    <a:pt x="1735" y="0"/>
                  </a:lnTo>
                  <a:cubicBezTo>
                    <a:pt x="343" y="3607"/>
                    <a:pt x="0" y="7647"/>
                    <a:pt x="982" y="1171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2" name="Google Shape;7802;p57"/>
            <p:cNvSpPr/>
            <p:nvPr/>
          </p:nvSpPr>
          <p:spPr>
            <a:xfrm>
              <a:off x="6889525" y="2290613"/>
              <a:ext cx="389750" cy="654525"/>
            </a:xfrm>
            <a:custGeom>
              <a:avLst/>
              <a:gdLst/>
              <a:ahLst/>
              <a:cxnLst/>
              <a:rect l="l" t="t" r="r" b="b"/>
              <a:pathLst>
                <a:path w="15590" h="26181" extrusionOk="0">
                  <a:moveTo>
                    <a:pt x="1735" y="0"/>
                  </a:moveTo>
                  <a:cubicBezTo>
                    <a:pt x="343" y="3607"/>
                    <a:pt x="0" y="7647"/>
                    <a:pt x="982" y="11710"/>
                  </a:cubicBezTo>
                  <a:cubicBezTo>
                    <a:pt x="1712" y="14700"/>
                    <a:pt x="3082" y="17347"/>
                    <a:pt x="4931" y="19562"/>
                  </a:cubicBezTo>
                  <a:cubicBezTo>
                    <a:pt x="8354" y="20748"/>
                    <a:pt x="11390" y="22848"/>
                    <a:pt x="13718" y="25656"/>
                  </a:cubicBezTo>
                  <a:cubicBezTo>
                    <a:pt x="14335" y="25861"/>
                    <a:pt x="14951" y="26044"/>
                    <a:pt x="15590" y="26181"/>
                  </a:cubicBezTo>
                  <a:cubicBezTo>
                    <a:pt x="14266" y="19379"/>
                    <a:pt x="10774" y="7487"/>
                    <a:pt x="173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3" name="Google Shape;7803;p57"/>
            <p:cNvSpPr/>
            <p:nvPr/>
          </p:nvSpPr>
          <p:spPr>
            <a:xfrm>
              <a:off x="6889525" y="2290613"/>
              <a:ext cx="389750" cy="654525"/>
            </a:xfrm>
            <a:custGeom>
              <a:avLst/>
              <a:gdLst/>
              <a:ahLst/>
              <a:cxnLst/>
              <a:rect l="l" t="t" r="r" b="b"/>
              <a:pathLst>
                <a:path w="15590" h="26181" extrusionOk="0">
                  <a:moveTo>
                    <a:pt x="1735" y="0"/>
                  </a:moveTo>
                  <a:cubicBezTo>
                    <a:pt x="343" y="3607"/>
                    <a:pt x="0" y="7647"/>
                    <a:pt x="982" y="11710"/>
                  </a:cubicBezTo>
                  <a:cubicBezTo>
                    <a:pt x="1712" y="14700"/>
                    <a:pt x="3082" y="17347"/>
                    <a:pt x="4931" y="19562"/>
                  </a:cubicBezTo>
                  <a:cubicBezTo>
                    <a:pt x="8354" y="20748"/>
                    <a:pt x="11390" y="22848"/>
                    <a:pt x="13718" y="25656"/>
                  </a:cubicBezTo>
                  <a:cubicBezTo>
                    <a:pt x="14335" y="25861"/>
                    <a:pt x="14951" y="26044"/>
                    <a:pt x="15590" y="26181"/>
                  </a:cubicBezTo>
                  <a:cubicBezTo>
                    <a:pt x="14266" y="19379"/>
                    <a:pt x="10774" y="7487"/>
                    <a:pt x="173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4" name="Google Shape;7804;p57"/>
            <p:cNvSpPr/>
            <p:nvPr/>
          </p:nvSpPr>
          <p:spPr>
            <a:xfrm>
              <a:off x="6944875" y="2130263"/>
              <a:ext cx="446250" cy="818300"/>
            </a:xfrm>
            <a:custGeom>
              <a:avLst/>
              <a:gdLst/>
              <a:ahLst/>
              <a:cxnLst/>
              <a:rect l="l" t="t" r="r" b="b"/>
              <a:pathLst>
                <a:path w="17850" h="32732" extrusionOk="0">
                  <a:moveTo>
                    <a:pt x="12851" y="0"/>
                  </a:moveTo>
                  <a:cubicBezTo>
                    <a:pt x="10934" y="1324"/>
                    <a:pt x="8765" y="2329"/>
                    <a:pt x="6369" y="2899"/>
                  </a:cubicBezTo>
                  <a:cubicBezTo>
                    <a:pt x="4811" y="3289"/>
                    <a:pt x="3253" y="3462"/>
                    <a:pt x="1723" y="3462"/>
                  </a:cubicBezTo>
                  <a:cubicBezTo>
                    <a:pt x="1460" y="3462"/>
                    <a:pt x="1197" y="3457"/>
                    <a:pt x="936" y="3447"/>
                  </a:cubicBezTo>
                  <a:cubicBezTo>
                    <a:pt x="594" y="4040"/>
                    <a:pt x="297" y="4634"/>
                    <a:pt x="0" y="5250"/>
                  </a:cubicBezTo>
                  <a:cubicBezTo>
                    <a:pt x="3447" y="7487"/>
                    <a:pt x="6711" y="10705"/>
                    <a:pt x="8628" y="15293"/>
                  </a:cubicBezTo>
                  <a:cubicBezTo>
                    <a:pt x="11733" y="22666"/>
                    <a:pt x="13079" y="28692"/>
                    <a:pt x="13673" y="32663"/>
                  </a:cubicBezTo>
                  <a:cubicBezTo>
                    <a:pt x="13787" y="32686"/>
                    <a:pt x="13901" y="32709"/>
                    <a:pt x="14015" y="32732"/>
                  </a:cubicBezTo>
                  <a:cubicBezTo>
                    <a:pt x="14928" y="30609"/>
                    <a:pt x="16229" y="28646"/>
                    <a:pt x="17850" y="26980"/>
                  </a:cubicBezTo>
                  <a:cubicBezTo>
                    <a:pt x="14357" y="24332"/>
                    <a:pt x="11733" y="20543"/>
                    <a:pt x="10614" y="15955"/>
                  </a:cubicBezTo>
                  <a:cubicBezTo>
                    <a:pt x="9245" y="10386"/>
                    <a:pt x="10409" y="4817"/>
                    <a:pt x="13353" y="388"/>
                  </a:cubicBezTo>
                  <a:cubicBezTo>
                    <a:pt x="13193" y="251"/>
                    <a:pt x="13011" y="137"/>
                    <a:pt x="1285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5" name="Google Shape;7805;p57"/>
            <p:cNvSpPr/>
            <p:nvPr/>
          </p:nvSpPr>
          <p:spPr>
            <a:xfrm>
              <a:off x="6944875" y="2130263"/>
              <a:ext cx="446250" cy="818300"/>
            </a:xfrm>
            <a:custGeom>
              <a:avLst/>
              <a:gdLst/>
              <a:ahLst/>
              <a:cxnLst/>
              <a:rect l="l" t="t" r="r" b="b"/>
              <a:pathLst>
                <a:path w="17850" h="32732" extrusionOk="0">
                  <a:moveTo>
                    <a:pt x="6369" y="2899"/>
                  </a:moveTo>
                  <a:cubicBezTo>
                    <a:pt x="4543" y="3356"/>
                    <a:pt x="2717" y="3515"/>
                    <a:pt x="936" y="3447"/>
                  </a:cubicBezTo>
                  <a:lnTo>
                    <a:pt x="936" y="3447"/>
                  </a:lnTo>
                  <a:cubicBezTo>
                    <a:pt x="594" y="4040"/>
                    <a:pt x="297" y="4634"/>
                    <a:pt x="0" y="5250"/>
                  </a:cubicBezTo>
                  <a:lnTo>
                    <a:pt x="0" y="5250"/>
                  </a:lnTo>
                  <a:cubicBezTo>
                    <a:pt x="3447" y="7487"/>
                    <a:pt x="6711" y="10705"/>
                    <a:pt x="8628" y="15293"/>
                  </a:cubicBezTo>
                  <a:lnTo>
                    <a:pt x="8628" y="15293"/>
                  </a:lnTo>
                  <a:cubicBezTo>
                    <a:pt x="11733" y="22666"/>
                    <a:pt x="13079" y="28692"/>
                    <a:pt x="13673" y="32663"/>
                  </a:cubicBezTo>
                  <a:lnTo>
                    <a:pt x="13673" y="32663"/>
                  </a:lnTo>
                  <a:cubicBezTo>
                    <a:pt x="13787" y="32686"/>
                    <a:pt x="13901" y="32709"/>
                    <a:pt x="14015" y="32732"/>
                  </a:cubicBezTo>
                  <a:lnTo>
                    <a:pt x="14015" y="32732"/>
                  </a:lnTo>
                  <a:cubicBezTo>
                    <a:pt x="14928" y="30609"/>
                    <a:pt x="16229" y="28646"/>
                    <a:pt x="17850" y="26980"/>
                  </a:cubicBezTo>
                  <a:lnTo>
                    <a:pt x="17850" y="26980"/>
                  </a:lnTo>
                  <a:cubicBezTo>
                    <a:pt x="14357" y="24332"/>
                    <a:pt x="11733" y="20543"/>
                    <a:pt x="10614" y="15955"/>
                  </a:cubicBezTo>
                  <a:lnTo>
                    <a:pt x="10614" y="15955"/>
                  </a:lnTo>
                  <a:cubicBezTo>
                    <a:pt x="9245" y="10386"/>
                    <a:pt x="10409" y="4817"/>
                    <a:pt x="13353" y="388"/>
                  </a:cubicBezTo>
                  <a:lnTo>
                    <a:pt x="13353" y="388"/>
                  </a:lnTo>
                  <a:cubicBezTo>
                    <a:pt x="13193" y="251"/>
                    <a:pt x="13011" y="137"/>
                    <a:pt x="12851" y="0"/>
                  </a:cubicBezTo>
                  <a:lnTo>
                    <a:pt x="12851" y="0"/>
                  </a:lnTo>
                  <a:cubicBezTo>
                    <a:pt x="10934" y="1324"/>
                    <a:pt x="8765" y="2329"/>
                    <a:pt x="6369" y="2899"/>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6" name="Google Shape;7806;p57"/>
            <p:cNvSpPr/>
            <p:nvPr/>
          </p:nvSpPr>
          <p:spPr>
            <a:xfrm>
              <a:off x="6944875" y="2130263"/>
              <a:ext cx="446250" cy="818300"/>
            </a:xfrm>
            <a:custGeom>
              <a:avLst/>
              <a:gdLst/>
              <a:ahLst/>
              <a:cxnLst/>
              <a:rect l="l" t="t" r="r" b="b"/>
              <a:pathLst>
                <a:path w="17850" h="32732" extrusionOk="0">
                  <a:moveTo>
                    <a:pt x="12851" y="0"/>
                  </a:moveTo>
                  <a:cubicBezTo>
                    <a:pt x="10934" y="1324"/>
                    <a:pt x="8765" y="2329"/>
                    <a:pt x="6369" y="2899"/>
                  </a:cubicBezTo>
                  <a:cubicBezTo>
                    <a:pt x="4811" y="3289"/>
                    <a:pt x="3253" y="3462"/>
                    <a:pt x="1723" y="3462"/>
                  </a:cubicBezTo>
                  <a:cubicBezTo>
                    <a:pt x="1460" y="3462"/>
                    <a:pt x="1197" y="3457"/>
                    <a:pt x="936" y="3447"/>
                  </a:cubicBezTo>
                  <a:cubicBezTo>
                    <a:pt x="594" y="4040"/>
                    <a:pt x="297" y="4634"/>
                    <a:pt x="0" y="5250"/>
                  </a:cubicBezTo>
                  <a:cubicBezTo>
                    <a:pt x="3447" y="7487"/>
                    <a:pt x="6711" y="10705"/>
                    <a:pt x="8628" y="15293"/>
                  </a:cubicBezTo>
                  <a:cubicBezTo>
                    <a:pt x="11733" y="22666"/>
                    <a:pt x="13079" y="28692"/>
                    <a:pt x="13673" y="32663"/>
                  </a:cubicBezTo>
                  <a:cubicBezTo>
                    <a:pt x="13787" y="32686"/>
                    <a:pt x="13901" y="32709"/>
                    <a:pt x="14015" y="32732"/>
                  </a:cubicBezTo>
                  <a:cubicBezTo>
                    <a:pt x="14928" y="30609"/>
                    <a:pt x="16229" y="28646"/>
                    <a:pt x="17850" y="26980"/>
                  </a:cubicBezTo>
                  <a:cubicBezTo>
                    <a:pt x="14357" y="24332"/>
                    <a:pt x="11733" y="20543"/>
                    <a:pt x="10614" y="15955"/>
                  </a:cubicBezTo>
                  <a:cubicBezTo>
                    <a:pt x="9245" y="10386"/>
                    <a:pt x="10409" y="4817"/>
                    <a:pt x="13353" y="388"/>
                  </a:cubicBezTo>
                  <a:cubicBezTo>
                    <a:pt x="13193" y="251"/>
                    <a:pt x="13011" y="137"/>
                    <a:pt x="1285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7" name="Google Shape;7807;p57"/>
            <p:cNvSpPr/>
            <p:nvPr/>
          </p:nvSpPr>
          <p:spPr>
            <a:xfrm>
              <a:off x="6944875" y="2130263"/>
              <a:ext cx="446250" cy="818300"/>
            </a:xfrm>
            <a:custGeom>
              <a:avLst/>
              <a:gdLst/>
              <a:ahLst/>
              <a:cxnLst/>
              <a:rect l="l" t="t" r="r" b="b"/>
              <a:pathLst>
                <a:path w="17850" h="32732" extrusionOk="0">
                  <a:moveTo>
                    <a:pt x="12851" y="0"/>
                  </a:moveTo>
                  <a:cubicBezTo>
                    <a:pt x="10934" y="1324"/>
                    <a:pt x="8765" y="2329"/>
                    <a:pt x="6369" y="2899"/>
                  </a:cubicBezTo>
                  <a:cubicBezTo>
                    <a:pt x="4811" y="3289"/>
                    <a:pt x="3253" y="3462"/>
                    <a:pt x="1723" y="3462"/>
                  </a:cubicBezTo>
                  <a:cubicBezTo>
                    <a:pt x="1460" y="3462"/>
                    <a:pt x="1197" y="3457"/>
                    <a:pt x="936" y="3447"/>
                  </a:cubicBezTo>
                  <a:cubicBezTo>
                    <a:pt x="594" y="4040"/>
                    <a:pt x="297" y="4634"/>
                    <a:pt x="0" y="5250"/>
                  </a:cubicBezTo>
                  <a:cubicBezTo>
                    <a:pt x="3447" y="7487"/>
                    <a:pt x="6711" y="10705"/>
                    <a:pt x="8628" y="15293"/>
                  </a:cubicBezTo>
                  <a:cubicBezTo>
                    <a:pt x="11733" y="22666"/>
                    <a:pt x="13079" y="28692"/>
                    <a:pt x="13673" y="32663"/>
                  </a:cubicBezTo>
                  <a:cubicBezTo>
                    <a:pt x="13787" y="32686"/>
                    <a:pt x="13901" y="32709"/>
                    <a:pt x="14015" y="32732"/>
                  </a:cubicBezTo>
                  <a:cubicBezTo>
                    <a:pt x="14928" y="30609"/>
                    <a:pt x="16229" y="28646"/>
                    <a:pt x="17850" y="26980"/>
                  </a:cubicBezTo>
                  <a:cubicBezTo>
                    <a:pt x="14357" y="24332"/>
                    <a:pt x="11733" y="20543"/>
                    <a:pt x="10614" y="15955"/>
                  </a:cubicBezTo>
                  <a:cubicBezTo>
                    <a:pt x="9245" y="10386"/>
                    <a:pt x="10409" y="4817"/>
                    <a:pt x="13353" y="388"/>
                  </a:cubicBezTo>
                  <a:cubicBezTo>
                    <a:pt x="13193" y="251"/>
                    <a:pt x="13011" y="137"/>
                    <a:pt x="1285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8" name="Google Shape;7808;p57"/>
            <p:cNvSpPr/>
            <p:nvPr/>
          </p:nvSpPr>
          <p:spPr>
            <a:xfrm>
              <a:off x="6932875" y="2261513"/>
              <a:ext cx="353825" cy="685350"/>
            </a:xfrm>
            <a:custGeom>
              <a:avLst/>
              <a:gdLst/>
              <a:ahLst/>
              <a:cxnLst/>
              <a:rect l="l" t="t" r="r" b="b"/>
              <a:pathLst>
                <a:path w="14153" h="27414" extrusionOk="0">
                  <a:moveTo>
                    <a:pt x="480" y="0"/>
                  </a:moveTo>
                  <a:cubicBezTo>
                    <a:pt x="321" y="365"/>
                    <a:pt x="138" y="753"/>
                    <a:pt x="1" y="1164"/>
                  </a:cubicBezTo>
                  <a:cubicBezTo>
                    <a:pt x="9040" y="8651"/>
                    <a:pt x="12532" y="20543"/>
                    <a:pt x="13856" y="27345"/>
                  </a:cubicBezTo>
                  <a:cubicBezTo>
                    <a:pt x="13970" y="27368"/>
                    <a:pt x="14061" y="27390"/>
                    <a:pt x="14153" y="27413"/>
                  </a:cubicBezTo>
                  <a:cubicBezTo>
                    <a:pt x="13559" y="23442"/>
                    <a:pt x="12213" y="17416"/>
                    <a:pt x="9108" y="10043"/>
                  </a:cubicBezTo>
                  <a:cubicBezTo>
                    <a:pt x="7191" y="5455"/>
                    <a:pt x="3927" y="2237"/>
                    <a:pt x="480"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9" name="Google Shape;7809;p57"/>
            <p:cNvSpPr/>
            <p:nvPr/>
          </p:nvSpPr>
          <p:spPr>
            <a:xfrm>
              <a:off x="6932875" y="2261513"/>
              <a:ext cx="353825" cy="685350"/>
            </a:xfrm>
            <a:custGeom>
              <a:avLst/>
              <a:gdLst/>
              <a:ahLst/>
              <a:cxnLst/>
              <a:rect l="l" t="t" r="r" b="b"/>
              <a:pathLst>
                <a:path w="14153" h="27414" extrusionOk="0">
                  <a:moveTo>
                    <a:pt x="1" y="1164"/>
                  </a:moveTo>
                  <a:cubicBezTo>
                    <a:pt x="9040" y="8651"/>
                    <a:pt x="12532" y="20543"/>
                    <a:pt x="13856" y="27345"/>
                  </a:cubicBezTo>
                  <a:lnTo>
                    <a:pt x="13856" y="27345"/>
                  </a:lnTo>
                  <a:cubicBezTo>
                    <a:pt x="13947" y="27368"/>
                    <a:pt x="14061" y="27390"/>
                    <a:pt x="14153" y="27413"/>
                  </a:cubicBezTo>
                  <a:lnTo>
                    <a:pt x="14153" y="27413"/>
                  </a:lnTo>
                  <a:cubicBezTo>
                    <a:pt x="13559" y="23442"/>
                    <a:pt x="12213" y="17416"/>
                    <a:pt x="9108" y="10043"/>
                  </a:cubicBezTo>
                  <a:lnTo>
                    <a:pt x="9108" y="10043"/>
                  </a:lnTo>
                  <a:cubicBezTo>
                    <a:pt x="7191" y="5455"/>
                    <a:pt x="3927" y="2237"/>
                    <a:pt x="480" y="0"/>
                  </a:cubicBezTo>
                  <a:lnTo>
                    <a:pt x="480" y="0"/>
                  </a:lnTo>
                  <a:cubicBezTo>
                    <a:pt x="321" y="365"/>
                    <a:pt x="138" y="753"/>
                    <a:pt x="1" y="1164"/>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0" name="Google Shape;7810;p57"/>
            <p:cNvSpPr/>
            <p:nvPr/>
          </p:nvSpPr>
          <p:spPr>
            <a:xfrm>
              <a:off x="6932875" y="2261513"/>
              <a:ext cx="353825" cy="685350"/>
            </a:xfrm>
            <a:custGeom>
              <a:avLst/>
              <a:gdLst/>
              <a:ahLst/>
              <a:cxnLst/>
              <a:rect l="l" t="t" r="r" b="b"/>
              <a:pathLst>
                <a:path w="14153" h="27414" extrusionOk="0">
                  <a:moveTo>
                    <a:pt x="480" y="0"/>
                  </a:moveTo>
                  <a:cubicBezTo>
                    <a:pt x="321" y="365"/>
                    <a:pt x="138" y="753"/>
                    <a:pt x="1" y="1164"/>
                  </a:cubicBezTo>
                  <a:cubicBezTo>
                    <a:pt x="9040" y="8651"/>
                    <a:pt x="12532" y="20543"/>
                    <a:pt x="13856" y="27345"/>
                  </a:cubicBezTo>
                  <a:cubicBezTo>
                    <a:pt x="13947" y="27368"/>
                    <a:pt x="14061" y="27390"/>
                    <a:pt x="14153" y="27413"/>
                  </a:cubicBezTo>
                  <a:cubicBezTo>
                    <a:pt x="13559" y="23442"/>
                    <a:pt x="12213" y="17416"/>
                    <a:pt x="9108" y="10043"/>
                  </a:cubicBezTo>
                  <a:cubicBezTo>
                    <a:pt x="7191" y="5455"/>
                    <a:pt x="3927" y="2237"/>
                    <a:pt x="480"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1" name="Google Shape;7811;p57"/>
            <p:cNvSpPr/>
            <p:nvPr/>
          </p:nvSpPr>
          <p:spPr>
            <a:xfrm>
              <a:off x="6932875" y="2261513"/>
              <a:ext cx="353825" cy="685350"/>
            </a:xfrm>
            <a:custGeom>
              <a:avLst/>
              <a:gdLst/>
              <a:ahLst/>
              <a:cxnLst/>
              <a:rect l="l" t="t" r="r" b="b"/>
              <a:pathLst>
                <a:path w="14153" h="27414" extrusionOk="0">
                  <a:moveTo>
                    <a:pt x="480" y="0"/>
                  </a:moveTo>
                  <a:cubicBezTo>
                    <a:pt x="321" y="365"/>
                    <a:pt x="138" y="753"/>
                    <a:pt x="1" y="1164"/>
                  </a:cubicBezTo>
                  <a:cubicBezTo>
                    <a:pt x="9040" y="8651"/>
                    <a:pt x="12532" y="20543"/>
                    <a:pt x="13856" y="27345"/>
                  </a:cubicBezTo>
                  <a:cubicBezTo>
                    <a:pt x="13970" y="27368"/>
                    <a:pt x="14061" y="27390"/>
                    <a:pt x="14153" y="27413"/>
                  </a:cubicBezTo>
                  <a:cubicBezTo>
                    <a:pt x="13559" y="23442"/>
                    <a:pt x="12213" y="17416"/>
                    <a:pt x="9108" y="10043"/>
                  </a:cubicBezTo>
                  <a:cubicBezTo>
                    <a:pt x="7191" y="5455"/>
                    <a:pt x="3927" y="2237"/>
                    <a:pt x="480"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2" name="Google Shape;7812;p57"/>
            <p:cNvSpPr/>
            <p:nvPr/>
          </p:nvSpPr>
          <p:spPr>
            <a:xfrm>
              <a:off x="6932875" y="2261513"/>
              <a:ext cx="353825" cy="685350"/>
            </a:xfrm>
            <a:custGeom>
              <a:avLst/>
              <a:gdLst/>
              <a:ahLst/>
              <a:cxnLst/>
              <a:rect l="l" t="t" r="r" b="b"/>
              <a:pathLst>
                <a:path w="14153" h="27414" extrusionOk="0">
                  <a:moveTo>
                    <a:pt x="480" y="0"/>
                  </a:moveTo>
                  <a:cubicBezTo>
                    <a:pt x="321" y="365"/>
                    <a:pt x="138" y="753"/>
                    <a:pt x="1" y="1164"/>
                  </a:cubicBezTo>
                  <a:cubicBezTo>
                    <a:pt x="9040" y="8651"/>
                    <a:pt x="12532" y="20543"/>
                    <a:pt x="13856" y="27345"/>
                  </a:cubicBezTo>
                  <a:cubicBezTo>
                    <a:pt x="13970" y="27368"/>
                    <a:pt x="14061" y="27390"/>
                    <a:pt x="14153" y="27413"/>
                  </a:cubicBezTo>
                  <a:cubicBezTo>
                    <a:pt x="13559" y="23442"/>
                    <a:pt x="12213" y="17416"/>
                    <a:pt x="9108" y="10043"/>
                  </a:cubicBezTo>
                  <a:cubicBezTo>
                    <a:pt x="7191" y="5455"/>
                    <a:pt x="3927" y="2237"/>
                    <a:pt x="480"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3" name="Google Shape;7813;p57"/>
            <p:cNvSpPr/>
            <p:nvPr/>
          </p:nvSpPr>
          <p:spPr>
            <a:xfrm>
              <a:off x="7012775" y="2779638"/>
              <a:ext cx="219725" cy="152375"/>
            </a:xfrm>
            <a:custGeom>
              <a:avLst/>
              <a:gdLst/>
              <a:ahLst/>
              <a:cxnLst/>
              <a:rect l="l" t="t" r="r" b="b"/>
              <a:pathLst>
                <a:path w="8789" h="6095" extrusionOk="0">
                  <a:moveTo>
                    <a:pt x="1" y="1"/>
                  </a:moveTo>
                  <a:lnTo>
                    <a:pt x="1" y="1"/>
                  </a:lnTo>
                  <a:cubicBezTo>
                    <a:pt x="2329" y="2808"/>
                    <a:pt x="5364" y="4908"/>
                    <a:pt x="8788" y="6095"/>
                  </a:cubicBezTo>
                  <a:cubicBezTo>
                    <a:pt x="6460" y="3287"/>
                    <a:pt x="3424" y="1187"/>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4" name="Google Shape;7814;p57"/>
            <p:cNvSpPr/>
            <p:nvPr/>
          </p:nvSpPr>
          <p:spPr>
            <a:xfrm>
              <a:off x="7012775" y="2779638"/>
              <a:ext cx="219725" cy="152375"/>
            </a:xfrm>
            <a:custGeom>
              <a:avLst/>
              <a:gdLst/>
              <a:ahLst/>
              <a:cxnLst/>
              <a:rect l="l" t="t" r="r" b="b"/>
              <a:pathLst>
                <a:path w="8789" h="6095" extrusionOk="0">
                  <a:moveTo>
                    <a:pt x="8788" y="6095"/>
                  </a:moveTo>
                  <a:cubicBezTo>
                    <a:pt x="6460" y="3287"/>
                    <a:pt x="3424" y="1187"/>
                    <a:pt x="1" y="1"/>
                  </a:cubicBezTo>
                  <a:lnTo>
                    <a:pt x="1" y="1"/>
                  </a:lnTo>
                  <a:cubicBezTo>
                    <a:pt x="2329" y="2808"/>
                    <a:pt x="5364" y="4908"/>
                    <a:pt x="8788" y="6095"/>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5" name="Google Shape;7815;p57"/>
            <p:cNvSpPr/>
            <p:nvPr/>
          </p:nvSpPr>
          <p:spPr>
            <a:xfrm>
              <a:off x="7012775" y="2779638"/>
              <a:ext cx="219725" cy="152375"/>
            </a:xfrm>
            <a:custGeom>
              <a:avLst/>
              <a:gdLst/>
              <a:ahLst/>
              <a:cxnLst/>
              <a:rect l="l" t="t" r="r" b="b"/>
              <a:pathLst>
                <a:path w="8789" h="6095" extrusionOk="0">
                  <a:moveTo>
                    <a:pt x="1" y="1"/>
                  </a:moveTo>
                  <a:lnTo>
                    <a:pt x="1" y="1"/>
                  </a:lnTo>
                  <a:cubicBezTo>
                    <a:pt x="2329" y="2808"/>
                    <a:pt x="5364" y="4908"/>
                    <a:pt x="8788" y="6095"/>
                  </a:cubicBezTo>
                  <a:cubicBezTo>
                    <a:pt x="6460" y="3287"/>
                    <a:pt x="3424" y="1187"/>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6" name="Google Shape;7816;p57"/>
            <p:cNvSpPr/>
            <p:nvPr/>
          </p:nvSpPr>
          <p:spPr>
            <a:xfrm>
              <a:off x="7012775" y="2779638"/>
              <a:ext cx="219725" cy="152375"/>
            </a:xfrm>
            <a:custGeom>
              <a:avLst/>
              <a:gdLst/>
              <a:ahLst/>
              <a:cxnLst/>
              <a:rect l="l" t="t" r="r" b="b"/>
              <a:pathLst>
                <a:path w="8789" h="6095" extrusionOk="0">
                  <a:moveTo>
                    <a:pt x="1" y="1"/>
                  </a:moveTo>
                  <a:lnTo>
                    <a:pt x="1" y="1"/>
                  </a:lnTo>
                  <a:cubicBezTo>
                    <a:pt x="2329" y="2808"/>
                    <a:pt x="5364" y="4908"/>
                    <a:pt x="8788" y="6095"/>
                  </a:cubicBezTo>
                  <a:cubicBezTo>
                    <a:pt x="6460" y="3287"/>
                    <a:pt x="3424" y="1187"/>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7" name="Google Shape;7817;p57"/>
            <p:cNvSpPr/>
            <p:nvPr/>
          </p:nvSpPr>
          <p:spPr>
            <a:xfrm>
              <a:off x="7012775" y="2779638"/>
              <a:ext cx="219725" cy="152375"/>
            </a:xfrm>
            <a:custGeom>
              <a:avLst/>
              <a:gdLst/>
              <a:ahLst/>
              <a:cxnLst/>
              <a:rect l="l" t="t" r="r" b="b"/>
              <a:pathLst>
                <a:path w="8789" h="6095" extrusionOk="0">
                  <a:moveTo>
                    <a:pt x="1" y="1"/>
                  </a:moveTo>
                  <a:lnTo>
                    <a:pt x="1" y="1"/>
                  </a:lnTo>
                  <a:cubicBezTo>
                    <a:pt x="2329" y="2808"/>
                    <a:pt x="5364" y="4908"/>
                    <a:pt x="8788" y="6095"/>
                  </a:cubicBezTo>
                  <a:cubicBezTo>
                    <a:pt x="6460" y="3287"/>
                    <a:pt x="3424" y="1187"/>
                    <a:pt x="1"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8" name="Google Shape;7818;p57"/>
            <p:cNvSpPr/>
            <p:nvPr/>
          </p:nvSpPr>
          <p:spPr>
            <a:xfrm>
              <a:off x="7175975" y="2139963"/>
              <a:ext cx="304750" cy="664800"/>
            </a:xfrm>
            <a:custGeom>
              <a:avLst/>
              <a:gdLst/>
              <a:ahLst/>
              <a:cxnLst/>
              <a:rect l="l" t="t" r="r" b="b"/>
              <a:pathLst>
                <a:path w="12190" h="26592" extrusionOk="0">
                  <a:moveTo>
                    <a:pt x="4109" y="0"/>
                  </a:moveTo>
                  <a:cubicBezTo>
                    <a:pt x="1165" y="4429"/>
                    <a:pt x="1" y="9998"/>
                    <a:pt x="1370" y="15567"/>
                  </a:cubicBezTo>
                  <a:cubicBezTo>
                    <a:pt x="2489" y="20155"/>
                    <a:pt x="5113" y="23944"/>
                    <a:pt x="8606" y="26592"/>
                  </a:cubicBezTo>
                  <a:cubicBezTo>
                    <a:pt x="9656" y="25473"/>
                    <a:pt x="10865" y="24469"/>
                    <a:pt x="12189" y="23625"/>
                  </a:cubicBezTo>
                  <a:cubicBezTo>
                    <a:pt x="9952" y="21228"/>
                    <a:pt x="8263" y="18238"/>
                    <a:pt x="7419" y="14837"/>
                  </a:cubicBezTo>
                  <a:cubicBezTo>
                    <a:pt x="6506" y="11048"/>
                    <a:pt x="6734" y="7259"/>
                    <a:pt x="7921" y="3835"/>
                  </a:cubicBezTo>
                  <a:cubicBezTo>
                    <a:pt x="6734" y="2397"/>
                    <a:pt x="5479" y="1096"/>
                    <a:pt x="410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9" name="Google Shape;7819;p57"/>
            <p:cNvSpPr/>
            <p:nvPr/>
          </p:nvSpPr>
          <p:spPr>
            <a:xfrm>
              <a:off x="7175975" y="2139963"/>
              <a:ext cx="304750" cy="664800"/>
            </a:xfrm>
            <a:custGeom>
              <a:avLst/>
              <a:gdLst/>
              <a:ahLst/>
              <a:cxnLst/>
              <a:rect l="l" t="t" r="r" b="b"/>
              <a:pathLst>
                <a:path w="12190" h="26592" extrusionOk="0">
                  <a:moveTo>
                    <a:pt x="1370" y="15567"/>
                  </a:moveTo>
                  <a:cubicBezTo>
                    <a:pt x="2489" y="20155"/>
                    <a:pt x="5113" y="23944"/>
                    <a:pt x="8606" y="26592"/>
                  </a:cubicBezTo>
                  <a:lnTo>
                    <a:pt x="8606" y="26592"/>
                  </a:lnTo>
                  <a:cubicBezTo>
                    <a:pt x="9656" y="25473"/>
                    <a:pt x="10865" y="24469"/>
                    <a:pt x="12189" y="23625"/>
                  </a:cubicBezTo>
                  <a:lnTo>
                    <a:pt x="12189" y="23625"/>
                  </a:lnTo>
                  <a:cubicBezTo>
                    <a:pt x="9952" y="21228"/>
                    <a:pt x="8263" y="18238"/>
                    <a:pt x="7419" y="14837"/>
                  </a:cubicBezTo>
                  <a:lnTo>
                    <a:pt x="7419" y="14837"/>
                  </a:lnTo>
                  <a:cubicBezTo>
                    <a:pt x="6506" y="11048"/>
                    <a:pt x="6734" y="7259"/>
                    <a:pt x="7921" y="3835"/>
                  </a:cubicBezTo>
                  <a:lnTo>
                    <a:pt x="7921" y="3835"/>
                  </a:lnTo>
                  <a:cubicBezTo>
                    <a:pt x="6734" y="2397"/>
                    <a:pt x="5479" y="1096"/>
                    <a:pt x="4109" y="0"/>
                  </a:cubicBezTo>
                  <a:lnTo>
                    <a:pt x="4109" y="0"/>
                  </a:lnTo>
                  <a:cubicBezTo>
                    <a:pt x="1165" y="4429"/>
                    <a:pt x="1" y="9998"/>
                    <a:pt x="1370" y="15567"/>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0" name="Google Shape;7820;p57"/>
            <p:cNvSpPr/>
            <p:nvPr/>
          </p:nvSpPr>
          <p:spPr>
            <a:xfrm>
              <a:off x="7175975" y="2139963"/>
              <a:ext cx="304750" cy="664800"/>
            </a:xfrm>
            <a:custGeom>
              <a:avLst/>
              <a:gdLst/>
              <a:ahLst/>
              <a:cxnLst/>
              <a:rect l="l" t="t" r="r" b="b"/>
              <a:pathLst>
                <a:path w="12190" h="26592" extrusionOk="0">
                  <a:moveTo>
                    <a:pt x="4109" y="0"/>
                  </a:moveTo>
                  <a:cubicBezTo>
                    <a:pt x="1165" y="4429"/>
                    <a:pt x="1" y="9998"/>
                    <a:pt x="1370" y="15567"/>
                  </a:cubicBezTo>
                  <a:cubicBezTo>
                    <a:pt x="2489" y="20155"/>
                    <a:pt x="5113" y="23944"/>
                    <a:pt x="8606" y="26592"/>
                  </a:cubicBezTo>
                  <a:cubicBezTo>
                    <a:pt x="9656" y="25473"/>
                    <a:pt x="10865" y="24469"/>
                    <a:pt x="12189" y="23625"/>
                  </a:cubicBezTo>
                  <a:cubicBezTo>
                    <a:pt x="9952" y="21228"/>
                    <a:pt x="8263" y="18238"/>
                    <a:pt x="7419" y="14837"/>
                  </a:cubicBezTo>
                  <a:cubicBezTo>
                    <a:pt x="6506" y="11048"/>
                    <a:pt x="6734" y="7259"/>
                    <a:pt x="7921" y="3835"/>
                  </a:cubicBezTo>
                  <a:cubicBezTo>
                    <a:pt x="6734" y="2397"/>
                    <a:pt x="5479" y="1096"/>
                    <a:pt x="410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1" name="Google Shape;7821;p57"/>
            <p:cNvSpPr/>
            <p:nvPr/>
          </p:nvSpPr>
          <p:spPr>
            <a:xfrm>
              <a:off x="7175975" y="2139963"/>
              <a:ext cx="304750" cy="664800"/>
            </a:xfrm>
            <a:custGeom>
              <a:avLst/>
              <a:gdLst/>
              <a:ahLst/>
              <a:cxnLst/>
              <a:rect l="l" t="t" r="r" b="b"/>
              <a:pathLst>
                <a:path w="12190" h="26592" extrusionOk="0">
                  <a:moveTo>
                    <a:pt x="4109" y="0"/>
                  </a:moveTo>
                  <a:cubicBezTo>
                    <a:pt x="1165" y="4429"/>
                    <a:pt x="1" y="9998"/>
                    <a:pt x="1370" y="15567"/>
                  </a:cubicBezTo>
                  <a:cubicBezTo>
                    <a:pt x="2489" y="20155"/>
                    <a:pt x="5113" y="23944"/>
                    <a:pt x="8606" y="26592"/>
                  </a:cubicBezTo>
                  <a:cubicBezTo>
                    <a:pt x="9656" y="25473"/>
                    <a:pt x="10865" y="24469"/>
                    <a:pt x="12189" y="23625"/>
                  </a:cubicBezTo>
                  <a:cubicBezTo>
                    <a:pt x="9952" y="21228"/>
                    <a:pt x="8263" y="18238"/>
                    <a:pt x="7419" y="14837"/>
                  </a:cubicBezTo>
                  <a:cubicBezTo>
                    <a:pt x="6506" y="11048"/>
                    <a:pt x="6734" y="7259"/>
                    <a:pt x="7921" y="3835"/>
                  </a:cubicBezTo>
                  <a:cubicBezTo>
                    <a:pt x="6734" y="2397"/>
                    <a:pt x="5479" y="1096"/>
                    <a:pt x="410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2" name="Google Shape;7822;p57"/>
            <p:cNvSpPr/>
            <p:nvPr/>
          </p:nvSpPr>
          <p:spPr>
            <a:xfrm>
              <a:off x="7175975" y="2139963"/>
              <a:ext cx="304750" cy="664800"/>
            </a:xfrm>
            <a:custGeom>
              <a:avLst/>
              <a:gdLst/>
              <a:ahLst/>
              <a:cxnLst/>
              <a:rect l="l" t="t" r="r" b="b"/>
              <a:pathLst>
                <a:path w="12190" h="26592" extrusionOk="0">
                  <a:moveTo>
                    <a:pt x="4109" y="0"/>
                  </a:moveTo>
                  <a:cubicBezTo>
                    <a:pt x="1165" y="4429"/>
                    <a:pt x="1" y="9998"/>
                    <a:pt x="1370" y="15567"/>
                  </a:cubicBezTo>
                  <a:cubicBezTo>
                    <a:pt x="2489" y="20155"/>
                    <a:pt x="5113" y="23944"/>
                    <a:pt x="8606" y="26592"/>
                  </a:cubicBezTo>
                  <a:cubicBezTo>
                    <a:pt x="9656" y="25473"/>
                    <a:pt x="10865" y="24469"/>
                    <a:pt x="12189" y="23625"/>
                  </a:cubicBezTo>
                  <a:cubicBezTo>
                    <a:pt x="9952" y="21228"/>
                    <a:pt x="8263" y="18238"/>
                    <a:pt x="7419" y="14837"/>
                  </a:cubicBezTo>
                  <a:cubicBezTo>
                    <a:pt x="6506" y="11048"/>
                    <a:pt x="6734" y="7259"/>
                    <a:pt x="7921" y="3835"/>
                  </a:cubicBezTo>
                  <a:cubicBezTo>
                    <a:pt x="6734" y="2397"/>
                    <a:pt x="5479" y="1096"/>
                    <a:pt x="410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3" name="Google Shape;7823;p57"/>
            <p:cNvSpPr/>
            <p:nvPr/>
          </p:nvSpPr>
          <p:spPr>
            <a:xfrm>
              <a:off x="7338600" y="2235838"/>
              <a:ext cx="239125" cy="494750"/>
            </a:xfrm>
            <a:custGeom>
              <a:avLst/>
              <a:gdLst/>
              <a:ahLst/>
              <a:cxnLst/>
              <a:rect l="l" t="t" r="r" b="b"/>
              <a:pathLst>
                <a:path w="9565" h="19790" extrusionOk="0">
                  <a:moveTo>
                    <a:pt x="1416" y="0"/>
                  </a:moveTo>
                  <a:cubicBezTo>
                    <a:pt x="229" y="3424"/>
                    <a:pt x="1" y="7213"/>
                    <a:pt x="914" y="11002"/>
                  </a:cubicBezTo>
                  <a:cubicBezTo>
                    <a:pt x="1758" y="14403"/>
                    <a:pt x="3447" y="17393"/>
                    <a:pt x="5684" y="19790"/>
                  </a:cubicBezTo>
                  <a:cubicBezTo>
                    <a:pt x="6894" y="19036"/>
                    <a:pt x="8172" y="18374"/>
                    <a:pt x="9565" y="17872"/>
                  </a:cubicBezTo>
                  <a:cubicBezTo>
                    <a:pt x="8241" y="11595"/>
                    <a:pt x="5388" y="4930"/>
                    <a:pt x="141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4" name="Google Shape;7824;p57"/>
            <p:cNvSpPr/>
            <p:nvPr/>
          </p:nvSpPr>
          <p:spPr>
            <a:xfrm>
              <a:off x="7338600" y="2235838"/>
              <a:ext cx="239125" cy="494750"/>
            </a:xfrm>
            <a:custGeom>
              <a:avLst/>
              <a:gdLst/>
              <a:ahLst/>
              <a:cxnLst/>
              <a:rect l="l" t="t" r="r" b="b"/>
              <a:pathLst>
                <a:path w="9565" h="19790" extrusionOk="0">
                  <a:moveTo>
                    <a:pt x="914" y="11002"/>
                  </a:moveTo>
                  <a:cubicBezTo>
                    <a:pt x="1758" y="14403"/>
                    <a:pt x="3447" y="17393"/>
                    <a:pt x="5684" y="19790"/>
                  </a:cubicBezTo>
                  <a:lnTo>
                    <a:pt x="5684" y="19790"/>
                  </a:lnTo>
                  <a:cubicBezTo>
                    <a:pt x="6894" y="19036"/>
                    <a:pt x="8172" y="18374"/>
                    <a:pt x="9565" y="17872"/>
                  </a:cubicBezTo>
                  <a:lnTo>
                    <a:pt x="9565" y="17872"/>
                  </a:lnTo>
                  <a:cubicBezTo>
                    <a:pt x="8241" y="11595"/>
                    <a:pt x="5388" y="4930"/>
                    <a:pt x="1416" y="0"/>
                  </a:cubicBezTo>
                  <a:lnTo>
                    <a:pt x="1416" y="0"/>
                  </a:lnTo>
                  <a:cubicBezTo>
                    <a:pt x="229" y="3424"/>
                    <a:pt x="1" y="7213"/>
                    <a:pt x="914" y="11002"/>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5" name="Google Shape;7825;p57"/>
            <p:cNvSpPr/>
            <p:nvPr/>
          </p:nvSpPr>
          <p:spPr>
            <a:xfrm>
              <a:off x="7338600" y="2235838"/>
              <a:ext cx="239125" cy="494750"/>
            </a:xfrm>
            <a:custGeom>
              <a:avLst/>
              <a:gdLst/>
              <a:ahLst/>
              <a:cxnLst/>
              <a:rect l="l" t="t" r="r" b="b"/>
              <a:pathLst>
                <a:path w="9565" h="19790" extrusionOk="0">
                  <a:moveTo>
                    <a:pt x="1416" y="0"/>
                  </a:moveTo>
                  <a:cubicBezTo>
                    <a:pt x="229" y="3424"/>
                    <a:pt x="1" y="7213"/>
                    <a:pt x="914" y="11002"/>
                  </a:cubicBezTo>
                  <a:cubicBezTo>
                    <a:pt x="1758" y="14403"/>
                    <a:pt x="3447" y="17393"/>
                    <a:pt x="5684" y="19790"/>
                  </a:cubicBezTo>
                  <a:cubicBezTo>
                    <a:pt x="6894" y="19036"/>
                    <a:pt x="8172" y="18374"/>
                    <a:pt x="9565" y="17872"/>
                  </a:cubicBezTo>
                  <a:cubicBezTo>
                    <a:pt x="8241" y="11595"/>
                    <a:pt x="5388" y="4930"/>
                    <a:pt x="141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6" name="Google Shape;7826;p57"/>
            <p:cNvSpPr/>
            <p:nvPr/>
          </p:nvSpPr>
          <p:spPr>
            <a:xfrm>
              <a:off x="7338600" y="2235838"/>
              <a:ext cx="239125" cy="494750"/>
            </a:xfrm>
            <a:custGeom>
              <a:avLst/>
              <a:gdLst/>
              <a:ahLst/>
              <a:cxnLst/>
              <a:rect l="l" t="t" r="r" b="b"/>
              <a:pathLst>
                <a:path w="9565" h="19790" extrusionOk="0">
                  <a:moveTo>
                    <a:pt x="1416" y="0"/>
                  </a:moveTo>
                  <a:cubicBezTo>
                    <a:pt x="229" y="3424"/>
                    <a:pt x="1" y="7213"/>
                    <a:pt x="914" y="11002"/>
                  </a:cubicBezTo>
                  <a:cubicBezTo>
                    <a:pt x="1758" y="14403"/>
                    <a:pt x="3447" y="17393"/>
                    <a:pt x="5684" y="19790"/>
                  </a:cubicBezTo>
                  <a:cubicBezTo>
                    <a:pt x="6894" y="19036"/>
                    <a:pt x="8172" y="18374"/>
                    <a:pt x="9565" y="17872"/>
                  </a:cubicBezTo>
                  <a:cubicBezTo>
                    <a:pt x="8241" y="11595"/>
                    <a:pt x="5388" y="4930"/>
                    <a:pt x="141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7" name="Google Shape;7827;p57"/>
            <p:cNvSpPr/>
            <p:nvPr/>
          </p:nvSpPr>
          <p:spPr>
            <a:xfrm>
              <a:off x="7338600" y="2235838"/>
              <a:ext cx="239125" cy="494750"/>
            </a:xfrm>
            <a:custGeom>
              <a:avLst/>
              <a:gdLst/>
              <a:ahLst/>
              <a:cxnLst/>
              <a:rect l="l" t="t" r="r" b="b"/>
              <a:pathLst>
                <a:path w="9565" h="19790" extrusionOk="0">
                  <a:moveTo>
                    <a:pt x="1416" y="0"/>
                  </a:moveTo>
                  <a:cubicBezTo>
                    <a:pt x="229" y="3424"/>
                    <a:pt x="1" y="7213"/>
                    <a:pt x="914" y="11002"/>
                  </a:cubicBezTo>
                  <a:cubicBezTo>
                    <a:pt x="1758" y="14403"/>
                    <a:pt x="3447" y="17393"/>
                    <a:pt x="5684" y="19790"/>
                  </a:cubicBezTo>
                  <a:cubicBezTo>
                    <a:pt x="6894" y="19036"/>
                    <a:pt x="8172" y="18374"/>
                    <a:pt x="9565" y="17872"/>
                  </a:cubicBezTo>
                  <a:cubicBezTo>
                    <a:pt x="8241" y="11595"/>
                    <a:pt x="5388" y="4930"/>
                    <a:pt x="141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8" name="Google Shape;7828;p57"/>
            <p:cNvSpPr/>
            <p:nvPr/>
          </p:nvSpPr>
          <p:spPr>
            <a:xfrm>
              <a:off x="7338600" y="2235838"/>
              <a:ext cx="239125" cy="494750"/>
            </a:xfrm>
            <a:custGeom>
              <a:avLst/>
              <a:gdLst/>
              <a:ahLst/>
              <a:cxnLst/>
              <a:rect l="l" t="t" r="r" b="b"/>
              <a:pathLst>
                <a:path w="9565" h="19790" extrusionOk="0">
                  <a:moveTo>
                    <a:pt x="1416" y="0"/>
                  </a:moveTo>
                  <a:cubicBezTo>
                    <a:pt x="229" y="3424"/>
                    <a:pt x="1" y="7213"/>
                    <a:pt x="914" y="11002"/>
                  </a:cubicBezTo>
                  <a:cubicBezTo>
                    <a:pt x="1758" y="14403"/>
                    <a:pt x="3447" y="17393"/>
                    <a:pt x="5684" y="19790"/>
                  </a:cubicBezTo>
                  <a:cubicBezTo>
                    <a:pt x="6894" y="19036"/>
                    <a:pt x="8172" y="18374"/>
                    <a:pt x="9565" y="17872"/>
                  </a:cubicBezTo>
                  <a:cubicBezTo>
                    <a:pt x="8241" y="11595"/>
                    <a:pt x="5388" y="4930"/>
                    <a:pt x="141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9" name="Google Shape;7829;p57"/>
            <p:cNvSpPr/>
            <p:nvPr/>
          </p:nvSpPr>
          <p:spPr>
            <a:xfrm>
              <a:off x="6664700" y="2085188"/>
              <a:ext cx="216275" cy="113000"/>
            </a:xfrm>
            <a:custGeom>
              <a:avLst/>
              <a:gdLst/>
              <a:ahLst/>
              <a:cxnLst/>
              <a:rect l="l" t="t" r="r" b="b"/>
              <a:pathLst>
                <a:path w="8651" h="4520" extrusionOk="0">
                  <a:moveTo>
                    <a:pt x="1027" y="0"/>
                  </a:moveTo>
                  <a:cubicBezTo>
                    <a:pt x="662" y="137"/>
                    <a:pt x="320" y="274"/>
                    <a:pt x="0" y="434"/>
                  </a:cubicBezTo>
                  <a:cubicBezTo>
                    <a:pt x="2168" y="2328"/>
                    <a:pt x="4771" y="3744"/>
                    <a:pt x="7555" y="4520"/>
                  </a:cubicBezTo>
                  <a:cubicBezTo>
                    <a:pt x="7898" y="4109"/>
                    <a:pt x="8263" y="3721"/>
                    <a:pt x="8651" y="3333"/>
                  </a:cubicBezTo>
                  <a:cubicBezTo>
                    <a:pt x="5889" y="2762"/>
                    <a:pt x="3287" y="1621"/>
                    <a:pt x="1027"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0" name="Google Shape;7830;p57"/>
            <p:cNvSpPr/>
            <p:nvPr/>
          </p:nvSpPr>
          <p:spPr>
            <a:xfrm>
              <a:off x="6664700" y="2085188"/>
              <a:ext cx="216275" cy="113000"/>
            </a:xfrm>
            <a:custGeom>
              <a:avLst/>
              <a:gdLst/>
              <a:ahLst/>
              <a:cxnLst/>
              <a:rect l="l" t="t" r="r" b="b"/>
              <a:pathLst>
                <a:path w="8651" h="4520" extrusionOk="0">
                  <a:moveTo>
                    <a:pt x="0" y="434"/>
                  </a:moveTo>
                  <a:cubicBezTo>
                    <a:pt x="2168" y="2328"/>
                    <a:pt x="4771" y="3744"/>
                    <a:pt x="7555" y="4520"/>
                  </a:cubicBezTo>
                  <a:lnTo>
                    <a:pt x="7555" y="4520"/>
                  </a:lnTo>
                  <a:cubicBezTo>
                    <a:pt x="7898" y="4109"/>
                    <a:pt x="8263" y="3721"/>
                    <a:pt x="8651" y="3333"/>
                  </a:cubicBezTo>
                  <a:lnTo>
                    <a:pt x="8651" y="3333"/>
                  </a:lnTo>
                  <a:cubicBezTo>
                    <a:pt x="5889" y="2762"/>
                    <a:pt x="3287" y="1621"/>
                    <a:pt x="1027" y="0"/>
                  </a:cubicBezTo>
                  <a:lnTo>
                    <a:pt x="1027" y="0"/>
                  </a:lnTo>
                  <a:cubicBezTo>
                    <a:pt x="662" y="137"/>
                    <a:pt x="320" y="274"/>
                    <a:pt x="0" y="434"/>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1" name="Google Shape;7831;p57"/>
            <p:cNvSpPr/>
            <p:nvPr/>
          </p:nvSpPr>
          <p:spPr>
            <a:xfrm>
              <a:off x="6664700" y="2085188"/>
              <a:ext cx="216275" cy="113000"/>
            </a:xfrm>
            <a:custGeom>
              <a:avLst/>
              <a:gdLst/>
              <a:ahLst/>
              <a:cxnLst/>
              <a:rect l="l" t="t" r="r" b="b"/>
              <a:pathLst>
                <a:path w="8651" h="4520" extrusionOk="0">
                  <a:moveTo>
                    <a:pt x="1027" y="0"/>
                  </a:moveTo>
                  <a:cubicBezTo>
                    <a:pt x="662" y="137"/>
                    <a:pt x="320" y="274"/>
                    <a:pt x="0" y="434"/>
                  </a:cubicBezTo>
                  <a:cubicBezTo>
                    <a:pt x="2168" y="2328"/>
                    <a:pt x="4771" y="3744"/>
                    <a:pt x="7555" y="4520"/>
                  </a:cubicBezTo>
                  <a:cubicBezTo>
                    <a:pt x="7898" y="4109"/>
                    <a:pt x="8263" y="3721"/>
                    <a:pt x="8651" y="3333"/>
                  </a:cubicBezTo>
                  <a:cubicBezTo>
                    <a:pt x="5889" y="2762"/>
                    <a:pt x="3287" y="1621"/>
                    <a:pt x="1027"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2" name="Google Shape;7832;p57"/>
            <p:cNvSpPr/>
            <p:nvPr/>
          </p:nvSpPr>
          <p:spPr>
            <a:xfrm>
              <a:off x="6853575" y="2168488"/>
              <a:ext cx="140400" cy="47950"/>
            </a:xfrm>
            <a:custGeom>
              <a:avLst/>
              <a:gdLst/>
              <a:ahLst/>
              <a:cxnLst/>
              <a:rect l="l" t="t" r="r" b="b"/>
              <a:pathLst>
                <a:path w="5616" h="1918" extrusionOk="0">
                  <a:moveTo>
                    <a:pt x="1096" y="1"/>
                  </a:moveTo>
                  <a:cubicBezTo>
                    <a:pt x="708" y="389"/>
                    <a:pt x="343" y="777"/>
                    <a:pt x="0" y="1188"/>
                  </a:cubicBezTo>
                  <a:cubicBezTo>
                    <a:pt x="1484" y="1621"/>
                    <a:pt x="3036" y="1872"/>
                    <a:pt x="4588" y="1918"/>
                  </a:cubicBezTo>
                  <a:cubicBezTo>
                    <a:pt x="4908" y="1393"/>
                    <a:pt x="5250" y="868"/>
                    <a:pt x="5615" y="366"/>
                  </a:cubicBezTo>
                  <a:lnTo>
                    <a:pt x="5615" y="366"/>
                  </a:lnTo>
                  <a:cubicBezTo>
                    <a:pt x="5399" y="372"/>
                    <a:pt x="5183" y="376"/>
                    <a:pt x="4968" y="376"/>
                  </a:cubicBezTo>
                  <a:cubicBezTo>
                    <a:pt x="3660" y="376"/>
                    <a:pt x="2370" y="255"/>
                    <a:pt x="1096"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3" name="Google Shape;7833;p57"/>
            <p:cNvSpPr/>
            <p:nvPr/>
          </p:nvSpPr>
          <p:spPr>
            <a:xfrm>
              <a:off x="6853575" y="2168488"/>
              <a:ext cx="140400" cy="47950"/>
            </a:xfrm>
            <a:custGeom>
              <a:avLst/>
              <a:gdLst/>
              <a:ahLst/>
              <a:cxnLst/>
              <a:rect l="l" t="t" r="r" b="b"/>
              <a:pathLst>
                <a:path w="5616" h="1918" extrusionOk="0">
                  <a:moveTo>
                    <a:pt x="0" y="1188"/>
                  </a:moveTo>
                  <a:cubicBezTo>
                    <a:pt x="1484" y="1621"/>
                    <a:pt x="3013" y="1872"/>
                    <a:pt x="4588" y="1918"/>
                  </a:cubicBezTo>
                  <a:lnTo>
                    <a:pt x="4588" y="1918"/>
                  </a:lnTo>
                  <a:cubicBezTo>
                    <a:pt x="4908" y="1393"/>
                    <a:pt x="5250" y="868"/>
                    <a:pt x="5615" y="366"/>
                  </a:cubicBezTo>
                  <a:lnTo>
                    <a:pt x="5615" y="366"/>
                  </a:lnTo>
                  <a:cubicBezTo>
                    <a:pt x="4086" y="412"/>
                    <a:pt x="2580" y="297"/>
                    <a:pt x="1096" y="1"/>
                  </a:cubicBezTo>
                  <a:lnTo>
                    <a:pt x="1096" y="1"/>
                  </a:lnTo>
                  <a:cubicBezTo>
                    <a:pt x="708" y="389"/>
                    <a:pt x="343" y="777"/>
                    <a:pt x="0" y="1188"/>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4" name="Google Shape;7834;p57"/>
            <p:cNvSpPr/>
            <p:nvPr/>
          </p:nvSpPr>
          <p:spPr>
            <a:xfrm>
              <a:off x="6853575" y="2168488"/>
              <a:ext cx="140400" cy="47950"/>
            </a:xfrm>
            <a:custGeom>
              <a:avLst/>
              <a:gdLst/>
              <a:ahLst/>
              <a:cxnLst/>
              <a:rect l="l" t="t" r="r" b="b"/>
              <a:pathLst>
                <a:path w="5616" h="1918" extrusionOk="0">
                  <a:moveTo>
                    <a:pt x="1096" y="1"/>
                  </a:moveTo>
                  <a:cubicBezTo>
                    <a:pt x="708" y="389"/>
                    <a:pt x="343" y="777"/>
                    <a:pt x="0" y="1188"/>
                  </a:cubicBezTo>
                  <a:cubicBezTo>
                    <a:pt x="1484" y="1621"/>
                    <a:pt x="3036" y="1872"/>
                    <a:pt x="4588" y="1918"/>
                  </a:cubicBezTo>
                  <a:cubicBezTo>
                    <a:pt x="4908" y="1393"/>
                    <a:pt x="5250" y="868"/>
                    <a:pt x="5615" y="366"/>
                  </a:cubicBezTo>
                  <a:lnTo>
                    <a:pt x="5615" y="366"/>
                  </a:lnTo>
                  <a:cubicBezTo>
                    <a:pt x="5399" y="372"/>
                    <a:pt x="5183" y="376"/>
                    <a:pt x="4968" y="376"/>
                  </a:cubicBezTo>
                  <a:cubicBezTo>
                    <a:pt x="3660" y="376"/>
                    <a:pt x="2370" y="255"/>
                    <a:pt x="1096"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5" name="Google Shape;7835;p57"/>
            <p:cNvSpPr/>
            <p:nvPr/>
          </p:nvSpPr>
          <p:spPr>
            <a:xfrm>
              <a:off x="6853575" y="2168488"/>
              <a:ext cx="140400" cy="47950"/>
            </a:xfrm>
            <a:custGeom>
              <a:avLst/>
              <a:gdLst/>
              <a:ahLst/>
              <a:cxnLst/>
              <a:rect l="l" t="t" r="r" b="b"/>
              <a:pathLst>
                <a:path w="5616" h="1918" extrusionOk="0">
                  <a:moveTo>
                    <a:pt x="1096" y="1"/>
                  </a:moveTo>
                  <a:cubicBezTo>
                    <a:pt x="708" y="389"/>
                    <a:pt x="343" y="777"/>
                    <a:pt x="0" y="1188"/>
                  </a:cubicBezTo>
                  <a:cubicBezTo>
                    <a:pt x="1484" y="1621"/>
                    <a:pt x="3036" y="1872"/>
                    <a:pt x="4588" y="1918"/>
                  </a:cubicBezTo>
                  <a:cubicBezTo>
                    <a:pt x="4908" y="1393"/>
                    <a:pt x="5250" y="868"/>
                    <a:pt x="5615" y="366"/>
                  </a:cubicBezTo>
                  <a:lnTo>
                    <a:pt x="5615" y="366"/>
                  </a:lnTo>
                  <a:cubicBezTo>
                    <a:pt x="5399" y="372"/>
                    <a:pt x="5183" y="376"/>
                    <a:pt x="4968" y="376"/>
                  </a:cubicBezTo>
                  <a:cubicBezTo>
                    <a:pt x="3660" y="376"/>
                    <a:pt x="2370" y="255"/>
                    <a:pt x="1096"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6" name="Google Shape;7836;p57"/>
            <p:cNvSpPr/>
            <p:nvPr/>
          </p:nvSpPr>
          <p:spPr>
            <a:xfrm>
              <a:off x="6968275" y="2106863"/>
              <a:ext cx="297875" cy="109975"/>
            </a:xfrm>
            <a:custGeom>
              <a:avLst/>
              <a:gdLst/>
              <a:ahLst/>
              <a:cxnLst/>
              <a:rect l="l" t="t" r="r" b="b"/>
              <a:pathLst>
                <a:path w="11915" h="4399" extrusionOk="0">
                  <a:moveTo>
                    <a:pt x="10568" y="1"/>
                  </a:moveTo>
                  <a:cubicBezTo>
                    <a:pt x="8879" y="1028"/>
                    <a:pt x="7030" y="1804"/>
                    <a:pt x="5045" y="2283"/>
                  </a:cubicBezTo>
                  <a:cubicBezTo>
                    <a:pt x="3698" y="2603"/>
                    <a:pt x="2351" y="2785"/>
                    <a:pt x="1027" y="2831"/>
                  </a:cubicBezTo>
                  <a:cubicBezTo>
                    <a:pt x="662" y="3333"/>
                    <a:pt x="320" y="3858"/>
                    <a:pt x="0" y="4383"/>
                  </a:cubicBezTo>
                  <a:cubicBezTo>
                    <a:pt x="261" y="4393"/>
                    <a:pt x="524" y="4398"/>
                    <a:pt x="787" y="4398"/>
                  </a:cubicBezTo>
                  <a:cubicBezTo>
                    <a:pt x="2317" y="4398"/>
                    <a:pt x="3875" y="4225"/>
                    <a:pt x="5433" y="3835"/>
                  </a:cubicBezTo>
                  <a:cubicBezTo>
                    <a:pt x="7829" y="3265"/>
                    <a:pt x="9998" y="2260"/>
                    <a:pt x="11915" y="936"/>
                  </a:cubicBezTo>
                  <a:cubicBezTo>
                    <a:pt x="11481" y="617"/>
                    <a:pt x="11025" y="297"/>
                    <a:pt x="1056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7" name="Google Shape;7837;p57"/>
            <p:cNvSpPr/>
            <p:nvPr/>
          </p:nvSpPr>
          <p:spPr>
            <a:xfrm>
              <a:off x="6968275" y="2106863"/>
              <a:ext cx="297875" cy="111300"/>
            </a:xfrm>
            <a:custGeom>
              <a:avLst/>
              <a:gdLst/>
              <a:ahLst/>
              <a:cxnLst/>
              <a:rect l="l" t="t" r="r" b="b"/>
              <a:pathLst>
                <a:path w="11915" h="4452" extrusionOk="0">
                  <a:moveTo>
                    <a:pt x="5045" y="2283"/>
                  </a:moveTo>
                  <a:cubicBezTo>
                    <a:pt x="3698" y="2603"/>
                    <a:pt x="2351" y="2785"/>
                    <a:pt x="1027" y="2831"/>
                  </a:cubicBezTo>
                  <a:lnTo>
                    <a:pt x="1027" y="2831"/>
                  </a:lnTo>
                  <a:cubicBezTo>
                    <a:pt x="662" y="3333"/>
                    <a:pt x="320" y="3858"/>
                    <a:pt x="0" y="4383"/>
                  </a:cubicBezTo>
                  <a:lnTo>
                    <a:pt x="0" y="4383"/>
                  </a:lnTo>
                  <a:cubicBezTo>
                    <a:pt x="1781" y="4451"/>
                    <a:pt x="3607" y="4292"/>
                    <a:pt x="5433" y="3835"/>
                  </a:cubicBezTo>
                  <a:lnTo>
                    <a:pt x="5433" y="3835"/>
                  </a:lnTo>
                  <a:cubicBezTo>
                    <a:pt x="7829" y="3265"/>
                    <a:pt x="9998" y="2260"/>
                    <a:pt x="11915" y="936"/>
                  </a:cubicBezTo>
                  <a:lnTo>
                    <a:pt x="11915" y="936"/>
                  </a:lnTo>
                  <a:cubicBezTo>
                    <a:pt x="11481" y="617"/>
                    <a:pt x="11025" y="297"/>
                    <a:pt x="10568" y="1"/>
                  </a:cubicBezTo>
                  <a:lnTo>
                    <a:pt x="10568" y="1"/>
                  </a:lnTo>
                  <a:cubicBezTo>
                    <a:pt x="8879" y="1028"/>
                    <a:pt x="7030" y="1804"/>
                    <a:pt x="5045" y="2283"/>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8" name="Google Shape;7838;p57"/>
            <p:cNvSpPr/>
            <p:nvPr/>
          </p:nvSpPr>
          <p:spPr>
            <a:xfrm>
              <a:off x="6968275" y="2106863"/>
              <a:ext cx="297875" cy="109975"/>
            </a:xfrm>
            <a:custGeom>
              <a:avLst/>
              <a:gdLst/>
              <a:ahLst/>
              <a:cxnLst/>
              <a:rect l="l" t="t" r="r" b="b"/>
              <a:pathLst>
                <a:path w="11915" h="4399" extrusionOk="0">
                  <a:moveTo>
                    <a:pt x="10568" y="1"/>
                  </a:moveTo>
                  <a:cubicBezTo>
                    <a:pt x="8879" y="1028"/>
                    <a:pt x="7030" y="1804"/>
                    <a:pt x="5045" y="2283"/>
                  </a:cubicBezTo>
                  <a:cubicBezTo>
                    <a:pt x="3698" y="2603"/>
                    <a:pt x="2351" y="2785"/>
                    <a:pt x="1027" y="2831"/>
                  </a:cubicBezTo>
                  <a:cubicBezTo>
                    <a:pt x="662" y="3333"/>
                    <a:pt x="320" y="3858"/>
                    <a:pt x="0" y="4383"/>
                  </a:cubicBezTo>
                  <a:cubicBezTo>
                    <a:pt x="261" y="4393"/>
                    <a:pt x="524" y="4398"/>
                    <a:pt x="787" y="4398"/>
                  </a:cubicBezTo>
                  <a:cubicBezTo>
                    <a:pt x="2317" y="4398"/>
                    <a:pt x="3875" y="4225"/>
                    <a:pt x="5433" y="3835"/>
                  </a:cubicBezTo>
                  <a:cubicBezTo>
                    <a:pt x="7829" y="3265"/>
                    <a:pt x="9998" y="2260"/>
                    <a:pt x="11915" y="936"/>
                  </a:cubicBezTo>
                  <a:cubicBezTo>
                    <a:pt x="11481" y="617"/>
                    <a:pt x="11025" y="297"/>
                    <a:pt x="1056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9" name="Google Shape;7839;p57"/>
            <p:cNvSpPr/>
            <p:nvPr/>
          </p:nvSpPr>
          <p:spPr>
            <a:xfrm>
              <a:off x="6968275" y="2106863"/>
              <a:ext cx="297875" cy="109975"/>
            </a:xfrm>
            <a:custGeom>
              <a:avLst/>
              <a:gdLst/>
              <a:ahLst/>
              <a:cxnLst/>
              <a:rect l="l" t="t" r="r" b="b"/>
              <a:pathLst>
                <a:path w="11915" h="4399" extrusionOk="0">
                  <a:moveTo>
                    <a:pt x="10568" y="1"/>
                  </a:moveTo>
                  <a:cubicBezTo>
                    <a:pt x="8879" y="1028"/>
                    <a:pt x="7030" y="1804"/>
                    <a:pt x="5045" y="2283"/>
                  </a:cubicBezTo>
                  <a:cubicBezTo>
                    <a:pt x="3698" y="2603"/>
                    <a:pt x="2351" y="2785"/>
                    <a:pt x="1027" y="2831"/>
                  </a:cubicBezTo>
                  <a:cubicBezTo>
                    <a:pt x="662" y="3333"/>
                    <a:pt x="320" y="3858"/>
                    <a:pt x="0" y="4383"/>
                  </a:cubicBezTo>
                  <a:cubicBezTo>
                    <a:pt x="261" y="4393"/>
                    <a:pt x="524" y="4398"/>
                    <a:pt x="787" y="4398"/>
                  </a:cubicBezTo>
                  <a:cubicBezTo>
                    <a:pt x="2317" y="4398"/>
                    <a:pt x="3875" y="4225"/>
                    <a:pt x="5433" y="3835"/>
                  </a:cubicBezTo>
                  <a:cubicBezTo>
                    <a:pt x="7829" y="3265"/>
                    <a:pt x="9998" y="2260"/>
                    <a:pt x="11915" y="936"/>
                  </a:cubicBezTo>
                  <a:cubicBezTo>
                    <a:pt x="11481" y="617"/>
                    <a:pt x="11025" y="297"/>
                    <a:pt x="1056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0" name="Google Shape;7840;p57"/>
            <p:cNvSpPr/>
            <p:nvPr/>
          </p:nvSpPr>
          <p:spPr>
            <a:xfrm>
              <a:off x="6968275" y="2106863"/>
              <a:ext cx="297875" cy="109975"/>
            </a:xfrm>
            <a:custGeom>
              <a:avLst/>
              <a:gdLst/>
              <a:ahLst/>
              <a:cxnLst/>
              <a:rect l="l" t="t" r="r" b="b"/>
              <a:pathLst>
                <a:path w="11915" h="4399" extrusionOk="0">
                  <a:moveTo>
                    <a:pt x="10568" y="1"/>
                  </a:moveTo>
                  <a:cubicBezTo>
                    <a:pt x="8879" y="1028"/>
                    <a:pt x="7030" y="1804"/>
                    <a:pt x="5045" y="2283"/>
                  </a:cubicBezTo>
                  <a:cubicBezTo>
                    <a:pt x="3698" y="2603"/>
                    <a:pt x="2351" y="2785"/>
                    <a:pt x="1027" y="2831"/>
                  </a:cubicBezTo>
                  <a:cubicBezTo>
                    <a:pt x="662" y="3333"/>
                    <a:pt x="320" y="3858"/>
                    <a:pt x="0" y="4383"/>
                  </a:cubicBezTo>
                  <a:cubicBezTo>
                    <a:pt x="261" y="4393"/>
                    <a:pt x="524" y="4398"/>
                    <a:pt x="787" y="4398"/>
                  </a:cubicBezTo>
                  <a:cubicBezTo>
                    <a:pt x="2317" y="4398"/>
                    <a:pt x="3875" y="4225"/>
                    <a:pt x="5433" y="3835"/>
                  </a:cubicBezTo>
                  <a:cubicBezTo>
                    <a:pt x="7829" y="3265"/>
                    <a:pt x="9998" y="2260"/>
                    <a:pt x="11915" y="936"/>
                  </a:cubicBezTo>
                  <a:cubicBezTo>
                    <a:pt x="11481" y="617"/>
                    <a:pt x="11025" y="297"/>
                    <a:pt x="1056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1" name="Google Shape;7841;p57"/>
            <p:cNvSpPr/>
            <p:nvPr/>
          </p:nvSpPr>
          <p:spPr>
            <a:xfrm>
              <a:off x="6690375" y="2057788"/>
              <a:ext cx="266500" cy="110725"/>
            </a:xfrm>
            <a:custGeom>
              <a:avLst/>
              <a:gdLst/>
              <a:ahLst/>
              <a:cxnLst/>
              <a:rect l="l" t="t" r="r" b="b"/>
              <a:pathLst>
                <a:path w="10660" h="4429" extrusionOk="0">
                  <a:moveTo>
                    <a:pt x="3287" y="1"/>
                  </a:moveTo>
                  <a:cubicBezTo>
                    <a:pt x="2077" y="297"/>
                    <a:pt x="982" y="685"/>
                    <a:pt x="0" y="1096"/>
                  </a:cubicBezTo>
                  <a:cubicBezTo>
                    <a:pt x="2260" y="2717"/>
                    <a:pt x="4862" y="3858"/>
                    <a:pt x="7624" y="4429"/>
                  </a:cubicBezTo>
                  <a:cubicBezTo>
                    <a:pt x="8560" y="3493"/>
                    <a:pt x="9564" y="2671"/>
                    <a:pt x="10660" y="1918"/>
                  </a:cubicBezTo>
                  <a:cubicBezTo>
                    <a:pt x="8080" y="1781"/>
                    <a:pt x="5570" y="1096"/>
                    <a:pt x="328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2" name="Google Shape;7842;p57"/>
            <p:cNvSpPr/>
            <p:nvPr/>
          </p:nvSpPr>
          <p:spPr>
            <a:xfrm>
              <a:off x="6690375" y="2057788"/>
              <a:ext cx="266500" cy="110725"/>
            </a:xfrm>
            <a:custGeom>
              <a:avLst/>
              <a:gdLst/>
              <a:ahLst/>
              <a:cxnLst/>
              <a:rect l="l" t="t" r="r" b="b"/>
              <a:pathLst>
                <a:path w="10660" h="4429" extrusionOk="0">
                  <a:moveTo>
                    <a:pt x="0" y="1096"/>
                  </a:moveTo>
                  <a:cubicBezTo>
                    <a:pt x="2260" y="2717"/>
                    <a:pt x="4862" y="3858"/>
                    <a:pt x="7624" y="4429"/>
                  </a:cubicBezTo>
                  <a:lnTo>
                    <a:pt x="7624" y="4429"/>
                  </a:lnTo>
                  <a:cubicBezTo>
                    <a:pt x="8560" y="3493"/>
                    <a:pt x="9564" y="2671"/>
                    <a:pt x="10660" y="1918"/>
                  </a:cubicBezTo>
                  <a:lnTo>
                    <a:pt x="10660" y="1918"/>
                  </a:lnTo>
                  <a:cubicBezTo>
                    <a:pt x="8080" y="1781"/>
                    <a:pt x="5570" y="1096"/>
                    <a:pt x="3287" y="1"/>
                  </a:cubicBezTo>
                  <a:lnTo>
                    <a:pt x="3287" y="1"/>
                  </a:lnTo>
                  <a:cubicBezTo>
                    <a:pt x="2077" y="297"/>
                    <a:pt x="982" y="685"/>
                    <a:pt x="0" y="1096"/>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3" name="Google Shape;7843;p57"/>
            <p:cNvSpPr/>
            <p:nvPr/>
          </p:nvSpPr>
          <p:spPr>
            <a:xfrm>
              <a:off x="6690375" y="2057788"/>
              <a:ext cx="266500" cy="110725"/>
            </a:xfrm>
            <a:custGeom>
              <a:avLst/>
              <a:gdLst/>
              <a:ahLst/>
              <a:cxnLst/>
              <a:rect l="l" t="t" r="r" b="b"/>
              <a:pathLst>
                <a:path w="10660" h="4429" extrusionOk="0">
                  <a:moveTo>
                    <a:pt x="3287" y="1"/>
                  </a:moveTo>
                  <a:cubicBezTo>
                    <a:pt x="2077" y="297"/>
                    <a:pt x="982" y="685"/>
                    <a:pt x="0" y="1096"/>
                  </a:cubicBezTo>
                  <a:cubicBezTo>
                    <a:pt x="2260" y="2717"/>
                    <a:pt x="4862" y="3858"/>
                    <a:pt x="7624" y="4429"/>
                  </a:cubicBezTo>
                  <a:cubicBezTo>
                    <a:pt x="8560" y="3493"/>
                    <a:pt x="9564" y="2671"/>
                    <a:pt x="10660" y="1918"/>
                  </a:cubicBezTo>
                  <a:cubicBezTo>
                    <a:pt x="8080" y="1781"/>
                    <a:pt x="5570" y="1096"/>
                    <a:pt x="328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4" name="Google Shape;7844;p57"/>
            <p:cNvSpPr/>
            <p:nvPr/>
          </p:nvSpPr>
          <p:spPr>
            <a:xfrm>
              <a:off x="6690375" y="2057788"/>
              <a:ext cx="266500" cy="110725"/>
            </a:xfrm>
            <a:custGeom>
              <a:avLst/>
              <a:gdLst/>
              <a:ahLst/>
              <a:cxnLst/>
              <a:rect l="l" t="t" r="r" b="b"/>
              <a:pathLst>
                <a:path w="10660" h="4429" extrusionOk="0">
                  <a:moveTo>
                    <a:pt x="3287" y="1"/>
                  </a:moveTo>
                  <a:cubicBezTo>
                    <a:pt x="2077" y="297"/>
                    <a:pt x="982" y="685"/>
                    <a:pt x="0" y="1096"/>
                  </a:cubicBezTo>
                  <a:cubicBezTo>
                    <a:pt x="2260" y="2717"/>
                    <a:pt x="4862" y="3858"/>
                    <a:pt x="7624" y="4429"/>
                  </a:cubicBezTo>
                  <a:cubicBezTo>
                    <a:pt x="8560" y="3493"/>
                    <a:pt x="9564" y="2671"/>
                    <a:pt x="10660" y="1918"/>
                  </a:cubicBezTo>
                  <a:cubicBezTo>
                    <a:pt x="8080" y="1781"/>
                    <a:pt x="5570" y="1096"/>
                    <a:pt x="328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5" name="Google Shape;7845;p57"/>
            <p:cNvSpPr/>
            <p:nvPr/>
          </p:nvSpPr>
          <p:spPr>
            <a:xfrm>
              <a:off x="6880950" y="2101163"/>
              <a:ext cx="182075" cy="76725"/>
            </a:xfrm>
            <a:custGeom>
              <a:avLst/>
              <a:gdLst/>
              <a:ahLst/>
              <a:cxnLst/>
              <a:rect l="l" t="t" r="r" b="b"/>
              <a:pathLst>
                <a:path w="7283" h="3069" extrusionOk="0">
                  <a:moveTo>
                    <a:pt x="7282" y="0"/>
                  </a:moveTo>
                  <a:cubicBezTo>
                    <a:pt x="6280" y="146"/>
                    <a:pt x="5266" y="223"/>
                    <a:pt x="4265" y="223"/>
                  </a:cubicBezTo>
                  <a:cubicBezTo>
                    <a:pt x="3853" y="223"/>
                    <a:pt x="3443" y="210"/>
                    <a:pt x="3037" y="183"/>
                  </a:cubicBezTo>
                  <a:cubicBezTo>
                    <a:pt x="1941" y="936"/>
                    <a:pt x="937" y="1758"/>
                    <a:pt x="1" y="2694"/>
                  </a:cubicBezTo>
                  <a:cubicBezTo>
                    <a:pt x="1275" y="2948"/>
                    <a:pt x="2565" y="3069"/>
                    <a:pt x="3873" y="3069"/>
                  </a:cubicBezTo>
                  <a:cubicBezTo>
                    <a:pt x="4088" y="3069"/>
                    <a:pt x="4304" y="3065"/>
                    <a:pt x="4520" y="3059"/>
                  </a:cubicBezTo>
                  <a:cubicBezTo>
                    <a:pt x="5319" y="1940"/>
                    <a:pt x="6255" y="913"/>
                    <a:pt x="728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6" name="Google Shape;7846;p57"/>
            <p:cNvSpPr/>
            <p:nvPr/>
          </p:nvSpPr>
          <p:spPr>
            <a:xfrm>
              <a:off x="6880950" y="2101163"/>
              <a:ext cx="182075" cy="77625"/>
            </a:xfrm>
            <a:custGeom>
              <a:avLst/>
              <a:gdLst/>
              <a:ahLst/>
              <a:cxnLst/>
              <a:rect l="l" t="t" r="r" b="b"/>
              <a:pathLst>
                <a:path w="7283" h="3105" extrusionOk="0">
                  <a:moveTo>
                    <a:pt x="3037" y="183"/>
                  </a:moveTo>
                  <a:cubicBezTo>
                    <a:pt x="1941" y="936"/>
                    <a:pt x="937" y="1758"/>
                    <a:pt x="1" y="2694"/>
                  </a:cubicBezTo>
                  <a:lnTo>
                    <a:pt x="1" y="2694"/>
                  </a:lnTo>
                  <a:cubicBezTo>
                    <a:pt x="1485" y="2990"/>
                    <a:pt x="2991" y="3105"/>
                    <a:pt x="4520" y="3059"/>
                  </a:cubicBezTo>
                  <a:lnTo>
                    <a:pt x="4520" y="3059"/>
                  </a:lnTo>
                  <a:cubicBezTo>
                    <a:pt x="5319" y="1940"/>
                    <a:pt x="6255" y="913"/>
                    <a:pt x="7282" y="0"/>
                  </a:cubicBezTo>
                  <a:lnTo>
                    <a:pt x="7282" y="0"/>
                  </a:lnTo>
                  <a:cubicBezTo>
                    <a:pt x="5867" y="206"/>
                    <a:pt x="4429" y="274"/>
                    <a:pt x="3037" y="183"/>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7" name="Google Shape;7847;p57"/>
            <p:cNvSpPr/>
            <p:nvPr/>
          </p:nvSpPr>
          <p:spPr>
            <a:xfrm>
              <a:off x="6880950" y="2101163"/>
              <a:ext cx="182075" cy="76725"/>
            </a:xfrm>
            <a:custGeom>
              <a:avLst/>
              <a:gdLst/>
              <a:ahLst/>
              <a:cxnLst/>
              <a:rect l="l" t="t" r="r" b="b"/>
              <a:pathLst>
                <a:path w="7283" h="3069" extrusionOk="0">
                  <a:moveTo>
                    <a:pt x="7282" y="0"/>
                  </a:moveTo>
                  <a:cubicBezTo>
                    <a:pt x="6280" y="146"/>
                    <a:pt x="5266" y="223"/>
                    <a:pt x="4265" y="223"/>
                  </a:cubicBezTo>
                  <a:cubicBezTo>
                    <a:pt x="3853" y="223"/>
                    <a:pt x="3443" y="210"/>
                    <a:pt x="3037" y="183"/>
                  </a:cubicBezTo>
                  <a:cubicBezTo>
                    <a:pt x="1941" y="936"/>
                    <a:pt x="937" y="1758"/>
                    <a:pt x="1" y="2694"/>
                  </a:cubicBezTo>
                  <a:cubicBezTo>
                    <a:pt x="1275" y="2948"/>
                    <a:pt x="2565" y="3069"/>
                    <a:pt x="3873" y="3069"/>
                  </a:cubicBezTo>
                  <a:cubicBezTo>
                    <a:pt x="4088" y="3069"/>
                    <a:pt x="4304" y="3065"/>
                    <a:pt x="4520" y="3059"/>
                  </a:cubicBezTo>
                  <a:cubicBezTo>
                    <a:pt x="5319" y="1940"/>
                    <a:pt x="6255" y="913"/>
                    <a:pt x="728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8" name="Google Shape;7848;p57"/>
            <p:cNvSpPr/>
            <p:nvPr/>
          </p:nvSpPr>
          <p:spPr>
            <a:xfrm>
              <a:off x="6880950" y="2101163"/>
              <a:ext cx="182075" cy="76725"/>
            </a:xfrm>
            <a:custGeom>
              <a:avLst/>
              <a:gdLst/>
              <a:ahLst/>
              <a:cxnLst/>
              <a:rect l="l" t="t" r="r" b="b"/>
              <a:pathLst>
                <a:path w="7283" h="3069" extrusionOk="0">
                  <a:moveTo>
                    <a:pt x="7282" y="0"/>
                  </a:moveTo>
                  <a:cubicBezTo>
                    <a:pt x="6280" y="146"/>
                    <a:pt x="5266" y="223"/>
                    <a:pt x="4265" y="223"/>
                  </a:cubicBezTo>
                  <a:cubicBezTo>
                    <a:pt x="3853" y="223"/>
                    <a:pt x="3443" y="210"/>
                    <a:pt x="3037" y="183"/>
                  </a:cubicBezTo>
                  <a:cubicBezTo>
                    <a:pt x="1941" y="936"/>
                    <a:pt x="937" y="1758"/>
                    <a:pt x="1" y="2694"/>
                  </a:cubicBezTo>
                  <a:cubicBezTo>
                    <a:pt x="1275" y="2948"/>
                    <a:pt x="2565" y="3069"/>
                    <a:pt x="3873" y="3069"/>
                  </a:cubicBezTo>
                  <a:cubicBezTo>
                    <a:pt x="4088" y="3069"/>
                    <a:pt x="4304" y="3065"/>
                    <a:pt x="4520" y="3059"/>
                  </a:cubicBezTo>
                  <a:cubicBezTo>
                    <a:pt x="5319" y="1940"/>
                    <a:pt x="6255" y="913"/>
                    <a:pt x="728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9" name="Google Shape;7849;p57"/>
            <p:cNvSpPr/>
            <p:nvPr/>
          </p:nvSpPr>
          <p:spPr>
            <a:xfrm>
              <a:off x="6880950" y="2101163"/>
              <a:ext cx="182075" cy="76725"/>
            </a:xfrm>
            <a:custGeom>
              <a:avLst/>
              <a:gdLst/>
              <a:ahLst/>
              <a:cxnLst/>
              <a:rect l="l" t="t" r="r" b="b"/>
              <a:pathLst>
                <a:path w="7283" h="3069" extrusionOk="0">
                  <a:moveTo>
                    <a:pt x="7282" y="0"/>
                  </a:moveTo>
                  <a:cubicBezTo>
                    <a:pt x="6280" y="146"/>
                    <a:pt x="5266" y="223"/>
                    <a:pt x="4265" y="223"/>
                  </a:cubicBezTo>
                  <a:cubicBezTo>
                    <a:pt x="3853" y="223"/>
                    <a:pt x="3443" y="210"/>
                    <a:pt x="3037" y="183"/>
                  </a:cubicBezTo>
                  <a:cubicBezTo>
                    <a:pt x="1941" y="936"/>
                    <a:pt x="937" y="1758"/>
                    <a:pt x="1" y="2694"/>
                  </a:cubicBezTo>
                  <a:cubicBezTo>
                    <a:pt x="1275" y="2948"/>
                    <a:pt x="2565" y="3069"/>
                    <a:pt x="3873" y="3069"/>
                  </a:cubicBezTo>
                  <a:cubicBezTo>
                    <a:pt x="4088" y="3069"/>
                    <a:pt x="4304" y="3065"/>
                    <a:pt x="4520" y="3059"/>
                  </a:cubicBezTo>
                  <a:cubicBezTo>
                    <a:pt x="5319" y="1940"/>
                    <a:pt x="6255" y="913"/>
                    <a:pt x="728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0" name="Google Shape;7850;p57"/>
            <p:cNvSpPr/>
            <p:nvPr/>
          </p:nvSpPr>
          <p:spPr>
            <a:xfrm>
              <a:off x="6993950" y="2073763"/>
              <a:ext cx="238550" cy="103875"/>
            </a:xfrm>
            <a:custGeom>
              <a:avLst/>
              <a:gdLst/>
              <a:ahLst/>
              <a:cxnLst/>
              <a:rect l="l" t="t" r="r" b="b"/>
              <a:pathLst>
                <a:path w="9542" h="4155" extrusionOk="0">
                  <a:moveTo>
                    <a:pt x="6848" y="1"/>
                  </a:moveTo>
                  <a:cubicBezTo>
                    <a:pt x="6049" y="297"/>
                    <a:pt x="5227" y="548"/>
                    <a:pt x="4383" y="754"/>
                  </a:cubicBezTo>
                  <a:cubicBezTo>
                    <a:pt x="3858" y="891"/>
                    <a:pt x="3310" y="1005"/>
                    <a:pt x="2762" y="1096"/>
                  </a:cubicBezTo>
                  <a:cubicBezTo>
                    <a:pt x="1735" y="2009"/>
                    <a:pt x="799" y="3036"/>
                    <a:pt x="0" y="4155"/>
                  </a:cubicBezTo>
                  <a:cubicBezTo>
                    <a:pt x="1324" y="4109"/>
                    <a:pt x="2671" y="3927"/>
                    <a:pt x="4018" y="3607"/>
                  </a:cubicBezTo>
                  <a:cubicBezTo>
                    <a:pt x="6003" y="3128"/>
                    <a:pt x="7852" y="2352"/>
                    <a:pt x="9541" y="1347"/>
                  </a:cubicBezTo>
                  <a:cubicBezTo>
                    <a:pt x="8674" y="800"/>
                    <a:pt x="7761" y="343"/>
                    <a:pt x="684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1" name="Google Shape;7851;p57"/>
            <p:cNvSpPr/>
            <p:nvPr/>
          </p:nvSpPr>
          <p:spPr>
            <a:xfrm>
              <a:off x="6993950" y="2073763"/>
              <a:ext cx="238550" cy="103875"/>
            </a:xfrm>
            <a:custGeom>
              <a:avLst/>
              <a:gdLst/>
              <a:ahLst/>
              <a:cxnLst/>
              <a:rect l="l" t="t" r="r" b="b"/>
              <a:pathLst>
                <a:path w="9542" h="4155" extrusionOk="0">
                  <a:moveTo>
                    <a:pt x="4383" y="754"/>
                  </a:moveTo>
                  <a:cubicBezTo>
                    <a:pt x="3858" y="891"/>
                    <a:pt x="3310" y="1005"/>
                    <a:pt x="2762" y="1096"/>
                  </a:cubicBezTo>
                  <a:lnTo>
                    <a:pt x="2762" y="1096"/>
                  </a:lnTo>
                  <a:cubicBezTo>
                    <a:pt x="1735" y="2009"/>
                    <a:pt x="799" y="3036"/>
                    <a:pt x="0" y="4155"/>
                  </a:cubicBezTo>
                  <a:lnTo>
                    <a:pt x="0" y="4155"/>
                  </a:lnTo>
                  <a:cubicBezTo>
                    <a:pt x="1324" y="4109"/>
                    <a:pt x="2671" y="3927"/>
                    <a:pt x="4018" y="3607"/>
                  </a:cubicBezTo>
                  <a:lnTo>
                    <a:pt x="4018" y="3607"/>
                  </a:lnTo>
                  <a:cubicBezTo>
                    <a:pt x="6003" y="3128"/>
                    <a:pt x="7852" y="2352"/>
                    <a:pt x="9541" y="1325"/>
                  </a:cubicBezTo>
                  <a:lnTo>
                    <a:pt x="9541" y="1325"/>
                  </a:lnTo>
                  <a:cubicBezTo>
                    <a:pt x="8674" y="800"/>
                    <a:pt x="7761" y="343"/>
                    <a:pt x="6848" y="1"/>
                  </a:cubicBezTo>
                  <a:lnTo>
                    <a:pt x="6848" y="1"/>
                  </a:lnTo>
                  <a:cubicBezTo>
                    <a:pt x="6049" y="297"/>
                    <a:pt x="5227" y="548"/>
                    <a:pt x="4383" y="754"/>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2" name="Google Shape;7852;p57"/>
            <p:cNvSpPr/>
            <p:nvPr/>
          </p:nvSpPr>
          <p:spPr>
            <a:xfrm>
              <a:off x="6993950" y="2073763"/>
              <a:ext cx="238550" cy="103875"/>
            </a:xfrm>
            <a:custGeom>
              <a:avLst/>
              <a:gdLst/>
              <a:ahLst/>
              <a:cxnLst/>
              <a:rect l="l" t="t" r="r" b="b"/>
              <a:pathLst>
                <a:path w="9542" h="4155" extrusionOk="0">
                  <a:moveTo>
                    <a:pt x="6848" y="1"/>
                  </a:moveTo>
                  <a:cubicBezTo>
                    <a:pt x="6049" y="297"/>
                    <a:pt x="5227" y="548"/>
                    <a:pt x="4383" y="754"/>
                  </a:cubicBezTo>
                  <a:cubicBezTo>
                    <a:pt x="3858" y="891"/>
                    <a:pt x="3310" y="1005"/>
                    <a:pt x="2762" y="1096"/>
                  </a:cubicBezTo>
                  <a:cubicBezTo>
                    <a:pt x="1735" y="2009"/>
                    <a:pt x="799" y="3036"/>
                    <a:pt x="0" y="4155"/>
                  </a:cubicBezTo>
                  <a:cubicBezTo>
                    <a:pt x="1324" y="4109"/>
                    <a:pt x="2671" y="3927"/>
                    <a:pt x="4018" y="3607"/>
                  </a:cubicBezTo>
                  <a:cubicBezTo>
                    <a:pt x="6003" y="3128"/>
                    <a:pt x="7852" y="2352"/>
                    <a:pt x="9541" y="1347"/>
                  </a:cubicBezTo>
                  <a:cubicBezTo>
                    <a:pt x="8674" y="800"/>
                    <a:pt x="7761" y="343"/>
                    <a:pt x="684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3" name="Google Shape;7853;p57"/>
            <p:cNvSpPr/>
            <p:nvPr/>
          </p:nvSpPr>
          <p:spPr>
            <a:xfrm>
              <a:off x="6993950" y="2073763"/>
              <a:ext cx="238550" cy="103875"/>
            </a:xfrm>
            <a:custGeom>
              <a:avLst/>
              <a:gdLst/>
              <a:ahLst/>
              <a:cxnLst/>
              <a:rect l="l" t="t" r="r" b="b"/>
              <a:pathLst>
                <a:path w="9542" h="4155" extrusionOk="0">
                  <a:moveTo>
                    <a:pt x="6848" y="1"/>
                  </a:moveTo>
                  <a:cubicBezTo>
                    <a:pt x="6049" y="297"/>
                    <a:pt x="5227" y="548"/>
                    <a:pt x="4383" y="754"/>
                  </a:cubicBezTo>
                  <a:cubicBezTo>
                    <a:pt x="3858" y="891"/>
                    <a:pt x="3310" y="1005"/>
                    <a:pt x="2762" y="1096"/>
                  </a:cubicBezTo>
                  <a:cubicBezTo>
                    <a:pt x="1735" y="2009"/>
                    <a:pt x="799" y="3036"/>
                    <a:pt x="0" y="4155"/>
                  </a:cubicBezTo>
                  <a:cubicBezTo>
                    <a:pt x="1324" y="4109"/>
                    <a:pt x="2671" y="3927"/>
                    <a:pt x="4018" y="3607"/>
                  </a:cubicBezTo>
                  <a:cubicBezTo>
                    <a:pt x="6003" y="3128"/>
                    <a:pt x="7852" y="2352"/>
                    <a:pt x="9541" y="1347"/>
                  </a:cubicBezTo>
                  <a:cubicBezTo>
                    <a:pt x="8674" y="800"/>
                    <a:pt x="7761" y="343"/>
                    <a:pt x="684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4" name="Google Shape;7854;p57"/>
            <p:cNvSpPr/>
            <p:nvPr/>
          </p:nvSpPr>
          <p:spPr>
            <a:xfrm>
              <a:off x="6993950" y="2073763"/>
              <a:ext cx="238550" cy="103875"/>
            </a:xfrm>
            <a:custGeom>
              <a:avLst/>
              <a:gdLst/>
              <a:ahLst/>
              <a:cxnLst/>
              <a:rect l="l" t="t" r="r" b="b"/>
              <a:pathLst>
                <a:path w="9542" h="4155" extrusionOk="0">
                  <a:moveTo>
                    <a:pt x="6848" y="1"/>
                  </a:moveTo>
                  <a:cubicBezTo>
                    <a:pt x="6049" y="297"/>
                    <a:pt x="5227" y="548"/>
                    <a:pt x="4383" y="754"/>
                  </a:cubicBezTo>
                  <a:cubicBezTo>
                    <a:pt x="3858" y="891"/>
                    <a:pt x="3310" y="1005"/>
                    <a:pt x="2762" y="1096"/>
                  </a:cubicBezTo>
                  <a:cubicBezTo>
                    <a:pt x="1735" y="2009"/>
                    <a:pt x="799" y="3036"/>
                    <a:pt x="0" y="4155"/>
                  </a:cubicBezTo>
                  <a:cubicBezTo>
                    <a:pt x="1324" y="4109"/>
                    <a:pt x="2671" y="3927"/>
                    <a:pt x="4018" y="3607"/>
                  </a:cubicBezTo>
                  <a:cubicBezTo>
                    <a:pt x="6003" y="3128"/>
                    <a:pt x="7852" y="2352"/>
                    <a:pt x="9541" y="1347"/>
                  </a:cubicBezTo>
                  <a:cubicBezTo>
                    <a:pt x="8674" y="800"/>
                    <a:pt x="7761" y="343"/>
                    <a:pt x="684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5" name="Google Shape;7855;p57"/>
            <p:cNvSpPr/>
            <p:nvPr/>
          </p:nvSpPr>
          <p:spPr>
            <a:xfrm>
              <a:off x="6993950" y="2073763"/>
              <a:ext cx="238550" cy="103875"/>
            </a:xfrm>
            <a:custGeom>
              <a:avLst/>
              <a:gdLst/>
              <a:ahLst/>
              <a:cxnLst/>
              <a:rect l="l" t="t" r="r" b="b"/>
              <a:pathLst>
                <a:path w="9542" h="4155" extrusionOk="0">
                  <a:moveTo>
                    <a:pt x="6848" y="1"/>
                  </a:moveTo>
                  <a:cubicBezTo>
                    <a:pt x="6049" y="297"/>
                    <a:pt x="5227" y="548"/>
                    <a:pt x="4383" y="754"/>
                  </a:cubicBezTo>
                  <a:cubicBezTo>
                    <a:pt x="3858" y="891"/>
                    <a:pt x="3310" y="1005"/>
                    <a:pt x="2762" y="1096"/>
                  </a:cubicBezTo>
                  <a:cubicBezTo>
                    <a:pt x="1735" y="2009"/>
                    <a:pt x="799" y="3036"/>
                    <a:pt x="0" y="4155"/>
                  </a:cubicBezTo>
                  <a:cubicBezTo>
                    <a:pt x="1324" y="4109"/>
                    <a:pt x="2671" y="3927"/>
                    <a:pt x="4018" y="3607"/>
                  </a:cubicBezTo>
                  <a:cubicBezTo>
                    <a:pt x="6003" y="3128"/>
                    <a:pt x="7852" y="2352"/>
                    <a:pt x="9541" y="1347"/>
                  </a:cubicBezTo>
                  <a:cubicBezTo>
                    <a:pt x="8674" y="800"/>
                    <a:pt x="7761" y="343"/>
                    <a:pt x="684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6" name="Google Shape;7856;p57"/>
            <p:cNvSpPr/>
            <p:nvPr/>
          </p:nvSpPr>
          <p:spPr>
            <a:xfrm>
              <a:off x="6772550" y="2036538"/>
              <a:ext cx="300175" cy="69200"/>
            </a:xfrm>
            <a:custGeom>
              <a:avLst/>
              <a:gdLst/>
              <a:ahLst/>
              <a:cxnLst/>
              <a:rect l="l" t="t" r="r" b="b"/>
              <a:pathLst>
                <a:path w="12007" h="2768" extrusionOk="0">
                  <a:moveTo>
                    <a:pt x="6705" y="1"/>
                  </a:moveTo>
                  <a:cubicBezTo>
                    <a:pt x="4208" y="1"/>
                    <a:pt x="1960" y="343"/>
                    <a:pt x="0" y="851"/>
                  </a:cubicBezTo>
                  <a:cubicBezTo>
                    <a:pt x="2283" y="1946"/>
                    <a:pt x="4793" y="2631"/>
                    <a:pt x="7373" y="2768"/>
                  </a:cubicBezTo>
                  <a:cubicBezTo>
                    <a:pt x="8788" y="1832"/>
                    <a:pt x="10340" y="1079"/>
                    <a:pt x="12006" y="508"/>
                  </a:cubicBezTo>
                  <a:cubicBezTo>
                    <a:pt x="10137" y="153"/>
                    <a:pt x="8366" y="1"/>
                    <a:pt x="670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7" name="Google Shape;7857;p57"/>
            <p:cNvSpPr/>
            <p:nvPr/>
          </p:nvSpPr>
          <p:spPr>
            <a:xfrm>
              <a:off x="6772550" y="2036688"/>
              <a:ext cx="300175" cy="69050"/>
            </a:xfrm>
            <a:custGeom>
              <a:avLst/>
              <a:gdLst/>
              <a:ahLst/>
              <a:cxnLst/>
              <a:rect l="l" t="t" r="r" b="b"/>
              <a:pathLst>
                <a:path w="12007" h="2762" extrusionOk="0">
                  <a:moveTo>
                    <a:pt x="0" y="845"/>
                  </a:moveTo>
                  <a:cubicBezTo>
                    <a:pt x="2283" y="1940"/>
                    <a:pt x="4793" y="2625"/>
                    <a:pt x="7373" y="2762"/>
                  </a:cubicBezTo>
                  <a:lnTo>
                    <a:pt x="7373" y="2762"/>
                  </a:lnTo>
                  <a:cubicBezTo>
                    <a:pt x="8788" y="1826"/>
                    <a:pt x="10340" y="1073"/>
                    <a:pt x="12006" y="502"/>
                  </a:cubicBezTo>
                  <a:lnTo>
                    <a:pt x="12006" y="502"/>
                  </a:lnTo>
                  <a:cubicBezTo>
                    <a:pt x="10134" y="160"/>
                    <a:pt x="8354" y="0"/>
                    <a:pt x="6665" y="0"/>
                  </a:cubicBezTo>
                  <a:lnTo>
                    <a:pt x="6665" y="0"/>
                  </a:lnTo>
                  <a:cubicBezTo>
                    <a:pt x="4200" y="0"/>
                    <a:pt x="1963" y="342"/>
                    <a:pt x="0" y="845"/>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8" name="Google Shape;7858;p57"/>
            <p:cNvSpPr/>
            <p:nvPr/>
          </p:nvSpPr>
          <p:spPr>
            <a:xfrm>
              <a:off x="6772550" y="2036538"/>
              <a:ext cx="300175" cy="69200"/>
            </a:xfrm>
            <a:custGeom>
              <a:avLst/>
              <a:gdLst/>
              <a:ahLst/>
              <a:cxnLst/>
              <a:rect l="l" t="t" r="r" b="b"/>
              <a:pathLst>
                <a:path w="12007" h="2768" extrusionOk="0">
                  <a:moveTo>
                    <a:pt x="6705" y="1"/>
                  </a:moveTo>
                  <a:cubicBezTo>
                    <a:pt x="4208" y="1"/>
                    <a:pt x="1960" y="343"/>
                    <a:pt x="0" y="851"/>
                  </a:cubicBezTo>
                  <a:cubicBezTo>
                    <a:pt x="2283" y="1946"/>
                    <a:pt x="4793" y="2631"/>
                    <a:pt x="7373" y="2768"/>
                  </a:cubicBezTo>
                  <a:cubicBezTo>
                    <a:pt x="8788" y="1832"/>
                    <a:pt x="10340" y="1079"/>
                    <a:pt x="12006" y="508"/>
                  </a:cubicBezTo>
                  <a:cubicBezTo>
                    <a:pt x="10137" y="153"/>
                    <a:pt x="8366" y="1"/>
                    <a:pt x="670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9" name="Google Shape;7859;p57"/>
            <p:cNvSpPr/>
            <p:nvPr/>
          </p:nvSpPr>
          <p:spPr>
            <a:xfrm>
              <a:off x="6772550" y="2036538"/>
              <a:ext cx="300175" cy="69200"/>
            </a:xfrm>
            <a:custGeom>
              <a:avLst/>
              <a:gdLst/>
              <a:ahLst/>
              <a:cxnLst/>
              <a:rect l="l" t="t" r="r" b="b"/>
              <a:pathLst>
                <a:path w="12007" h="2768" extrusionOk="0">
                  <a:moveTo>
                    <a:pt x="6705" y="1"/>
                  </a:moveTo>
                  <a:cubicBezTo>
                    <a:pt x="4208" y="1"/>
                    <a:pt x="1960" y="343"/>
                    <a:pt x="0" y="851"/>
                  </a:cubicBezTo>
                  <a:cubicBezTo>
                    <a:pt x="2283" y="1946"/>
                    <a:pt x="4793" y="2631"/>
                    <a:pt x="7373" y="2768"/>
                  </a:cubicBezTo>
                  <a:cubicBezTo>
                    <a:pt x="8788" y="1832"/>
                    <a:pt x="10340" y="1079"/>
                    <a:pt x="12006" y="508"/>
                  </a:cubicBezTo>
                  <a:cubicBezTo>
                    <a:pt x="10137" y="153"/>
                    <a:pt x="8366" y="1"/>
                    <a:pt x="670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0" name="Google Shape;7860;p57"/>
            <p:cNvSpPr/>
            <p:nvPr/>
          </p:nvSpPr>
          <p:spPr>
            <a:xfrm>
              <a:off x="6772550" y="2036538"/>
              <a:ext cx="300175" cy="69200"/>
            </a:xfrm>
            <a:custGeom>
              <a:avLst/>
              <a:gdLst/>
              <a:ahLst/>
              <a:cxnLst/>
              <a:rect l="l" t="t" r="r" b="b"/>
              <a:pathLst>
                <a:path w="12007" h="2768" extrusionOk="0">
                  <a:moveTo>
                    <a:pt x="6705" y="1"/>
                  </a:moveTo>
                  <a:cubicBezTo>
                    <a:pt x="4208" y="1"/>
                    <a:pt x="1960" y="343"/>
                    <a:pt x="0" y="851"/>
                  </a:cubicBezTo>
                  <a:cubicBezTo>
                    <a:pt x="2283" y="1946"/>
                    <a:pt x="4793" y="2631"/>
                    <a:pt x="7373" y="2768"/>
                  </a:cubicBezTo>
                  <a:cubicBezTo>
                    <a:pt x="8788" y="1832"/>
                    <a:pt x="10340" y="1079"/>
                    <a:pt x="12006" y="508"/>
                  </a:cubicBezTo>
                  <a:cubicBezTo>
                    <a:pt x="10137" y="153"/>
                    <a:pt x="8366" y="1"/>
                    <a:pt x="670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1" name="Google Shape;7861;p57"/>
            <p:cNvSpPr/>
            <p:nvPr/>
          </p:nvSpPr>
          <p:spPr>
            <a:xfrm>
              <a:off x="6956850" y="2049238"/>
              <a:ext cx="159800" cy="57500"/>
            </a:xfrm>
            <a:custGeom>
              <a:avLst/>
              <a:gdLst/>
              <a:ahLst/>
              <a:cxnLst/>
              <a:rect l="l" t="t" r="r" b="b"/>
              <a:pathLst>
                <a:path w="6392" h="2300" extrusionOk="0">
                  <a:moveTo>
                    <a:pt x="4634" y="0"/>
                  </a:moveTo>
                  <a:cubicBezTo>
                    <a:pt x="2968" y="571"/>
                    <a:pt x="1416" y="1324"/>
                    <a:pt x="1" y="2260"/>
                  </a:cubicBezTo>
                  <a:cubicBezTo>
                    <a:pt x="407" y="2287"/>
                    <a:pt x="817" y="2300"/>
                    <a:pt x="1229" y="2300"/>
                  </a:cubicBezTo>
                  <a:cubicBezTo>
                    <a:pt x="2230" y="2300"/>
                    <a:pt x="3244" y="2223"/>
                    <a:pt x="4246" y="2077"/>
                  </a:cubicBezTo>
                  <a:cubicBezTo>
                    <a:pt x="4931" y="1461"/>
                    <a:pt x="5638" y="890"/>
                    <a:pt x="6392" y="388"/>
                  </a:cubicBezTo>
                  <a:cubicBezTo>
                    <a:pt x="5798" y="251"/>
                    <a:pt x="5228" y="114"/>
                    <a:pt x="463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2" name="Google Shape;7862;p57"/>
            <p:cNvSpPr/>
            <p:nvPr/>
          </p:nvSpPr>
          <p:spPr>
            <a:xfrm>
              <a:off x="6956850" y="2049238"/>
              <a:ext cx="159800" cy="58800"/>
            </a:xfrm>
            <a:custGeom>
              <a:avLst/>
              <a:gdLst/>
              <a:ahLst/>
              <a:cxnLst/>
              <a:rect l="l" t="t" r="r" b="b"/>
              <a:pathLst>
                <a:path w="6392" h="2352" extrusionOk="0">
                  <a:moveTo>
                    <a:pt x="1" y="2260"/>
                  </a:moveTo>
                  <a:cubicBezTo>
                    <a:pt x="1393" y="2351"/>
                    <a:pt x="2831" y="2283"/>
                    <a:pt x="4246" y="2077"/>
                  </a:cubicBezTo>
                  <a:lnTo>
                    <a:pt x="4246" y="2077"/>
                  </a:lnTo>
                  <a:cubicBezTo>
                    <a:pt x="4931" y="1461"/>
                    <a:pt x="5638" y="890"/>
                    <a:pt x="6392" y="388"/>
                  </a:cubicBezTo>
                  <a:lnTo>
                    <a:pt x="6392" y="388"/>
                  </a:lnTo>
                  <a:cubicBezTo>
                    <a:pt x="5798" y="251"/>
                    <a:pt x="5205" y="114"/>
                    <a:pt x="4634" y="0"/>
                  </a:cubicBezTo>
                  <a:lnTo>
                    <a:pt x="4634" y="0"/>
                  </a:lnTo>
                  <a:cubicBezTo>
                    <a:pt x="2968" y="571"/>
                    <a:pt x="1416" y="1324"/>
                    <a:pt x="1" y="2260"/>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3" name="Google Shape;7863;p57"/>
            <p:cNvSpPr/>
            <p:nvPr/>
          </p:nvSpPr>
          <p:spPr>
            <a:xfrm>
              <a:off x="6956850" y="2049238"/>
              <a:ext cx="159800" cy="57500"/>
            </a:xfrm>
            <a:custGeom>
              <a:avLst/>
              <a:gdLst/>
              <a:ahLst/>
              <a:cxnLst/>
              <a:rect l="l" t="t" r="r" b="b"/>
              <a:pathLst>
                <a:path w="6392" h="2300" extrusionOk="0">
                  <a:moveTo>
                    <a:pt x="4634" y="0"/>
                  </a:moveTo>
                  <a:cubicBezTo>
                    <a:pt x="2968" y="571"/>
                    <a:pt x="1416" y="1324"/>
                    <a:pt x="1" y="2260"/>
                  </a:cubicBezTo>
                  <a:cubicBezTo>
                    <a:pt x="407" y="2287"/>
                    <a:pt x="817" y="2300"/>
                    <a:pt x="1229" y="2300"/>
                  </a:cubicBezTo>
                  <a:cubicBezTo>
                    <a:pt x="2230" y="2300"/>
                    <a:pt x="3244" y="2223"/>
                    <a:pt x="4246" y="2077"/>
                  </a:cubicBezTo>
                  <a:cubicBezTo>
                    <a:pt x="4931" y="1461"/>
                    <a:pt x="5638" y="890"/>
                    <a:pt x="6392" y="388"/>
                  </a:cubicBezTo>
                  <a:cubicBezTo>
                    <a:pt x="5798" y="251"/>
                    <a:pt x="5228" y="114"/>
                    <a:pt x="463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4" name="Google Shape;7864;p57"/>
            <p:cNvSpPr/>
            <p:nvPr/>
          </p:nvSpPr>
          <p:spPr>
            <a:xfrm>
              <a:off x="6956850" y="2049238"/>
              <a:ext cx="159800" cy="57500"/>
            </a:xfrm>
            <a:custGeom>
              <a:avLst/>
              <a:gdLst/>
              <a:ahLst/>
              <a:cxnLst/>
              <a:rect l="l" t="t" r="r" b="b"/>
              <a:pathLst>
                <a:path w="6392" h="2300" extrusionOk="0">
                  <a:moveTo>
                    <a:pt x="4634" y="0"/>
                  </a:moveTo>
                  <a:cubicBezTo>
                    <a:pt x="2968" y="571"/>
                    <a:pt x="1416" y="1324"/>
                    <a:pt x="1" y="2260"/>
                  </a:cubicBezTo>
                  <a:cubicBezTo>
                    <a:pt x="407" y="2287"/>
                    <a:pt x="817" y="2300"/>
                    <a:pt x="1229" y="2300"/>
                  </a:cubicBezTo>
                  <a:cubicBezTo>
                    <a:pt x="2230" y="2300"/>
                    <a:pt x="3244" y="2223"/>
                    <a:pt x="4246" y="2077"/>
                  </a:cubicBezTo>
                  <a:cubicBezTo>
                    <a:pt x="4931" y="1461"/>
                    <a:pt x="5638" y="890"/>
                    <a:pt x="6392" y="388"/>
                  </a:cubicBezTo>
                  <a:cubicBezTo>
                    <a:pt x="5798" y="251"/>
                    <a:pt x="5228" y="114"/>
                    <a:pt x="463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5" name="Google Shape;7865;p57"/>
            <p:cNvSpPr/>
            <p:nvPr/>
          </p:nvSpPr>
          <p:spPr>
            <a:xfrm>
              <a:off x="6956850" y="2049238"/>
              <a:ext cx="159800" cy="57500"/>
            </a:xfrm>
            <a:custGeom>
              <a:avLst/>
              <a:gdLst/>
              <a:ahLst/>
              <a:cxnLst/>
              <a:rect l="l" t="t" r="r" b="b"/>
              <a:pathLst>
                <a:path w="6392" h="2300" extrusionOk="0">
                  <a:moveTo>
                    <a:pt x="4634" y="0"/>
                  </a:moveTo>
                  <a:cubicBezTo>
                    <a:pt x="2968" y="571"/>
                    <a:pt x="1416" y="1324"/>
                    <a:pt x="1" y="2260"/>
                  </a:cubicBezTo>
                  <a:cubicBezTo>
                    <a:pt x="407" y="2287"/>
                    <a:pt x="817" y="2300"/>
                    <a:pt x="1229" y="2300"/>
                  </a:cubicBezTo>
                  <a:cubicBezTo>
                    <a:pt x="2230" y="2300"/>
                    <a:pt x="3244" y="2223"/>
                    <a:pt x="4246" y="2077"/>
                  </a:cubicBezTo>
                  <a:cubicBezTo>
                    <a:pt x="4931" y="1461"/>
                    <a:pt x="5638" y="890"/>
                    <a:pt x="6392" y="388"/>
                  </a:cubicBezTo>
                  <a:cubicBezTo>
                    <a:pt x="5798" y="251"/>
                    <a:pt x="5228" y="114"/>
                    <a:pt x="463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6" name="Google Shape;7866;p57"/>
            <p:cNvSpPr/>
            <p:nvPr/>
          </p:nvSpPr>
          <p:spPr>
            <a:xfrm>
              <a:off x="6956850" y="2049238"/>
              <a:ext cx="159800" cy="57500"/>
            </a:xfrm>
            <a:custGeom>
              <a:avLst/>
              <a:gdLst/>
              <a:ahLst/>
              <a:cxnLst/>
              <a:rect l="l" t="t" r="r" b="b"/>
              <a:pathLst>
                <a:path w="6392" h="2300" extrusionOk="0">
                  <a:moveTo>
                    <a:pt x="4634" y="0"/>
                  </a:moveTo>
                  <a:cubicBezTo>
                    <a:pt x="2968" y="571"/>
                    <a:pt x="1416" y="1324"/>
                    <a:pt x="1" y="2260"/>
                  </a:cubicBezTo>
                  <a:cubicBezTo>
                    <a:pt x="407" y="2287"/>
                    <a:pt x="817" y="2300"/>
                    <a:pt x="1229" y="2300"/>
                  </a:cubicBezTo>
                  <a:cubicBezTo>
                    <a:pt x="2230" y="2300"/>
                    <a:pt x="3244" y="2223"/>
                    <a:pt x="4246" y="2077"/>
                  </a:cubicBezTo>
                  <a:cubicBezTo>
                    <a:pt x="4931" y="1461"/>
                    <a:pt x="5638" y="890"/>
                    <a:pt x="6392" y="388"/>
                  </a:cubicBezTo>
                  <a:cubicBezTo>
                    <a:pt x="5798" y="251"/>
                    <a:pt x="5228" y="114"/>
                    <a:pt x="463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7" name="Google Shape;7867;p57"/>
            <p:cNvSpPr/>
            <p:nvPr/>
          </p:nvSpPr>
          <p:spPr>
            <a:xfrm>
              <a:off x="7063000" y="2058938"/>
              <a:ext cx="102150" cy="42250"/>
            </a:xfrm>
            <a:custGeom>
              <a:avLst/>
              <a:gdLst/>
              <a:ahLst/>
              <a:cxnLst/>
              <a:rect l="l" t="t" r="r" b="b"/>
              <a:pathLst>
                <a:path w="4086" h="1690" extrusionOk="0">
                  <a:moveTo>
                    <a:pt x="2146" y="0"/>
                  </a:moveTo>
                  <a:cubicBezTo>
                    <a:pt x="1392" y="502"/>
                    <a:pt x="685" y="1073"/>
                    <a:pt x="0" y="1689"/>
                  </a:cubicBezTo>
                  <a:cubicBezTo>
                    <a:pt x="548" y="1598"/>
                    <a:pt x="1096" y="1484"/>
                    <a:pt x="1621" y="1347"/>
                  </a:cubicBezTo>
                  <a:cubicBezTo>
                    <a:pt x="2465" y="1141"/>
                    <a:pt x="3287" y="890"/>
                    <a:pt x="4086" y="594"/>
                  </a:cubicBezTo>
                  <a:cubicBezTo>
                    <a:pt x="3629" y="411"/>
                    <a:pt x="3173" y="274"/>
                    <a:pt x="2716" y="137"/>
                  </a:cubicBezTo>
                  <a:cubicBezTo>
                    <a:pt x="2534" y="92"/>
                    <a:pt x="2328" y="46"/>
                    <a:pt x="214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8" name="Google Shape;7868;p57"/>
            <p:cNvSpPr/>
            <p:nvPr/>
          </p:nvSpPr>
          <p:spPr>
            <a:xfrm>
              <a:off x="7063000" y="2058938"/>
              <a:ext cx="102150" cy="42250"/>
            </a:xfrm>
            <a:custGeom>
              <a:avLst/>
              <a:gdLst/>
              <a:ahLst/>
              <a:cxnLst/>
              <a:rect l="l" t="t" r="r" b="b"/>
              <a:pathLst>
                <a:path w="4086" h="1690" extrusionOk="0">
                  <a:moveTo>
                    <a:pt x="0" y="1689"/>
                  </a:moveTo>
                  <a:cubicBezTo>
                    <a:pt x="548" y="1598"/>
                    <a:pt x="1096" y="1484"/>
                    <a:pt x="1621" y="1347"/>
                  </a:cubicBezTo>
                  <a:lnTo>
                    <a:pt x="1621" y="1347"/>
                  </a:lnTo>
                  <a:cubicBezTo>
                    <a:pt x="2465" y="1141"/>
                    <a:pt x="3287" y="890"/>
                    <a:pt x="4086" y="594"/>
                  </a:cubicBezTo>
                  <a:lnTo>
                    <a:pt x="4086" y="594"/>
                  </a:lnTo>
                  <a:cubicBezTo>
                    <a:pt x="3629" y="411"/>
                    <a:pt x="3173" y="274"/>
                    <a:pt x="2716" y="137"/>
                  </a:cubicBezTo>
                  <a:lnTo>
                    <a:pt x="2716" y="137"/>
                  </a:lnTo>
                  <a:cubicBezTo>
                    <a:pt x="2534" y="92"/>
                    <a:pt x="2328" y="46"/>
                    <a:pt x="2146" y="0"/>
                  </a:cubicBezTo>
                  <a:lnTo>
                    <a:pt x="2146" y="0"/>
                  </a:lnTo>
                  <a:cubicBezTo>
                    <a:pt x="1392" y="502"/>
                    <a:pt x="685" y="1073"/>
                    <a:pt x="0" y="1689"/>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9" name="Google Shape;7869;p57"/>
            <p:cNvSpPr/>
            <p:nvPr/>
          </p:nvSpPr>
          <p:spPr>
            <a:xfrm>
              <a:off x="7063000" y="2058938"/>
              <a:ext cx="102150" cy="42250"/>
            </a:xfrm>
            <a:custGeom>
              <a:avLst/>
              <a:gdLst/>
              <a:ahLst/>
              <a:cxnLst/>
              <a:rect l="l" t="t" r="r" b="b"/>
              <a:pathLst>
                <a:path w="4086" h="1690" extrusionOk="0">
                  <a:moveTo>
                    <a:pt x="2146" y="0"/>
                  </a:moveTo>
                  <a:cubicBezTo>
                    <a:pt x="1392" y="502"/>
                    <a:pt x="685" y="1073"/>
                    <a:pt x="0" y="1689"/>
                  </a:cubicBezTo>
                  <a:cubicBezTo>
                    <a:pt x="548" y="1598"/>
                    <a:pt x="1096" y="1484"/>
                    <a:pt x="1621" y="1347"/>
                  </a:cubicBezTo>
                  <a:cubicBezTo>
                    <a:pt x="2465" y="1141"/>
                    <a:pt x="3287" y="890"/>
                    <a:pt x="4086" y="594"/>
                  </a:cubicBezTo>
                  <a:cubicBezTo>
                    <a:pt x="3629" y="411"/>
                    <a:pt x="3173" y="274"/>
                    <a:pt x="2716" y="137"/>
                  </a:cubicBezTo>
                  <a:cubicBezTo>
                    <a:pt x="2534" y="92"/>
                    <a:pt x="2328" y="46"/>
                    <a:pt x="214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0" name="Google Shape;7870;p57"/>
            <p:cNvSpPr/>
            <p:nvPr/>
          </p:nvSpPr>
          <p:spPr>
            <a:xfrm>
              <a:off x="7063000" y="2058938"/>
              <a:ext cx="102150" cy="42250"/>
            </a:xfrm>
            <a:custGeom>
              <a:avLst/>
              <a:gdLst/>
              <a:ahLst/>
              <a:cxnLst/>
              <a:rect l="l" t="t" r="r" b="b"/>
              <a:pathLst>
                <a:path w="4086" h="1690" extrusionOk="0">
                  <a:moveTo>
                    <a:pt x="2146" y="0"/>
                  </a:moveTo>
                  <a:cubicBezTo>
                    <a:pt x="1392" y="502"/>
                    <a:pt x="685" y="1073"/>
                    <a:pt x="0" y="1689"/>
                  </a:cubicBezTo>
                  <a:cubicBezTo>
                    <a:pt x="548" y="1598"/>
                    <a:pt x="1096" y="1484"/>
                    <a:pt x="1621" y="1347"/>
                  </a:cubicBezTo>
                  <a:cubicBezTo>
                    <a:pt x="2465" y="1141"/>
                    <a:pt x="3287" y="890"/>
                    <a:pt x="4086" y="594"/>
                  </a:cubicBezTo>
                  <a:cubicBezTo>
                    <a:pt x="3629" y="411"/>
                    <a:pt x="3173" y="274"/>
                    <a:pt x="2716" y="137"/>
                  </a:cubicBezTo>
                  <a:cubicBezTo>
                    <a:pt x="2534" y="92"/>
                    <a:pt x="2328" y="46"/>
                    <a:pt x="214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1" name="Google Shape;7871;p57"/>
            <p:cNvSpPr/>
            <p:nvPr/>
          </p:nvSpPr>
          <p:spPr>
            <a:xfrm>
              <a:off x="7063000" y="2058938"/>
              <a:ext cx="102150" cy="42250"/>
            </a:xfrm>
            <a:custGeom>
              <a:avLst/>
              <a:gdLst/>
              <a:ahLst/>
              <a:cxnLst/>
              <a:rect l="l" t="t" r="r" b="b"/>
              <a:pathLst>
                <a:path w="4086" h="1690" extrusionOk="0">
                  <a:moveTo>
                    <a:pt x="2146" y="0"/>
                  </a:moveTo>
                  <a:cubicBezTo>
                    <a:pt x="1392" y="502"/>
                    <a:pt x="685" y="1073"/>
                    <a:pt x="0" y="1689"/>
                  </a:cubicBezTo>
                  <a:cubicBezTo>
                    <a:pt x="548" y="1598"/>
                    <a:pt x="1096" y="1484"/>
                    <a:pt x="1621" y="1347"/>
                  </a:cubicBezTo>
                  <a:cubicBezTo>
                    <a:pt x="2465" y="1141"/>
                    <a:pt x="3287" y="890"/>
                    <a:pt x="4086" y="594"/>
                  </a:cubicBezTo>
                  <a:cubicBezTo>
                    <a:pt x="3629" y="411"/>
                    <a:pt x="3173" y="274"/>
                    <a:pt x="2716" y="137"/>
                  </a:cubicBezTo>
                  <a:cubicBezTo>
                    <a:pt x="2534" y="92"/>
                    <a:pt x="2328" y="46"/>
                    <a:pt x="214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2" name="Google Shape;7872;p57"/>
            <p:cNvSpPr/>
            <p:nvPr/>
          </p:nvSpPr>
          <p:spPr>
            <a:xfrm>
              <a:off x="7063000" y="2058938"/>
              <a:ext cx="102150" cy="42250"/>
            </a:xfrm>
            <a:custGeom>
              <a:avLst/>
              <a:gdLst/>
              <a:ahLst/>
              <a:cxnLst/>
              <a:rect l="l" t="t" r="r" b="b"/>
              <a:pathLst>
                <a:path w="4086" h="1690" extrusionOk="0">
                  <a:moveTo>
                    <a:pt x="2146" y="0"/>
                  </a:moveTo>
                  <a:cubicBezTo>
                    <a:pt x="1392" y="502"/>
                    <a:pt x="685" y="1073"/>
                    <a:pt x="0" y="1689"/>
                  </a:cubicBezTo>
                  <a:cubicBezTo>
                    <a:pt x="548" y="1598"/>
                    <a:pt x="1096" y="1484"/>
                    <a:pt x="1621" y="1347"/>
                  </a:cubicBezTo>
                  <a:cubicBezTo>
                    <a:pt x="2465" y="1141"/>
                    <a:pt x="3287" y="890"/>
                    <a:pt x="4086" y="594"/>
                  </a:cubicBezTo>
                  <a:cubicBezTo>
                    <a:pt x="3629" y="411"/>
                    <a:pt x="3173" y="274"/>
                    <a:pt x="2716" y="137"/>
                  </a:cubicBezTo>
                  <a:cubicBezTo>
                    <a:pt x="2534" y="92"/>
                    <a:pt x="2328" y="46"/>
                    <a:pt x="214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3" name="Google Shape;7873;p57"/>
            <p:cNvSpPr/>
            <p:nvPr/>
          </p:nvSpPr>
          <p:spPr>
            <a:xfrm>
              <a:off x="7063000" y="2058938"/>
              <a:ext cx="102150" cy="42250"/>
            </a:xfrm>
            <a:custGeom>
              <a:avLst/>
              <a:gdLst/>
              <a:ahLst/>
              <a:cxnLst/>
              <a:rect l="l" t="t" r="r" b="b"/>
              <a:pathLst>
                <a:path w="4086" h="1690" extrusionOk="0">
                  <a:moveTo>
                    <a:pt x="2146" y="0"/>
                  </a:moveTo>
                  <a:cubicBezTo>
                    <a:pt x="1392" y="502"/>
                    <a:pt x="685" y="1073"/>
                    <a:pt x="0" y="1689"/>
                  </a:cubicBezTo>
                  <a:cubicBezTo>
                    <a:pt x="548" y="1598"/>
                    <a:pt x="1096" y="1484"/>
                    <a:pt x="1621" y="1347"/>
                  </a:cubicBezTo>
                  <a:cubicBezTo>
                    <a:pt x="2465" y="1141"/>
                    <a:pt x="3287" y="890"/>
                    <a:pt x="4086" y="594"/>
                  </a:cubicBezTo>
                  <a:cubicBezTo>
                    <a:pt x="3629" y="411"/>
                    <a:pt x="3173" y="274"/>
                    <a:pt x="2716" y="137"/>
                  </a:cubicBezTo>
                  <a:cubicBezTo>
                    <a:pt x="2534" y="92"/>
                    <a:pt x="2328" y="46"/>
                    <a:pt x="214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4" name="Google Shape;7874;p57"/>
            <p:cNvSpPr/>
            <p:nvPr/>
          </p:nvSpPr>
          <p:spPr>
            <a:xfrm>
              <a:off x="7294100" y="2995338"/>
              <a:ext cx="42250" cy="80475"/>
            </a:xfrm>
            <a:custGeom>
              <a:avLst/>
              <a:gdLst/>
              <a:ahLst/>
              <a:cxnLst/>
              <a:rect l="l" t="t" r="r" b="b"/>
              <a:pathLst>
                <a:path w="1690" h="3219" extrusionOk="0">
                  <a:moveTo>
                    <a:pt x="1689" y="0"/>
                  </a:moveTo>
                  <a:lnTo>
                    <a:pt x="1689" y="0"/>
                  </a:lnTo>
                  <a:cubicBezTo>
                    <a:pt x="1119" y="115"/>
                    <a:pt x="548" y="229"/>
                    <a:pt x="0" y="297"/>
                  </a:cubicBezTo>
                  <a:cubicBezTo>
                    <a:pt x="23" y="731"/>
                    <a:pt x="69" y="1096"/>
                    <a:pt x="92" y="1438"/>
                  </a:cubicBezTo>
                  <a:cubicBezTo>
                    <a:pt x="366" y="2009"/>
                    <a:pt x="617" y="2625"/>
                    <a:pt x="845" y="3219"/>
                  </a:cubicBezTo>
                  <a:cubicBezTo>
                    <a:pt x="1028" y="2123"/>
                    <a:pt x="1324" y="1050"/>
                    <a:pt x="168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5" name="Google Shape;7875;p57"/>
            <p:cNvSpPr/>
            <p:nvPr/>
          </p:nvSpPr>
          <p:spPr>
            <a:xfrm>
              <a:off x="7294100" y="2995338"/>
              <a:ext cx="42250" cy="80475"/>
            </a:xfrm>
            <a:custGeom>
              <a:avLst/>
              <a:gdLst/>
              <a:ahLst/>
              <a:cxnLst/>
              <a:rect l="l" t="t" r="r" b="b"/>
              <a:pathLst>
                <a:path w="1690" h="3219" extrusionOk="0">
                  <a:moveTo>
                    <a:pt x="0" y="297"/>
                  </a:moveTo>
                  <a:cubicBezTo>
                    <a:pt x="23" y="731"/>
                    <a:pt x="69" y="1096"/>
                    <a:pt x="92" y="1438"/>
                  </a:cubicBezTo>
                  <a:lnTo>
                    <a:pt x="92" y="1438"/>
                  </a:lnTo>
                  <a:cubicBezTo>
                    <a:pt x="366" y="2009"/>
                    <a:pt x="617" y="2625"/>
                    <a:pt x="845" y="3219"/>
                  </a:cubicBezTo>
                  <a:lnTo>
                    <a:pt x="845" y="3219"/>
                  </a:lnTo>
                  <a:cubicBezTo>
                    <a:pt x="1028" y="2123"/>
                    <a:pt x="1324" y="1050"/>
                    <a:pt x="1689" y="0"/>
                  </a:cubicBezTo>
                  <a:lnTo>
                    <a:pt x="1689" y="0"/>
                  </a:lnTo>
                  <a:cubicBezTo>
                    <a:pt x="1119" y="115"/>
                    <a:pt x="548" y="229"/>
                    <a:pt x="0" y="297"/>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6" name="Google Shape;7876;p57"/>
            <p:cNvSpPr/>
            <p:nvPr/>
          </p:nvSpPr>
          <p:spPr>
            <a:xfrm>
              <a:off x="7294100" y="2995338"/>
              <a:ext cx="42250" cy="80475"/>
            </a:xfrm>
            <a:custGeom>
              <a:avLst/>
              <a:gdLst/>
              <a:ahLst/>
              <a:cxnLst/>
              <a:rect l="l" t="t" r="r" b="b"/>
              <a:pathLst>
                <a:path w="1690" h="3219" extrusionOk="0">
                  <a:moveTo>
                    <a:pt x="1689" y="0"/>
                  </a:moveTo>
                  <a:lnTo>
                    <a:pt x="1689" y="0"/>
                  </a:lnTo>
                  <a:cubicBezTo>
                    <a:pt x="1119" y="115"/>
                    <a:pt x="548" y="229"/>
                    <a:pt x="0" y="297"/>
                  </a:cubicBezTo>
                  <a:cubicBezTo>
                    <a:pt x="23" y="731"/>
                    <a:pt x="69" y="1096"/>
                    <a:pt x="92" y="1438"/>
                  </a:cubicBezTo>
                  <a:cubicBezTo>
                    <a:pt x="366" y="2009"/>
                    <a:pt x="617" y="2625"/>
                    <a:pt x="845" y="3219"/>
                  </a:cubicBezTo>
                  <a:cubicBezTo>
                    <a:pt x="1028" y="2123"/>
                    <a:pt x="1324" y="1050"/>
                    <a:pt x="168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7" name="Google Shape;7877;p57"/>
            <p:cNvSpPr/>
            <p:nvPr/>
          </p:nvSpPr>
          <p:spPr>
            <a:xfrm>
              <a:off x="7282125" y="3003338"/>
              <a:ext cx="10275" cy="19425"/>
            </a:xfrm>
            <a:custGeom>
              <a:avLst/>
              <a:gdLst/>
              <a:ahLst/>
              <a:cxnLst/>
              <a:rect l="l" t="t" r="r" b="b"/>
              <a:pathLst>
                <a:path w="411" h="777" extrusionOk="0">
                  <a:moveTo>
                    <a:pt x="297" y="0"/>
                  </a:moveTo>
                  <a:cubicBezTo>
                    <a:pt x="205" y="23"/>
                    <a:pt x="91" y="23"/>
                    <a:pt x="0" y="23"/>
                  </a:cubicBezTo>
                  <a:cubicBezTo>
                    <a:pt x="137" y="274"/>
                    <a:pt x="274" y="525"/>
                    <a:pt x="411" y="776"/>
                  </a:cubicBezTo>
                  <a:cubicBezTo>
                    <a:pt x="365" y="548"/>
                    <a:pt x="342" y="274"/>
                    <a:pt x="297"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8" name="Google Shape;7878;p57"/>
            <p:cNvSpPr/>
            <p:nvPr/>
          </p:nvSpPr>
          <p:spPr>
            <a:xfrm>
              <a:off x="7282125" y="3003338"/>
              <a:ext cx="10275" cy="19425"/>
            </a:xfrm>
            <a:custGeom>
              <a:avLst/>
              <a:gdLst/>
              <a:ahLst/>
              <a:cxnLst/>
              <a:rect l="l" t="t" r="r" b="b"/>
              <a:pathLst>
                <a:path w="411" h="777" extrusionOk="0">
                  <a:moveTo>
                    <a:pt x="0" y="23"/>
                  </a:moveTo>
                  <a:cubicBezTo>
                    <a:pt x="137" y="274"/>
                    <a:pt x="274" y="525"/>
                    <a:pt x="411" y="776"/>
                  </a:cubicBezTo>
                  <a:lnTo>
                    <a:pt x="411" y="776"/>
                  </a:lnTo>
                  <a:cubicBezTo>
                    <a:pt x="365" y="548"/>
                    <a:pt x="342" y="274"/>
                    <a:pt x="297" y="0"/>
                  </a:cubicBezTo>
                  <a:lnTo>
                    <a:pt x="297" y="0"/>
                  </a:lnTo>
                  <a:cubicBezTo>
                    <a:pt x="205" y="23"/>
                    <a:pt x="91" y="23"/>
                    <a:pt x="0" y="23"/>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9" name="Google Shape;7879;p57"/>
            <p:cNvSpPr/>
            <p:nvPr/>
          </p:nvSpPr>
          <p:spPr>
            <a:xfrm>
              <a:off x="7282125" y="3003338"/>
              <a:ext cx="10275" cy="19425"/>
            </a:xfrm>
            <a:custGeom>
              <a:avLst/>
              <a:gdLst/>
              <a:ahLst/>
              <a:cxnLst/>
              <a:rect l="l" t="t" r="r" b="b"/>
              <a:pathLst>
                <a:path w="411" h="777" extrusionOk="0">
                  <a:moveTo>
                    <a:pt x="297" y="0"/>
                  </a:moveTo>
                  <a:cubicBezTo>
                    <a:pt x="205" y="23"/>
                    <a:pt x="91" y="23"/>
                    <a:pt x="0" y="23"/>
                  </a:cubicBezTo>
                  <a:cubicBezTo>
                    <a:pt x="137" y="274"/>
                    <a:pt x="274" y="525"/>
                    <a:pt x="411" y="776"/>
                  </a:cubicBezTo>
                  <a:cubicBezTo>
                    <a:pt x="365" y="548"/>
                    <a:pt x="342" y="274"/>
                    <a:pt x="297"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0" name="Google Shape;7880;p57"/>
            <p:cNvSpPr/>
            <p:nvPr/>
          </p:nvSpPr>
          <p:spPr>
            <a:xfrm>
              <a:off x="7289525" y="3002763"/>
              <a:ext cx="6875" cy="28550"/>
            </a:xfrm>
            <a:custGeom>
              <a:avLst/>
              <a:gdLst/>
              <a:ahLst/>
              <a:cxnLst/>
              <a:rect l="l" t="t" r="r" b="b"/>
              <a:pathLst>
                <a:path w="275" h="1142" extrusionOk="0">
                  <a:moveTo>
                    <a:pt x="183" y="0"/>
                  </a:moveTo>
                  <a:cubicBezTo>
                    <a:pt x="115" y="0"/>
                    <a:pt x="46" y="23"/>
                    <a:pt x="1" y="23"/>
                  </a:cubicBezTo>
                  <a:cubicBezTo>
                    <a:pt x="46" y="297"/>
                    <a:pt x="69" y="571"/>
                    <a:pt x="115" y="799"/>
                  </a:cubicBezTo>
                  <a:cubicBezTo>
                    <a:pt x="161" y="913"/>
                    <a:pt x="229" y="1027"/>
                    <a:pt x="275" y="1141"/>
                  </a:cubicBezTo>
                  <a:cubicBezTo>
                    <a:pt x="252" y="799"/>
                    <a:pt x="206" y="434"/>
                    <a:pt x="18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1" name="Google Shape;7881;p57"/>
            <p:cNvSpPr/>
            <p:nvPr/>
          </p:nvSpPr>
          <p:spPr>
            <a:xfrm>
              <a:off x="7289525" y="3002763"/>
              <a:ext cx="6875" cy="28550"/>
            </a:xfrm>
            <a:custGeom>
              <a:avLst/>
              <a:gdLst/>
              <a:ahLst/>
              <a:cxnLst/>
              <a:rect l="l" t="t" r="r" b="b"/>
              <a:pathLst>
                <a:path w="275" h="1142" extrusionOk="0">
                  <a:moveTo>
                    <a:pt x="1" y="23"/>
                  </a:moveTo>
                  <a:cubicBezTo>
                    <a:pt x="46" y="297"/>
                    <a:pt x="69" y="571"/>
                    <a:pt x="115" y="799"/>
                  </a:cubicBezTo>
                  <a:lnTo>
                    <a:pt x="115" y="799"/>
                  </a:lnTo>
                  <a:cubicBezTo>
                    <a:pt x="161" y="913"/>
                    <a:pt x="229" y="1027"/>
                    <a:pt x="275" y="1141"/>
                  </a:cubicBezTo>
                  <a:lnTo>
                    <a:pt x="275" y="1141"/>
                  </a:lnTo>
                  <a:cubicBezTo>
                    <a:pt x="252" y="799"/>
                    <a:pt x="206" y="434"/>
                    <a:pt x="183" y="0"/>
                  </a:cubicBezTo>
                  <a:lnTo>
                    <a:pt x="183" y="0"/>
                  </a:lnTo>
                  <a:cubicBezTo>
                    <a:pt x="115" y="0"/>
                    <a:pt x="46" y="23"/>
                    <a:pt x="1" y="23"/>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2" name="Google Shape;7882;p57"/>
            <p:cNvSpPr/>
            <p:nvPr/>
          </p:nvSpPr>
          <p:spPr>
            <a:xfrm>
              <a:off x="7289525" y="3002763"/>
              <a:ext cx="6875" cy="28550"/>
            </a:xfrm>
            <a:custGeom>
              <a:avLst/>
              <a:gdLst/>
              <a:ahLst/>
              <a:cxnLst/>
              <a:rect l="l" t="t" r="r" b="b"/>
              <a:pathLst>
                <a:path w="275" h="1142" extrusionOk="0">
                  <a:moveTo>
                    <a:pt x="183" y="0"/>
                  </a:moveTo>
                  <a:cubicBezTo>
                    <a:pt x="115" y="0"/>
                    <a:pt x="46" y="23"/>
                    <a:pt x="1" y="23"/>
                  </a:cubicBezTo>
                  <a:cubicBezTo>
                    <a:pt x="46" y="297"/>
                    <a:pt x="69" y="571"/>
                    <a:pt x="115" y="799"/>
                  </a:cubicBezTo>
                  <a:cubicBezTo>
                    <a:pt x="161" y="913"/>
                    <a:pt x="229" y="1027"/>
                    <a:pt x="275" y="1141"/>
                  </a:cubicBezTo>
                  <a:cubicBezTo>
                    <a:pt x="252" y="799"/>
                    <a:pt x="206" y="434"/>
                    <a:pt x="18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3" name="Google Shape;7883;p57"/>
            <p:cNvSpPr/>
            <p:nvPr/>
          </p:nvSpPr>
          <p:spPr>
            <a:xfrm>
              <a:off x="7289525" y="3002763"/>
              <a:ext cx="6875" cy="28550"/>
            </a:xfrm>
            <a:custGeom>
              <a:avLst/>
              <a:gdLst/>
              <a:ahLst/>
              <a:cxnLst/>
              <a:rect l="l" t="t" r="r" b="b"/>
              <a:pathLst>
                <a:path w="275" h="1142" extrusionOk="0">
                  <a:moveTo>
                    <a:pt x="183" y="0"/>
                  </a:moveTo>
                  <a:cubicBezTo>
                    <a:pt x="115" y="0"/>
                    <a:pt x="46" y="23"/>
                    <a:pt x="1" y="23"/>
                  </a:cubicBezTo>
                  <a:cubicBezTo>
                    <a:pt x="46" y="297"/>
                    <a:pt x="69" y="571"/>
                    <a:pt x="115" y="799"/>
                  </a:cubicBezTo>
                  <a:cubicBezTo>
                    <a:pt x="161" y="913"/>
                    <a:pt x="229" y="1027"/>
                    <a:pt x="275" y="1141"/>
                  </a:cubicBezTo>
                  <a:cubicBezTo>
                    <a:pt x="252" y="799"/>
                    <a:pt x="206" y="434"/>
                    <a:pt x="18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4" name="Google Shape;7884;p57"/>
            <p:cNvSpPr/>
            <p:nvPr/>
          </p:nvSpPr>
          <p:spPr>
            <a:xfrm>
              <a:off x="7260425" y="3003888"/>
              <a:ext cx="54800" cy="119300"/>
            </a:xfrm>
            <a:custGeom>
              <a:avLst/>
              <a:gdLst/>
              <a:ahLst/>
              <a:cxnLst/>
              <a:rect l="l" t="t" r="r" b="b"/>
              <a:pathLst>
                <a:path w="2192" h="4772" extrusionOk="0">
                  <a:moveTo>
                    <a:pt x="868" y="1"/>
                  </a:moveTo>
                  <a:cubicBezTo>
                    <a:pt x="777" y="24"/>
                    <a:pt x="663" y="24"/>
                    <a:pt x="571" y="46"/>
                  </a:cubicBezTo>
                  <a:cubicBezTo>
                    <a:pt x="320" y="845"/>
                    <a:pt x="138" y="1667"/>
                    <a:pt x="1" y="2512"/>
                  </a:cubicBezTo>
                  <a:cubicBezTo>
                    <a:pt x="503" y="3105"/>
                    <a:pt x="959" y="3744"/>
                    <a:pt x="1393" y="4406"/>
                  </a:cubicBezTo>
                  <a:cubicBezTo>
                    <a:pt x="1416" y="4360"/>
                    <a:pt x="1416" y="4292"/>
                    <a:pt x="1439" y="4246"/>
                  </a:cubicBezTo>
                  <a:cubicBezTo>
                    <a:pt x="1598" y="4406"/>
                    <a:pt x="1758" y="4589"/>
                    <a:pt x="1964" y="4771"/>
                  </a:cubicBezTo>
                  <a:cubicBezTo>
                    <a:pt x="2009" y="4132"/>
                    <a:pt x="2078" y="3516"/>
                    <a:pt x="2192" y="2877"/>
                  </a:cubicBezTo>
                  <a:cubicBezTo>
                    <a:pt x="1964" y="2283"/>
                    <a:pt x="1713" y="1667"/>
                    <a:pt x="1439" y="1096"/>
                  </a:cubicBezTo>
                  <a:lnTo>
                    <a:pt x="1439" y="1096"/>
                  </a:lnTo>
                  <a:cubicBezTo>
                    <a:pt x="1530" y="2261"/>
                    <a:pt x="1507" y="2877"/>
                    <a:pt x="1507" y="2877"/>
                  </a:cubicBezTo>
                  <a:cubicBezTo>
                    <a:pt x="1507" y="2877"/>
                    <a:pt x="1462" y="2101"/>
                    <a:pt x="1279" y="754"/>
                  </a:cubicBezTo>
                  <a:cubicBezTo>
                    <a:pt x="1142" y="503"/>
                    <a:pt x="1005" y="252"/>
                    <a:pt x="86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5" name="Google Shape;7885;p57"/>
            <p:cNvSpPr/>
            <p:nvPr/>
          </p:nvSpPr>
          <p:spPr>
            <a:xfrm>
              <a:off x="7260425" y="3003888"/>
              <a:ext cx="54800" cy="119300"/>
            </a:xfrm>
            <a:custGeom>
              <a:avLst/>
              <a:gdLst/>
              <a:ahLst/>
              <a:cxnLst/>
              <a:rect l="l" t="t" r="r" b="b"/>
              <a:pathLst>
                <a:path w="2192" h="4772" extrusionOk="0">
                  <a:moveTo>
                    <a:pt x="571" y="46"/>
                  </a:moveTo>
                  <a:cubicBezTo>
                    <a:pt x="320" y="845"/>
                    <a:pt x="138" y="1667"/>
                    <a:pt x="1" y="2512"/>
                  </a:cubicBezTo>
                  <a:lnTo>
                    <a:pt x="1" y="2512"/>
                  </a:lnTo>
                  <a:cubicBezTo>
                    <a:pt x="503" y="3105"/>
                    <a:pt x="959" y="3744"/>
                    <a:pt x="1393" y="4406"/>
                  </a:cubicBezTo>
                  <a:lnTo>
                    <a:pt x="1393" y="4406"/>
                  </a:lnTo>
                  <a:cubicBezTo>
                    <a:pt x="1416" y="4360"/>
                    <a:pt x="1416" y="4292"/>
                    <a:pt x="1439" y="4246"/>
                  </a:cubicBezTo>
                  <a:lnTo>
                    <a:pt x="1439" y="4246"/>
                  </a:lnTo>
                  <a:cubicBezTo>
                    <a:pt x="1598" y="4406"/>
                    <a:pt x="1758" y="4589"/>
                    <a:pt x="1964" y="4771"/>
                  </a:cubicBezTo>
                  <a:lnTo>
                    <a:pt x="1964" y="4771"/>
                  </a:lnTo>
                  <a:cubicBezTo>
                    <a:pt x="2009" y="4132"/>
                    <a:pt x="2078" y="3516"/>
                    <a:pt x="2192" y="2877"/>
                  </a:cubicBezTo>
                  <a:lnTo>
                    <a:pt x="2192" y="2877"/>
                  </a:lnTo>
                  <a:cubicBezTo>
                    <a:pt x="1964" y="2283"/>
                    <a:pt x="1713" y="1667"/>
                    <a:pt x="1439" y="1096"/>
                  </a:cubicBezTo>
                  <a:lnTo>
                    <a:pt x="1439" y="1096"/>
                  </a:lnTo>
                  <a:cubicBezTo>
                    <a:pt x="1530" y="2261"/>
                    <a:pt x="1507" y="2877"/>
                    <a:pt x="1507" y="2877"/>
                  </a:cubicBezTo>
                  <a:lnTo>
                    <a:pt x="1507" y="2877"/>
                  </a:lnTo>
                  <a:cubicBezTo>
                    <a:pt x="1507" y="2877"/>
                    <a:pt x="1462" y="2101"/>
                    <a:pt x="1279" y="754"/>
                  </a:cubicBezTo>
                  <a:lnTo>
                    <a:pt x="1279" y="754"/>
                  </a:lnTo>
                  <a:cubicBezTo>
                    <a:pt x="1142" y="503"/>
                    <a:pt x="1005" y="252"/>
                    <a:pt x="868" y="1"/>
                  </a:cubicBezTo>
                  <a:lnTo>
                    <a:pt x="868" y="1"/>
                  </a:lnTo>
                  <a:cubicBezTo>
                    <a:pt x="777" y="24"/>
                    <a:pt x="663" y="24"/>
                    <a:pt x="571" y="46"/>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6" name="Google Shape;7886;p57"/>
            <p:cNvSpPr/>
            <p:nvPr/>
          </p:nvSpPr>
          <p:spPr>
            <a:xfrm>
              <a:off x="7260425" y="3003888"/>
              <a:ext cx="54800" cy="119300"/>
            </a:xfrm>
            <a:custGeom>
              <a:avLst/>
              <a:gdLst/>
              <a:ahLst/>
              <a:cxnLst/>
              <a:rect l="l" t="t" r="r" b="b"/>
              <a:pathLst>
                <a:path w="2192" h="4772" extrusionOk="0">
                  <a:moveTo>
                    <a:pt x="868" y="1"/>
                  </a:moveTo>
                  <a:cubicBezTo>
                    <a:pt x="777" y="24"/>
                    <a:pt x="663" y="24"/>
                    <a:pt x="571" y="46"/>
                  </a:cubicBezTo>
                  <a:cubicBezTo>
                    <a:pt x="320" y="845"/>
                    <a:pt x="138" y="1667"/>
                    <a:pt x="1" y="2512"/>
                  </a:cubicBezTo>
                  <a:cubicBezTo>
                    <a:pt x="503" y="3105"/>
                    <a:pt x="959" y="3744"/>
                    <a:pt x="1393" y="4406"/>
                  </a:cubicBezTo>
                  <a:cubicBezTo>
                    <a:pt x="1416" y="4360"/>
                    <a:pt x="1416" y="4292"/>
                    <a:pt x="1439" y="4246"/>
                  </a:cubicBezTo>
                  <a:cubicBezTo>
                    <a:pt x="1598" y="4406"/>
                    <a:pt x="1758" y="4589"/>
                    <a:pt x="1964" y="4771"/>
                  </a:cubicBezTo>
                  <a:cubicBezTo>
                    <a:pt x="2009" y="4132"/>
                    <a:pt x="2078" y="3516"/>
                    <a:pt x="2192" y="2877"/>
                  </a:cubicBezTo>
                  <a:cubicBezTo>
                    <a:pt x="1964" y="2283"/>
                    <a:pt x="1713" y="1667"/>
                    <a:pt x="1439" y="1096"/>
                  </a:cubicBezTo>
                  <a:lnTo>
                    <a:pt x="1439" y="1096"/>
                  </a:lnTo>
                  <a:cubicBezTo>
                    <a:pt x="1530" y="2261"/>
                    <a:pt x="1507" y="2877"/>
                    <a:pt x="1507" y="2877"/>
                  </a:cubicBezTo>
                  <a:cubicBezTo>
                    <a:pt x="1507" y="2877"/>
                    <a:pt x="1462" y="2101"/>
                    <a:pt x="1279" y="754"/>
                  </a:cubicBezTo>
                  <a:cubicBezTo>
                    <a:pt x="1142" y="503"/>
                    <a:pt x="1005" y="252"/>
                    <a:pt x="86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7" name="Google Shape;7887;p57"/>
            <p:cNvSpPr/>
            <p:nvPr/>
          </p:nvSpPr>
          <p:spPr>
            <a:xfrm>
              <a:off x="7260425" y="3003888"/>
              <a:ext cx="54800" cy="119300"/>
            </a:xfrm>
            <a:custGeom>
              <a:avLst/>
              <a:gdLst/>
              <a:ahLst/>
              <a:cxnLst/>
              <a:rect l="l" t="t" r="r" b="b"/>
              <a:pathLst>
                <a:path w="2192" h="4772" extrusionOk="0">
                  <a:moveTo>
                    <a:pt x="868" y="1"/>
                  </a:moveTo>
                  <a:cubicBezTo>
                    <a:pt x="777" y="24"/>
                    <a:pt x="663" y="24"/>
                    <a:pt x="571" y="46"/>
                  </a:cubicBezTo>
                  <a:cubicBezTo>
                    <a:pt x="320" y="845"/>
                    <a:pt x="138" y="1667"/>
                    <a:pt x="1" y="2512"/>
                  </a:cubicBezTo>
                  <a:cubicBezTo>
                    <a:pt x="503" y="3105"/>
                    <a:pt x="959" y="3744"/>
                    <a:pt x="1393" y="4406"/>
                  </a:cubicBezTo>
                  <a:cubicBezTo>
                    <a:pt x="1416" y="4360"/>
                    <a:pt x="1416" y="4292"/>
                    <a:pt x="1439" y="4246"/>
                  </a:cubicBezTo>
                  <a:cubicBezTo>
                    <a:pt x="1598" y="4406"/>
                    <a:pt x="1758" y="4589"/>
                    <a:pt x="1964" y="4771"/>
                  </a:cubicBezTo>
                  <a:cubicBezTo>
                    <a:pt x="2009" y="4132"/>
                    <a:pt x="2078" y="3516"/>
                    <a:pt x="2192" y="2877"/>
                  </a:cubicBezTo>
                  <a:cubicBezTo>
                    <a:pt x="1964" y="2283"/>
                    <a:pt x="1713" y="1667"/>
                    <a:pt x="1439" y="1096"/>
                  </a:cubicBezTo>
                  <a:lnTo>
                    <a:pt x="1439" y="1096"/>
                  </a:lnTo>
                  <a:cubicBezTo>
                    <a:pt x="1530" y="2261"/>
                    <a:pt x="1507" y="2877"/>
                    <a:pt x="1507" y="2877"/>
                  </a:cubicBezTo>
                  <a:cubicBezTo>
                    <a:pt x="1507" y="2877"/>
                    <a:pt x="1462" y="2101"/>
                    <a:pt x="1279" y="754"/>
                  </a:cubicBezTo>
                  <a:cubicBezTo>
                    <a:pt x="1142" y="503"/>
                    <a:pt x="1005" y="252"/>
                    <a:pt x="868"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8" name="Google Shape;7888;p57"/>
            <p:cNvSpPr/>
            <p:nvPr/>
          </p:nvSpPr>
          <p:spPr>
            <a:xfrm>
              <a:off x="7292375" y="3022738"/>
              <a:ext cx="6300" cy="53075"/>
            </a:xfrm>
            <a:custGeom>
              <a:avLst/>
              <a:gdLst/>
              <a:ahLst/>
              <a:cxnLst/>
              <a:rect l="l" t="t" r="r" b="b"/>
              <a:pathLst>
                <a:path w="252" h="2123" extrusionOk="0">
                  <a:moveTo>
                    <a:pt x="1" y="0"/>
                  </a:moveTo>
                  <a:lnTo>
                    <a:pt x="1" y="0"/>
                  </a:lnTo>
                  <a:cubicBezTo>
                    <a:pt x="184" y="1347"/>
                    <a:pt x="229" y="2123"/>
                    <a:pt x="229" y="2123"/>
                  </a:cubicBezTo>
                  <a:cubicBezTo>
                    <a:pt x="229" y="2123"/>
                    <a:pt x="252" y="1507"/>
                    <a:pt x="161" y="342"/>
                  </a:cubicBezTo>
                  <a:cubicBezTo>
                    <a:pt x="115" y="228"/>
                    <a:pt x="47" y="114"/>
                    <a:pt x="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9" name="Google Shape;7889;p57"/>
            <p:cNvSpPr/>
            <p:nvPr/>
          </p:nvSpPr>
          <p:spPr>
            <a:xfrm>
              <a:off x="7292375" y="3022738"/>
              <a:ext cx="6300" cy="53075"/>
            </a:xfrm>
            <a:custGeom>
              <a:avLst/>
              <a:gdLst/>
              <a:ahLst/>
              <a:cxnLst/>
              <a:rect l="l" t="t" r="r" b="b"/>
              <a:pathLst>
                <a:path w="252" h="2123" extrusionOk="0">
                  <a:moveTo>
                    <a:pt x="229" y="2123"/>
                  </a:moveTo>
                  <a:cubicBezTo>
                    <a:pt x="229" y="2123"/>
                    <a:pt x="252" y="1507"/>
                    <a:pt x="161" y="342"/>
                  </a:cubicBezTo>
                  <a:lnTo>
                    <a:pt x="161" y="342"/>
                  </a:lnTo>
                  <a:cubicBezTo>
                    <a:pt x="115" y="228"/>
                    <a:pt x="47" y="114"/>
                    <a:pt x="1" y="0"/>
                  </a:cubicBezTo>
                  <a:lnTo>
                    <a:pt x="1" y="0"/>
                  </a:lnTo>
                  <a:cubicBezTo>
                    <a:pt x="184" y="1347"/>
                    <a:pt x="229" y="2123"/>
                    <a:pt x="229" y="2123"/>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0" name="Google Shape;7890;p57"/>
            <p:cNvSpPr/>
            <p:nvPr/>
          </p:nvSpPr>
          <p:spPr>
            <a:xfrm>
              <a:off x="7292375" y="3022738"/>
              <a:ext cx="6300" cy="53075"/>
            </a:xfrm>
            <a:custGeom>
              <a:avLst/>
              <a:gdLst/>
              <a:ahLst/>
              <a:cxnLst/>
              <a:rect l="l" t="t" r="r" b="b"/>
              <a:pathLst>
                <a:path w="252" h="2123" extrusionOk="0">
                  <a:moveTo>
                    <a:pt x="1" y="0"/>
                  </a:moveTo>
                  <a:lnTo>
                    <a:pt x="1" y="0"/>
                  </a:lnTo>
                  <a:cubicBezTo>
                    <a:pt x="184" y="1347"/>
                    <a:pt x="229" y="2123"/>
                    <a:pt x="229" y="2123"/>
                  </a:cubicBezTo>
                  <a:cubicBezTo>
                    <a:pt x="229" y="2123"/>
                    <a:pt x="252" y="1507"/>
                    <a:pt x="161" y="342"/>
                  </a:cubicBezTo>
                  <a:cubicBezTo>
                    <a:pt x="115" y="228"/>
                    <a:pt x="47" y="114"/>
                    <a:pt x="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1" name="Google Shape;7891;p57"/>
            <p:cNvSpPr/>
            <p:nvPr/>
          </p:nvSpPr>
          <p:spPr>
            <a:xfrm>
              <a:off x="7292375" y="3022738"/>
              <a:ext cx="6300" cy="53075"/>
            </a:xfrm>
            <a:custGeom>
              <a:avLst/>
              <a:gdLst/>
              <a:ahLst/>
              <a:cxnLst/>
              <a:rect l="l" t="t" r="r" b="b"/>
              <a:pathLst>
                <a:path w="252" h="2123" extrusionOk="0">
                  <a:moveTo>
                    <a:pt x="1" y="0"/>
                  </a:moveTo>
                  <a:lnTo>
                    <a:pt x="1" y="0"/>
                  </a:lnTo>
                  <a:cubicBezTo>
                    <a:pt x="184" y="1347"/>
                    <a:pt x="229" y="2123"/>
                    <a:pt x="229" y="2123"/>
                  </a:cubicBezTo>
                  <a:cubicBezTo>
                    <a:pt x="229" y="2123"/>
                    <a:pt x="252" y="1507"/>
                    <a:pt x="161" y="342"/>
                  </a:cubicBezTo>
                  <a:cubicBezTo>
                    <a:pt x="115" y="228"/>
                    <a:pt x="47" y="114"/>
                    <a:pt x="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2" name="Google Shape;7892;p57"/>
            <p:cNvSpPr/>
            <p:nvPr/>
          </p:nvSpPr>
          <p:spPr>
            <a:xfrm>
              <a:off x="7292375" y="3022738"/>
              <a:ext cx="6300" cy="53075"/>
            </a:xfrm>
            <a:custGeom>
              <a:avLst/>
              <a:gdLst/>
              <a:ahLst/>
              <a:cxnLst/>
              <a:rect l="l" t="t" r="r" b="b"/>
              <a:pathLst>
                <a:path w="252" h="2123" extrusionOk="0">
                  <a:moveTo>
                    <a:pt x="1" y="0"/>
                  </a:moveTo>
                  <a:lnTo>
                    <a:pt x="1" y="0"/>
                  </a:lnTo>
                  <a:cubicBezTo>
                    <a:pt x="184" y="1347"/>
                    <a:pt x="229" y="2123"/>
                    <a:pt x="229" y="2123"/>
                  </a:cubicBezTo>
                  <a:cubicBezTo>
                    <a:pt x="229" y="2123"/>
                    <a:pt x="252" y="1507"/>
                    <a:pt x="161" y="342"/>
                  </a:cubicBezTo>
                  <a:cubicBezTo>
                    <a:pt x="115" y="228"/>
                    <a:pt x="47" y="114"/>
                    <a:pt x="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3" name="Google Shape;7893;p57"/>
            <p:cNvSpPr/>
            <p:nvPr/>
          </p:nvSpPr>
          <p:spPr>
            <a:xfrm>
              <a:off x="7251875" y="3066663"/>
              <a:ext cx="43400" cy="132425"/>
            </a:xfrm>
            <a:custGeom>
              <a:avLst/>
              <a:gdLst/>
              <a:ahLst/>
              <a:cxnLst/>
              <a:rect l="l" t="t" r="r" b="b"/>
              <a:pathLst>
                <a:path w="1736" h="5297" extrusionOk="0">
                  <a:moveTo>
                    <a:pt x="343" y="1"/>
                  </a:moveTo>
                  <a:cubicBezTo>
                    <a:pt x="69" y="1713"/>
                    <a:pt x="0" y="3493"/>
                    <a:pt x="206" y="5296"/>
                  </a:cubicBezTo>
                  <a:cubicBezTo>
                    <a:pt x="251" y="5250"/>
                    <a:pt x="274" y="5228"/>
                    <a:pt x="297" y="5182"/>
                  </a:cubicBezTo>
                  <a:cubicBezTo>
                    <a:pt x="982" y="4360"/>
                    <a:pt x="1461" y="3242"/>
                    <a:pt x="1735" y="1895"/>
                  </a:cubicBezTo>
                  <a:cubicBezTo>
                    <a:pt x="1301" y="1233"/>
                    <a:pt x="845" y="594"/>
                    <a:pt x="34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4" name="Google Shape;7894;p57"/>
            <p:cNvSpPr/>
            <p:nvPr/>
          </p:nvSpPr>
          <p:spPr>
            <a:xfrm>
              <a:off x="7288950" y="2948538"/>
              <a:ext cx="62800" cy="54250"/>
            </a:xfrm>
            <a:custGeom>
              <a:avLst/>
              <a:gdLst/>
              <a:ahLst/>
              <a:cxnLst/>
              <a:rect l="l" t="t" r="r" b="b"/>
              <a:pathLst>
                <a:path w="2512" h="2170" extrusionOk="0">
                  <a:moveTo>
                    <a:pt x="252" y="1"/>
                  </a:moveTo>
                  <a:cubicBezTo>
                    <a:pt x="161" y="183"/>
                    <a:pt x="92" y="389"/>
                    <a:pt x="1" y="571"/>
                  </a:cubicBezTo>
                  <a:cubicBezTo>
                    <a:pt x="92" y="1165"/>
                    <a:pt x="138" y="1690"/>
                    <a:pt x="206" y="2169"/>
                  </a:cubicBezTo>
                  <a:cubicBezTo>
                    <a:pt x="754" y="2101"/>
                    <a:pt x="1325" y="1987"/>
                    <a:pt x="1895" y="1872"/>
                  </a:cubicBezTo>
                  <a:cubicBezTo>
                    <a:pt x="2078" y="1347"/>
                    <a:pt x="2283" y="823"/>
                    <a:pt x="2512" y="320"/>
                  </a:cubicBezTo>
                  <a:cubicBezTo>
                    <a:pt x="1759" y="275"/>
                    <a:pt x="982" y="161"/>
                    <a:pt x="252"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5" name="Google Shape;7895;p57"/>
            <p:cNvSpPr/>
            <p:nvPr/>
          </p:nvSpPr>
          <p:spPr>
            <a:xfrm>
              <a:off x="7288950" y="2948538"/>
              <a:ext cx="62800" cy="54250"/>
            </a:xfrm>
            <a:custGeom>
              <a:avLst/>
              <a:gdLst/>
              <a:ahLst/>
              <a:cxnLst/>
              <a:rect l="l" t="t" r="r" b="b"/>
              <a:pathLst>
                <a:path w="2512" h="2170" extrusionOk="0">
                  <a:moveTo>
                    <a:pt x="1" y="571"/>
                  </a:moveTo>
                  <a:cubicBezTo>
                    <a:pt x="92" y="1165"/>
                    <a:pt x="138" y="1690"/>
                    <a:pt x="206" y="2169"/>
                  </a:cubicBezTo>
                  <a:lnTo>
                    <a:pt x="206" y="2169"/>
                  </a:lnTo>
                  <a:cubicBezTo>
                    <a:pt x="754" y="2101"/>
                    <a:pt x="1325" y="1987"/>
                    <a:pt x="1895" y="1872"/>
                  </a:cubicBezTo>
                  <a:lnTo>
                    <a:pt x="1895" y="1872"/>
                  </a:lnTo>
                  <a:cubicBezTo>
                    <a:pt x="2078" y="1347"/>
                    <a:pt x="2283" y="823"/>
                    <a:pt x="2512" y="320"/>
                  </a:cubicBezTo>
                  <a:lnTo>
                    <a:pt x="2512" y="320"/>
                  </a:lnTo>
                  <a:cubicBezTo>
                    <a:pt x="1759" y="275"/>
                    <a:pt x="982" y="161"/>
                    <a:pt x="252" y="1"/>
                  </a:cubicBezTo>
                  <a:lnTo>
                    <a:pt x="252" y="1"/>
                  </a:lnTo>
                  <a:cubicBezTo>
                    <a:pt x="161" y="183"/>
                    <a:pt x="92" y="389"/>
                    <a:pt x="1" y="571"/>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6" name="Google Shape;7896;p57"/>
            <p:cNvSpPr/>
            <p:nvPr/>
          </p:nvSpPr>
          <p:spPr>
            <a:xfrm>
              <a:off x="7288950" y="2948538"/>
              <a:ext cx="62800" cy="54250"/>
            </a:xfrm>
            <a:custGeom>
              <a:avLst/>
              <a:gdLst/>
              <a:ahLst/>
              <a:cxnLst/>
              <a:rect l="l" t="t" r="r" b="b"/>
              <a:pathLst>
                <a:path w="2512" h="2170" extrusionOk="0">
                  <a:moveTo>
                    <a:pt x="252" y="1"/>
                  </a:moveTo>
                  <a:cubicBezTo>
                    <a:pt x="161" y="183"/>
                    <a:pt x="92" y="389"/>
                    <a:pt x="1" y="571"/>
                  </a:cubicBezTo>
                  <a:cubicBezTo>
                    <a:pt x="92" y="1165"/>
                    <a:pt x="138" y="1690"/>
                    <a:pt x="206" y="2169"/>
                  </a:cubicBezTo>
                  <a:cubicBezTo>
                    <a:pt x="754" y="2101"/>
                    <a:pt x="1325" y="1987"/>
                    <a:pt x="1895" y="1872"/>
                  </a:cubicBezTo>
                  <a:cubicBezTo>
                    <a:pt x="2078" y="1347"/>
                    <a:pt x="2283" y="823"/>
                    <a:pt x="2512" y="320"/>
                  </a:cubicBezTo>
                  <a:cubicBezTo>
                    <a:pt x="1759" y="275"/>
                    <a:pt x="982" y="161"/>
                    <a:pt x="252"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7" name="Google Shape;7897;p57"/>
            <p:cNvSpPr/>
            <p:nvPr/>
          </p:nvSpPr>
          <p:spPr>
            <a:xfrm>
              <a:off x="7288950" y="2948538"/>
              <a:ext cx="62800" cy="54250"/>
            </a:xfrm>
            <a:custGeom>
              <a:avLst/>
              <a:gdLst/>
              <a:ahLst/>
              <a:cxnLst/>
              <a:rect l="l" t="t" r="r" b="b"/>
              <a:pathLst>
                <a:path w="2512" h="2170" extrusionOk="0">
                  <a:moveTo>
                    <a:pt x="252" y="1"/>
                  </a:moveTo>
                  <a:cubicBezTo>
                    <a:pt x="161" y="183"/>
                    <a:pt x="92" y="389"/>
                    <a:pt x="1" y="571"/>
                  </a:cubicBezTo>
                  <a:cubicBezTo>
                    <a:pt x="92" y="1165"/>
                    <a:pt x="138" y="1690"/>
                    <a:pt x="206" y="2169"/>
                  </a:cubicBezTo>
                  <a:cubicBezTo>
                    <a:pt x="754" y="2101"/>
                    <a:pt x="1325" y="1987"/>
                    <a:pt x="1895" y="1872"/>
                  </a:cubicBezTo>
                  <a:cubicBezTo>
                    <a:pt x="2078" y="1347"/>
                    <a:pt x="2283" y="823"/>
                    <a:pt x="2512" y="320"/>
                  </a:cubicBezTo>
                  <a:cubicBezTo>
                    <a:pt x="1759" y="275"/>
                    <a:pt x="982" y="161"/>
                    <a:pt x="252"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8" name="Google Shape;7898;p57"/>
            <p:cNvSpPr/>
            <p:nvPr/>
          </p:nvSpPr>
          <p:spPr>
            <a:xfrm>
              <a:off x="7277550" y="2974213"/>
              <a:ext cx="12000" cy="29700"/>
            </a:xfrm>
            <a:custGeom>
              <a:avLst/>
              <a:gdLst/>
              <a:ahLst/>
              <a:cxnLst/>
              <a:rect l="l" t="t" r="r" b="b"/>
              <a:pathLst>
                <a:path w="480" h="1188" extrusionOk="0">
                  <a:moveTo>
                    <a:pt x="274" y="1"/>
                  </a:moveTo>
                  <a:cubicBezTo>
                    <a:pt x="183" y="275"/>
                    <a:pt x="92" y="572"/>
                    <a:pt x="0" y="868"/>
                  </a:cubicBezTo>
                  <a:cubicBezTo>
                    <a:pt x="69" y="960"/>
                    <a:pt x="115" y="1074"/>
                    <a:pt x="183" y="1188"/>
                  </a:cubicBezTo>
                  <a:cubicBezTo>
                    <a:pt x="274" y="1188"/>
                    <a:pt x="388" y="1188"/>
                    <a:pt x="480" y="1165"/>
                  </a:cubicBezTo>
                  <a:cubicBezTo>
                    <a:pt x="411" y="800"/>
                    <a:pt x="366" y="412"/>
                    <a:pt x="27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9" name="Google Shape;7899;p57"/>
            <p:cNvSpPr/>
            <p:nvPr/>
          </p:nvSpPr>
          <p:spPr>
            <a:xfrm>
              <a:off x="7277550" y="2974213"/>
              <a:ext cx="12000" cy="29700"/>
            </a:xfrm>
            <a:custGeom>
              <a:avLst/>
              <a:gdLst/>
              <a:ahLst/>
              <a:cxnLst/>
              <a:rect l="l" t="t" r="r" b="b"/>
              <a:pathLst>
                <a:path w="480" h="1188" extrusionOk="0">
                  <a:moveTo>
                    <a:pt x="0" y="868"/>
                  </a:moveTo>
                  <a:cubicBezTo>
                    <a:pt x="46" y="982"/>
                    <a:pt x="115" y="1074"/>
                    <a:pt x="183" y="1188"/>
                  </a:cubicBezTo>
                  <a:lnTo>
                    <a:pt x="183" y="1188"/>
                  </a:lnTo>
                  <a:cubicBezTo>
                    <a:pt x="274" y="1188"/>
                    <a:pt x="388" y="1188"/>
                    <a:pt x="480" y="1165"/>
                  </a:cubicBezTo>
                  <a:lnTo>
                    <a:pt x="480" y="1165"/>
                  </a:lnTo>
                  <a:cubicBezTo>
                    <a:pt x="411" y="800"/>
                    <a:pt x="366" y="412"/>
                    <a:pt x="274" y="1"/>
                  </a:cubicBezTo>
                  <a:lnTo>
                    <a:pt x="274" y="1"/>
                  </a:lnTo>
                  <a:cubicBezTo>
                    <a:pt x="183" y="275"/>
                    <a:pt x="92" y="572"/>
                    <a:pt x="0" y="868"/>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0" name="Google Shape;7900;p57"/>
            <p:cNvSpPr/>
            <p:nvPr/>
          </p:nvSpPr>
          <p:spPr>
            <a:xfrm>
              <a:off x="7277550" y="2974213"/>
              <a:ext cx="12000" cy="29700"/>
            </a:xfrm>
            <a:custGeom>
              <a:avLst/>
              <a:gdLst/>
              <a:ahLst/>
              <a:cxnLst/>
              <a:rect l="l" t="t" r="r" b="b"/>
              <a:pathLst>
                <a:path w="480" h="1188" extrusionOk="0">
                  <a:moveTo>
                    <a:pt x="274" y="1"/>
                  </a:moveTo>
                  <a:cubicBezTo>
                    <a:pt x="183" y="275"/>
                    <a:pt x="92" y="572"/>
                    <a:pt x="0" y="868"/>
                  </a:cubicBezTo>
                  <a:cubicBezTo>
                    <a:pt x="69" y="960"/>
                    <a:pt x="115" y="1074"/>
                    <a:pt x="183" y="1188"/>
                  </a:cubicBezTo>
                  <a:cubicBezTo>
                    <a:pt x="274" y="1188"/>
                    <a:pt x="388" y="1188"/>
                    <a:pt x="480" y="1165"/>
                  </a:cubicBezTo>
                  <a:cubicBezTo>
                    <a:pt x="411" y="800"/>
                    <a:pt x="366" y="412"/>
                    <a:pt x="27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1" name="Google Shape;7901;p57"/>
            <p:cNvSpPr/>
            <p:nvPr/>
          </p:nvSpPr>
          <p:spPr>
            <a:xfrm>
              <a:off x="7277550" y="2974213"/>
              <a:ext cx="12000" cy="29700"/>
            </a:xfrm>
            <a:custGeom>
              <a:avLst/>
              <a:gdLst/>
              <a:ahLst/>
              <a:cxnLst/>
              <a:rect l="l" t="t" r="r" b="b"/>
              <a:pathLst>
                <a:path w="480" h="1188" extrusionOk="0">
                  <a:moveTo>
                    <a:pt x="274" y="1"/>
                  </a:moveTo>
                  <a:cubicBezTo>
                    <a:pt x="183" y="275"/>
                    <a:pt x="92" y="572"/>
                    <a:pt x="0" y="868"/>
                  </a:cubicBezTo>
                  <a:cubicBezTo>
                    <a:pt x="69" y="960"/>
                    <a:pt x="115" y="1074"/>
                    <a:pt x="183" y="1188"/>
                  </a:cubicBezTo>
                  <a:cubicBezTo>
                    <a:pt x="274" y="1188"/>
                    <a:pt x="388" y="1188"/>
                    <a:pt x="480" y="1165"/>
                  </a:cubicBezTo>
                  <a:cubicBezTo>
                    <a:pt x="411" y="800"/>
                    <a:pt x="366" y="412"/>
                    <a:pt x="27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2" name="Google Shape;7902;p57"/>
            <p:cNvSpPr/>
            <p:nvPr/>
          </p:nvSpPr>
          <p:spPr>
            <a:xfrm>
              <a:off x="7284400" y="2962813"/>
              <a:ext cx="9725" cy="40550"/>
            </a:xfrm>
            <a:custGeom>
              <a:avLst/>
              <a:gdLst/>
              <a:ahLst/>
              <a:cxnLst/>
              <a:rect l="l" t="t" r="r" b="b"/>
              <a:pathLst>
                <a:path w="389" h="1622" extrusionOk="0">
                  <a:moveTo>
                    <a:pt x="183" y="0"/>
                  </a:moveTo>
                  <a:cubicBezTo>
                    <a:pt x="137" y="160"/>
                    <a:pt x="69" y="297"/>
                    <a:pt x="0" y="457"/>
                  </a:cubicBezTo>
                  <a:cubicBezTo>
                    <a:pt x="92" y="868"/>
                    <a:pt x="137" y="1256"/>
                    <a:pt x="206" y="1621"/>
                  </a:cubicBezTo>
                  <a:cubicBezTo>
                    <a:pt x="251" y="1621"/>
                    <a:pt x="320" y="1598"/>
                    <a:pt x="388" y="1598"/>
                  </a:cubicBezTo>
                  <a:cubicBezTo>
                    <a:pt x="320" y="1119"/>
                    <a:pt x="274" y="594"/>
                    <a:pt x="18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3" name="Google Shape;7903;p57"/>
            <p:cNvSpPr/>
            <p:nvPr/>
          </p:nvSpPr>
          <p:spPr>
            <a:xfrm>
              <a:off x="7284400" y="2962813"/>
              <a:ext cx="9725" cy="40550"/>
            </a:xfrm>
            <a:custGeom>
              <a:avLst/>
              <a:gdLst/>
              <a:ahLst/>
              <a:cxnLst/>
              <a:rect l="l" t="t" r="r" b="b"/>
              <a:pathLst>
                <a:path w="389" h="1622" extrusionOk="0">
                  <a:moveTo>
                    <a:pt x="0" y="457"/>
                  </a:moveTo>
                  <a:cubicBezTo>
                    <a:pt x="92" y="868"/>
                    <a:pt x="137" y="1256"/>
                    <a:pt x="206" y="1621"/>
                  </a:cubicBezTo>
                  <a:lnTo>
                    <a:pt x="206" y="1621"/>
                  </a:lnTo>
                  <a:cubicBezTo>
                    <a:pt x="251" y="1621"/>
                    <a:pt x="320" y="1598"/>
                    <a:pt x="388" y="1598"/>
                  </a:cubicBezTo>
                  <a:lnTo>
                    <a:pt x="388" y="1598"/>
                  </a:lnTo>
                  <a:cubicBezTo>
                    <a:pt x="320" y="1119"/>
                    <a:pt x="274" y="594"/>
                    <a:pt x="183" y="0"/>
                  </a:cubicBezTo>
                  <a:lnTo>
                    <a:pt x="183" y="0"/>
                  </a:lnTo>
                  <a:cubicBezTo>
                    <a:pt x="137" y="160"/>
                    <a:pt x="69" y="297"/>
                    <a:pt x="0" y="457"/>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4" name="Google Shape;7904;p57"/>
            <p:cNvSpPr/>
            <p:nvPr/>
          </p:nvSpPr>
          <p:spPr>
            <a:xfrm>
              <a:off x="7284400" y="2962813"/>
              <a:ext cx="9725" cy="40550"/>
            </a:xfrm>
            <a:custGeom>
              <a:avLst/>
              <a:gdLst/>
              <a:ahLst/>
              <a:cxnLst/>
              <a:rect l="l" t="t" r="r" b="b"/>
              <a:pathLst>
                <a:path w="389" h="1622" extrusionOk="0">
                  <a:moveTo>
                    <a:pt x="183" y="0"/>
                  </a:moveTo>
                  <a:cubicBezTo>
                    <a:pt x="137" y="160"/>
                    <a:pt x="69" y="297"/>
                    <a:pt x="0" y="457"/>
                  </a:cubicBezTo>
                  <a:cubicBezTo>
                    <a:pt x="92" y="868"/>
                    <a:pt x="137" y="1256"/>
                    <a:pt x="206" y="1621"/>
                  </a:cubicBezTo>
                  <a:cubicBezTo>
                    <a:pt x="251" y="1621"/>
                    <a:pt x="320" y="1598"/>
                    <a:pt x="388" y="1598"/>
                  </a:cubicBezTo>
                  <a:cubicBezTo>
                    <a:pt x="320" y="1119"/>
                    <a:pt x="274" y="594"/>
                    <a:pt x="18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5" name="Google Shape;7905;p57"/>
            <p:cNvSpPr/>
            <p:nvPr/>
          </p:nvSpPr>
          <p:spPr>
            <a:xfrm>
              <a:off x="7284400" y="2962813"/>
              <a:ext cx="9725" cy="40550"/>
            </a:xfrm>
            <a:custGeom>
              <a:avLst/>
              <a:gdLst/>
              <a:ahLst/>
              <a:cxnLst/>
              <a:rect l="l" t="t" r="r" b="b"/>
              <a:pathLst>
                <a:path w="389" h="1622" extrusionOk="0">
                  <a:moveTo>
                    <a:pt x="183" y="0"/>
                  </a:moveTo>
                  <a:cubicBezTo>
                    <a:pt x="137" y="160"/>
                    <a:pt x="69" y="297"/>
                    <a:pt x="0" y="457"/>
                  </a:cubicBezTo>
                  <a:cubicBezTo>
                    <a:pt x="92" y="868"/>
                    <a:pt x="137" y="1256"/>
                    <a:pt x="206" y="1621"/>
                  </a:cubicBezTo>
                  <a:cubicBezTo>
                    <a:pt x="251" y="1621"/>
                    <a:pt x="320" y="1598"/>
                    <a:pt x="388" y="1598"/>
                  </a:cubicBezTo>
                  <a:cubicBezTo>
                    <a:pt x="320" y="1119"/>
                    <a:pt x="274" y="594"/>
                    <a:pt x="18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6" name="Google Shape;7906;p57"/>
            <p:cNvSpPr/>
            <p:nvPr/>
          </p:nvSpPr>
          <p:spPr>
            <a:xfrm>
              <a:off x="7284400" y="2962813"/>
              <a:ext cx="9725" cy="40550"/>
            </a:xfrm>
            <a:custGeom>
              <a:avLst/>
              <a:gdLst/>
              <a:ahLst/>
              <a:cxnLst/>
              <a:rect l="l" t="t" r="r" b="b"/>
              <a:pathLst>
                <a:path w="389" h="1622" extrusionOk="0">
                  <a:moveTo>
                    <a:pt x="183" y="0"/>
                  </a:moveTo>
                  <a:cubicBezTo>
                    <a:pt x="137" y="160"/>
                    <a:pt x="69" y="297"/>
                    <a:pt x="0" y="457"/>
                  </a:cubicBezTo>
                  <a:cubicBezTo>
                    <a:pt x="92" y="868"/>
                    <a:pt x="137" y="1256"/>
                    <a:pt x="206" y="1621"/>
                  </a:cubicBezTo>
                  <a:cubicBezTo>
                    <a:pt x="251" y="1621"/>
                    <a:pt x="320" y="1598"/>
                    <a:pt x="388" y="1598"/>
                  </a:cubicBezTo>
                  <a:cubicBezTo>
                    <a:pt x="320" y="1119"/>
                    <a:pt x="274" y="594"/>
                    <a:pt x="18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7" name="Google Shape;7907;p57"/>
            <p:cNvSpPr/>
            <p:nvPr/>
          </p:nvSpPr>
          <p:spPr>
            <a:xfrm>
              <a:off x="7274700" y="2995913"/>
              <a:ext cx="7450" cy="9150"/>
            </a:xfrm>
            <a:custGeom>
              <a:avLst/>
              <a:gdLst/>
              <a:ahLst/>
              <a:cxnLst/>
              <a:rect l="l" t="t" r="r" b="b"/>
              <a:pathLst>
                <a:path w="298" h="366" extrusionOk="0">
                  <a:moveTo>
                    <a:pt x="114" y="0"/>
                  </a:moveTo>
                  <a:cubicBezTo>
                    <a:pt x="69" y="114"/>
                    <a:pt x="23" y="229"/>
                    <a:pt x="0" y="365"/>
                  </a:cubicBezTo>
                  <a:cubicBezTo>
                    <a:pt x="92" y="343"/>
                    <a:pt x="206" y="343"/>
                    <a:pt x="297" y="320"/>
                  </a:cubicBezTo>
                  <a:cubicBezTo>
                    <a:pt x="229" y="206"/>
                    <a:pt x="183" y="92"/>
                    <a:pt x="11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8" name="Google Shape;7908;p57"/>
            <p:cNvSpPr/>
            <p:nvPr/>
          </p:nvSpPr>
          <p:spPr>
            <a:xfrm>
              <a:off x="7274700" y="2995913"/>
              <a:ext cx="7450" cy="9150"/>
            </a:xfrm>
            <a:custGeom>
              <a:avLst/>
              <a:gdLst/>
              <a:ahLst/>
              <a:cxnLst/>
              <a:rect l="l" t="t" r="r" b="b"/>
              <a:pathLst>
                <a:path w="298" h="366" extrusionOk="0">
                  <a:moveTo>
                    <a:pt x="0" y="365"/>
                  </a:moveTo>
                  <a:cubicBezTo>
                    <a:pt x="92" y="343"/>
                    <a:pt x="206" y="343"/>
                    <a:pt x="297" y="320"/>
                  </a:cubicBezTo>
                  <a:lnTo>
                    <a:pt x="297" y="320"/>
                  </a:lnTo>
                  <a:cubicBezTo>
                    <a:pt x="229" y="206"/>
                    <a:pt x="160" y="114"/>
                    <a:pt x="114" y="0"/>
                  </a:cubicBezTo>
                  <a:lnTo>
                    <a:pt x="114" y="0"/>
                  </a:lnTo>
                  <a:cubicBezTo>
                    <a:pt x="69" y="114"/>
                    <a:pt x="23" y="229"/>
                    <a:pt x="0" y="365"/>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9" name="Google Shape;7909;p57"/>
            <p:cNvSpPr/>
            <p:nvPr/>
          </p:nvSpPr>
          <p:spPr>
            <a:xfrm>
              <a:off x="7274700" y="2995913"/>
              <a:ext cx="7450" cy="9150"/>
            </a:xfrm>
            <a:custGeom>
              <a:avLst/>
              <a:gdLst/>
              <a:ahLst/>
              <a:cxnLst/>
              <a:rect l="l" t="t" r="r" b="b"/>
              <a:pathLst>
                <a:path w="298" h="366" extrusionOk="0">
                  <a:moveTo>
                    <a:pt x="114" y="0"/>
                  </a:moveTo>
                  <a:cubicBezTo>
                    <a:pt x="69" y="114"/>
                    <a:pt x="23" y="229"/>
                    <a:pt x="0" y="365"/>
                  </a:cubicBezTo>
                  <a:cubicBezTo>
                    <a:pt x="92" y="343"/>
                    <a:pt x="206" y="343"/>
                    <a:pt x="297" y="320"/>
                  </a:cubicBezTo>
                  <a:cubicBezTo>
                    <a:pt x="229" y="206"/>
                    <a:pt x="183" y="92"/>
                    <a:pt x="11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0" name="Google Shape;7910;p57"/>
            <p:cNvSpPr/>
            <p:nvPr/>
          </p:nvSpPr>
          <p:spPr>
            <a:xfrm>
              <a:off x="7274700" y="2995913"/>
              <a:ext cx="7450" cy="9150"/>
            </a:xfrm>
            <a:custGeom>
              <a:avLst/>
              <a:gdLst/>
              <a:ahLst/>
              <a:cxnLst/>
              <a:rect l="l" t="t" r="r" b="b"/>
              <a:pathLst>
                <a:path w="298" h="366" extrusionOk="0">
                  <a:moveTo>
                    <a:pt x="114" y="0"/>
                  </a:moveTo>
                  <a:cubicBezTo>
                    <a:pt x="69" y="114"/>
                    <a:pt x="23" y="229"/>
                    <a:pt x="0" y="365"/>
                  </a:cubicBezTo>
                  <a:cubicBezTo>
                    <a:pt x="92" y="343"/>
                    <a:pt x="206" y="343"/>
                    <a:pt x="297" y="320"/>
                  </a:cubicBezTo>
                  <a:cubicBezTo>
                    <a:pt x="229" y="206"/>
                    <a:pt x="183" y="92"/>
                    <a:pt x="11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1" name="Google Shape;7911;p57"/>
            <p:cNvSpPr/>
            <p:nvPr/>
          </p:nvSpPr>
          <p:spPr>
            <a:xfrm>
              <a:off x="7274700" y="2995913"/>
              <a:ext cx="7450" cy="9150"/>
            </a:xfrm>
            <a:custGeom>
              <a:avLst/>
              <a:gdLst/>
              <a:ahLst/>
              <a:cxnLst/>
              <a:rect l="l" t="t" r="r" b="b"/>
              <a:pathLst>
                <a:path w="298" h="366" extrusionOk="0">
                  <a:moveTo>
                    <a:pt x="114" y="0"/>
                  </a:moveTo>
                  <a:cubicBezTo>
                    <a:pt x="69" y="114"/>
                    <a:pt x="23" y="229"/>
                    <a:pt x="0" y="365"/>
                  </a:cubicBezTo>
                  <a:cubicBezTo>
                    <a:pt x="92" y="343"/>
                    <a:pt x="206" y="343"/>
                    <a:pt x="297" y="320"/>
                  </a:cubicBezTo>
                  <a:cubicBezTo>
                    <a:pt x="229" y="206"/>
                    <a:pt x="183" y="92"/>
                    <a:pt x="114"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2" name="Google Shape;7912;p57"/>
            <p:cNvSpPr/>
            <p:nvPr/>
          </p:nvSpPr>
          <p:spPr>
            <a:xfrm>
              <a:off x="7295250" y="2804738"/>
              <a:ext cx="136975" cy="151825"/>
            </a:xfrm>
            <a:custGeom>
              <a:avLst/>
              <a:gdLst/>
              <a:ahLst/>
              <a:cxnLst/>
              <a:rect l="l" t="t" r="r" b="b"/>
              <a:pathLst>
                <a:path w="5479" h="6073" extrusionOk="0">
                  <a:moveTo>
                    <a:pt x="3835" y="1"/>
                  </a:moveTo>
                  <a:cubicBezTo>
                    <a:pt x="2214" y="1667"/>
                    <a:pt x="913" y="3630"/>
                    <a:pt x="0" y="5753"/>
                  </a:cubicBezTo>
                  <a:cubicBezTo>
                    <a:pt x="730" y="5913"/>
                    <a:pt x="1507" y="6027"/>
                    <a:pt x="2260" y="6072"/>
                  </a:cubicBezTo>
                  <a:cubicBezTo>
                    <a:pt x="3081" y="4269"/>
                    <a:pt x="4154" y="2603"/>
                    <a:pt x="5478" y="1119"/>
                  </a:cubicBezTo>
                  <a:cubicBezTo>
                    <a:pt x="4907" y="777"/>
                    <a:pt x="4360" y="389"/>
                    <a:pt x="383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3" name="Google Shape;7913;p57"/>
            <p:cNvSpPr/>
            <p:nvPr/>
          </p:nvSpPr>
          <p:spPr>
            <a:xfrm>
              <a:off x="7295250" y="2804738"/>
              <a:ext cx="136975" cy="151825"/>
            </a:xfrm>
            <a:custGeom>
              <a:avLst/>
              <a:gdLst/>
              <a:ahLst/>
              <a:cxnLst/>
              <a:rect l="l" t="t" r="r" b="b"/>
              <a:pathLst>
                <a:path w="5479" h="6073" extrusionOk="0">
                  <a:moveTo>
                    <a:pt x="0" y="5753"/>
                  </a:moveTo>
                  <a:cubicBezTo>
                    <a:pt x="730" y="5913"/>
                    <a:pt x="1507" y="6027"/>
                    <a:pt x="2260" y="6072"/>
                  </a:cubicBezTo>
                  <a:lnTo>
                    <a:pt x="2260" y="6072"/>
                  </a:lnTo>
                  <a:cubicBezTo>
                    <a:pt x="3081" y="4269"/>
                    <a:pt x="4154" y="2603"/>
                    <a:pt x="5478" y="1119"/>
                  </a:cubicBezTo>
                  <a:lnTo>
                    <a:pt x="5478" y="1119"/>
                  </a:lnTo>
                  <a:cubicBezTo>
                    <a:pt x="4907" y="777"/>
                    <a:pt x="4360" y="389"/>
                    <a:pt x="3835" y="1"/>
                  </a:cubicBezTo>
                  <a:lnTo>
                    <a:pt x="3835" y="1"/>
                  </a:lnTo>
                  <a:cubicBezTo>
                    <a:pt x="2214" y="1667"/>
                    <a:pt x="913" y="3630"/>
                    <a:pt x="0" y="5753"/>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4" name="Google Shape;7914;p57"/>
            <p:cNvSpPr/>
            <p:nvPr/>
          </p:nvSpPr>
          <p:spPr>
            <a:xfrm>
              <a:off x="7295250" y="2804738"/>
              <a:ext cx="136975" cy="151825"/>
            </a:xfrm>
            <a:custGeom>
              <a:avLst/>
              <a:gdLst/>
              <a:ahLst/>
              <a:cxnLst/>
              <a:rect l="l" t="t" r="r" b="b"/>
              <a:pathLst>
                <a:path w="5479" h="6073" extrusionOk="0">
                  <a:moveTo>
                    <a:pt x="3835" y="1"/>
                  </a:moveTo>
                  <a:cubicBezTo>
                    <a:pt x="2214" y="1667"/>
                    <a:pt x="913" y="3630"/>
                    <a:pt x="0" y="5753"/>
                  </a:cubicBezTo>
                  <a:cubicBezTo>
                    <a:pt x="730" y="5913"/>
                    <a:pt x="1507" y="6027"/>
                    <a:pt x="2260" y="6072"/>
                  </a:cubicBezTo>
                  <a:cubicBezTo>
                    <a:pt x="3081" y="4269"/>
                    <a:pt x="4154" y="2603"/>
                    <a:pt x="5478" y="1119"/>
                  </a:cubicBezTo>
                  <a:cubicBezTo>
                    <a:pt x="4907" y="777"/>
                    <a:pt x="4360" y="389"/>
                    <a:pt x="383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5" name="Google Shape;7915;p57"/>
            <p:cNvSpPr/>
            <p:nvPr/>
          </p:nvSpPr>
          <p:spPr>
            <a:xfrm>
              <a:off x="7295250" y="2804738"/>
              <a:ext cx="136975" cy="151825"/>
            </a:xfrm>
            <a:custGeom>
              <a:avLst/>
              <a:gdLst/>
              <a:ahLst/>
              <a:cxnLst/>
              <a:rect l="l" t="t" r="r" b="b"/>
              <a:pathLst>
                <a:path w="5479" h="6073" extrusionOk="0">
                  <a:moveTo>
                    <a:pt x="3835" y="1"/>
                  </a:moveTo>
                  <a:cubicBezTo>
                    <a:pt x="2214" y="1667"/>
                    <a:pt x="913" y="3630"/>
                    <a:pt x="0" y="5753"/>
                  </a:cubicBezTo>
                  <a:cubicBezTo>
                    <a:pt x="730" y="5913"/>
                    <a:pt x="1507" y="6027"/>
                    <a:pt x="2260" y="6072"/>
                  </a:cubicBezTo>
                  <a:cubicBezTo>
                    <a:pt x="3081" y="4269"/>
                    <a:pt x="4154" y="2603"/>
                    <a:pt x="5478" y="1119"/>
                  </a:cubicBezTo>
                  <a:cubicBezTo>
                    <a:pt x="4907" y="777"/>
                    <a:pt x="4360" y="389"/>
                    <a:pt x="383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6" name="Google Shape;7916;p57"/>
            <p:cNvSpPr/>
            <p:nvPr/>
          </p:nvSpPr>
          <p:spPr>
            <a:xfrm>
              <a:off x="7295250" y="2804738"/>
              <a:ext cx="136975" cy="151825"/>
            </a:xfrm>
            <a:custGeom>
              <a:avLst/>
              <a:gdLst/>
              <a:ahLst/>
              <a:cxnLst/>
              <a:rect l="l" t="t" r="r" b="b"/>
              <a:pathLst>
                <a:path w="5479" h="6073" extrusionOk="0">
                  <a:moveTo>
                    <a:pt x="3835" y="1"/>
                  </a:moveTo>
                  <a:cubicBezTo>
                    <a:pt x="2214" y="1667"/>
                    <a:pt x="913" y="3630"/>
                    <a:pt x="0" y="5753"/>
                  </a:cubicBezTo>
                  <a:cubicBezTo>
                    <a:pt x="730" y="5913"/>
                    <a:pt x="1507" y="6027"/>
                    <a:pt x="2260" y="6072"/>
                  </a:cubicBezTo>
                  <a:cubicBezTo>
                    <a:pt x="3081" y="4269"/>
                    <a:pt x="4154" y="2603"/>
                    <a:pt x="5478" y="1119"/>
                  </a:cubicBezTo>
                  <a:cubicBezTo>
                    <a:pt x="4907" y="777"/>
                    <a:pt x="4360" y="389"/>
                    <a:pt x="3835"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7" name="Google Shape;7917;p57"/>
            <p:cNvSpPr/>
            <p:nvPr/>
          </p:nvSpPr>
          <p:spPr>
            <a:xfrm>
              <a:off x="7391100" y="2730563"/>
              <a:ext cx="120425" cy="102175"/>
            </a:xfrm>
            <a:custGeom>
              <a:avLst/>
              <a:gdLst/>
              <a:ahLst/>
              <a:cxnLst/>
              <a:rect l="l" t="t" r="r" b="b"/>
              <a:pathLst>
                <a:path w="4817" h="4087" extrusionOk="0">
                  <a:moveTo>
                    <a:pt x="3584" y="1"/>
                  </a:moveTo>
                  <a:cubicBezTo>
                    <a:pt x="2260" y="845"/>
                    <a:pt x="1051" y="1849"/>
                    <a:pt x="1" y="2968"/>
                  </a:cubicBezTo>
                  <a:cubicBezTo>
                    <a:pt x="526" y="3356"/>
                    <a:pt x="1073" y="3744"/>
                    <a:pt x="1644" y="4086"/>
                  </a:cubicBezTo>
                  <a:cubicBezTo>
                    <a:pt x="2580" y="3013"/>
                    <a:pt x="3653" y="2055"/>
                    <a:pt x="4817" y="1210"/>
                  </a:cubicBezTo>
                  <a:cubicBezTo>
                    <a:pt x="4383" y="822"/>
                    <a:pt x="3972" y="411"/>
                    <a:pt x="358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8" name="Google Shape;7918;p57"/>
            <p:cNvSpPr/>
            <p:nvPr/>
          </p:nvSpPr>
          <p:spPr>
            <a:xfrm>
              <a:off x="7391100" y="2730563"/>
              <a:ext cx="120425" cy="102175"/>
            </a:xfrm>
            <a:custGeom>
              <a:avLst/>
              <a:gdLst/>
              <a:ahLst/>
              <a:cxnLst/>
              <a:rect l="l" t="t" r="r" b="b"/>
              <a:pathLst>
                <a:path w="4817" h="4087" extrusionOk="0">
                  <a:moveTo>
                    <a:pt x="1" y="2968"/>
                  </a:moveTo>
                  <a:cubicBezTo>
                    <a:pt x="526" y="3356"/>
                    <a:pt x="1073" y="3744"/>
                    <a:pt x="1644" y="4086"/>
                  </a:cubicBezTo>
                  <a:lnTo>
                    <a:pt x="1644" y="4086"/>
                  </a:lnTo>
                  <a:cubicBezTo>
                    <a:pt x="2580" y="3013"/>
                    <a:pt x="3653" y="2055"/>
                    <a:pt x="4817" y="1210"/>
                  </a:cubicBezTo>
                  <a:lnTo>
                    <a:pt x="4817" y="1210"/>
                  </a:lnTo>
                  <a:cubicBezTo>
                    <a:pt x="4383" y="822"/>
                    <a:pt x="3972" y="411"/>
                    <a:pt x="3584" y="1"/>
                  </a:cubicBezTo>
                  <a:lnTo>
                    <a:pt x="3584" y="1"/>
                  </a:lnTo>
                  <a:cubicBezTo>
                    <a:pt x="2260" y="845"/>
                    <a:pt x="1051" y="1849"/>
                    <a:pt x="1" y="2968"/>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9" name="Google Shape;7919;p57"/>
            <p:cNvSpPr/>
            <p:nvPr/>
          </p:nvSpPr>
          <p:spPr>
            <a:xfrm>
              <a:off x="7391100" y="2730563"/>
              <a:ext cx="120425" cy="102175"/>
            </a:xfrm>
            <a:custGeom>
              <a:avLst/>
              <a:gdLst/>
              <a:ahLst/>
              <a:cxnLst/>
              <a:rect l="l" t="t" r="r" b="b"/>
              <a:pathLst>
                <a:path w="4817" h="4087" extrusionOk="0">
                  <a:moveTo>
                    <a:pt x="3584" y="1"/>
                  </a:moveTo>
                  <a:cubicBezTo>
                    <a:pt x="2260" y="845"/>
                    <a:pt x="1051" y="1849"/>
                    <a:pt x="1" y="2968"/>
                  </a:cubicBezTo>
                  <a:cubicBezTo>
                    <a:pt x="526" y="3356"/>
                    <a:pt x="1073" y="3744"/>
                    <a:pt x="1644" y="4086"/>
                  </a:cubicBezTo>
                  <a:cubicBezTo>
                    <a:pt x="2580" y="3013"/>
                    <a:pt x="3653" y="2055"/>
                    <a:pt x="4817" y="1210"/>
                  </a:cubicBezTo>
                  <a:cubicBezTo>
                    <a:pt x="4383" y="822"/>
                    <a:pt x="3972" y="411"/>
                    <a:pt x="358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0" name="Google Shape;7920;p57"/>
            <p:cNvSpPr/>
            <p:nvPr/>
          </p:nvSpPr>
          <p:spPr>
            <a:xfrm>
              <a:off x="7391100" y="2730563"/>
              <a:ext cx="120425" cy="102175"/>
            </a:xfrm>
            <a:custGeom>
              <a:avLst/>
              <a:gdLst/>
              <a:ahLst/>
              <a:cxnLst/>
              <a:rect l="l" t="t" r="r" b="b"/>
              <a:pathLst>
                <a:path w="4817" h="4087" extrusionOk="0">
                  <a:moveTo>
                    <a:pt x="3584" y="1"/>
                  </a:moveTo>
                  <a:cubicBezTo>
                    <a:pt x="2260" y="845"/>
                    <a:pt x="1051" y="1849"/>
                    <a:pt x="1" y="2968"/>
                  </a:cubicBezTo>
                  <a:cubicBezTo>
                    <a:pt x="526" y="3356"/>
                    <a:pt x="1073" y="3744"/>
                    <a:pt x="1644" y="4086"/>
                  </a:cubicBezTo>
                  <a:cubicBezTo>
                    <a:pt x="2580" y="3013"/>
                    <a:pt x="3653" y="2055"/>
                    <a:pt x="4817" y="1210"/>
                  </a:cubicBezTo>
                  <a:cubicBezTo>
                    <a:pt x="4383" y="822"/>
                    <a:pt x="3972" y="411"/>
                    <a:pt x="358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1" name="Google Shape;7921;p57"/>
            <p:cNvSpPr/>
            <p:nvPr/>
          </p:nvSpPr>
          <p:spPr>
            <a:xfrm>
              <a:off x="7391100" y="2730563"/>
              <a:ext cx="120425" cy="102175"/>
            </a:xfrm>
            <a:custGeom>
              <a:avLst/>
              <a:gdLst/>
              <a:ahLst/>
              <a:cxnLst/>
              <a:rect l="l" t="t" r="r" b="b"/>
              <a:pathLst>
                <a:path w="4817" h="4087" extrusionOk="0">
                  <a:moveTo>
                    <a:pt x="3584" y="1"/>
                  </a:moveTo>
                  <a:cubicBezTo>
                    <a:pt x="2260" y="845"/>
                    <a:pt x="1051" y="1849"/>
                    <a:pt x="1" y="2968"/>
                  </a:cubicBezTo>
                  <a:cubicBezTo>
                    <a:pt x="526" y="3356"/>
                    <a:pt x="1073" y="3744"/>
                    <a:pt x="1644" y="4086"/>
                  </a:cubicBezTo>
                  <a:cubicBezTo>
                    <a:pt x="2580" y="3013"/>
                    <a:pt x="3653" y="2055"/>
                    <a:pt x="4817" y="1210"/>
                  </a:cubicBezTo>
                  <a:cubicBezTo>
                    <a:pt x="4383" y="822"/>
                    <a:pt x="3972" y="411"/>
                    <a:pt x="358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2" name="Google Shape;7922;p57"/>
            <p:cNvSpPr/>
            <p:nvPr/>
          </p:nvSpPr>
          <p:spPr>
            <a:xfrm>
              <a:off x="7391100" y="2730563"/>
              <a:ext cx="120425" cy="102175"/>
            </a:xfrm>
            <a:custGeom>
              <a:avLst/>
              <a:gdLst/>
              <a:ahLst/>
              <a:cxnLst/>
              <a:rect l="l" t="t" r="r" b="b"/>
              <a:pathLst>
                <a:path w="4817" h="4087" extrusionOk="0">
                  <a:moveTo>
                    <a:pt x="3584" y="1"/>
                  </a:moveTo>
                  <a:cubicBezTo>
                    <a:pt x="2260" y="845"/>
                    <a:pt x="1051" y="1849"/>
                    <a:pt x="1" y="2968"/>
                  </a:cubicBezTo>
                  <a:cubicBezTo>
                    <a:pt x="526" y="3356"/>
                    <a:pt x="1073" y="3744"/>
                    <a:pt x="1644" y="4086"/>
                  </a:cubicBezTo>
                  <a:cubicBezTo>
                    <a:pt x="2580" y="3013"/>
                    <a:pt x="3653" y="2055"/>
                    <a:pt x="4817" y="1210"/>
                  </a:cubicBezTo>
                  <a:cubicBezTo>
                    <a:pt x="4383" y="822"/>
                    <a:pt x="3972" y="411"/>
                    <a:pt x="3584"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3" name="Google Shape;7923;p57"/>
            <p:cNvSpPr/>
            <p:nvPr/>
          </p:nvSpPr>
          <p:spPr>
            <a:xfrm>
              <a:off x="7480700" y="2682638"/>
              <a:ext cx="103300" cy="78200"/>
            </a:xfrm>
            <a:custGeom>
              <a:avLst/>
              <a:gdLst/>
              <a:ahLst/>
              <a:cxnLst/>
              <a:rect l="l" t="t" r="r" b="b"/>
              <a:pathLst>
                <a:path w="4132" h="3128" extrusionOk="0">
                  <a:moveTo>
                    <a:pt x="3881" y="0"/>
                  </a:moveTo>
                  <a:cubicBezTo>
                    <a:pt x="2488" y="502"/>
                    <a:pt x="1210" y="1164"/>
                    <a:pt x="0" y="1918"/>
                  </a:cubicBezTo>
                  <a:cubicBezTo>
                    <a:pt x="388" y="2328"/>
                    <a:pt x="799" y="2739"/>
                    <a:pt x="1233" y="3127"/>
                  </a:cubicBezTo>
                  <a:cubicBezTo>
                    <a:pt x="2146" y="2465"/>
                    <a:pt x="3105" y="1895"/>
                    <a:pt x="4132" y="1393"/>
                  </a:cubicBezTo>
                  <a:cubicBezTo>
                    <a:pt x="4063" y="936"/>
                    <a:pt x="3972" y="480"/>
                    <a:pt x="388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4" name="Google Shape;7924;p57"/>
            <p:cNvSpPr/>
            <p:nvPr/>
          </p:nvSpPr>
          <p:spPr>
            <a:xfrm>
              <a:off x="7480700" y="2682638"/>
              <a:ext cx="103300" cy="78200"/>
            </a:xfrm>
            <a:custGeom>
              <a:avLst/>
              <a:gdLst/>
              <a:ahLst/>
              <a:cxnLst/>
              <a:rect l="l" t="t" r="r" b="b"/>
              <a:pathLst>
                <a:path w="4132" h="3128" extrusionOk="0">
                  <a:moveTo>
                    <a:pt x="0" y="1918"/>
                  </a:moveTo>
                  <a:cubicBezTo>
                    <a:pt x="388" y="2328"/>
                    <a:pt x="799" y="2739"/>
                    <a:pt x="1233" y="3127"/>
                  </a:cubicBezTo>
                  <a:lnTo>
                    <a:pt x="1233" y="3127"/>
                  </a:lnTo>
                  <a:cubicBezTo>
                    <a:pt x="2146" y="2465"/>
                    <a:pt x="3105" y="1895"/>
                    <a:pt x="4132" y="1393"/>
                  </a:cubicBezTo>
                  <a:lnTo>
                    <a:pt x="4132" y="1393"/>
                  </a:lnTo>
                  <a:cubicBezTo>
                    <a:pt x="4063" y="936"/>
                    <a:pt x="3972" y="480"/>
                    <a:pt x="3881" y="0"/>
                  </a:cubicBezTo>
                  <a:lnTo>
                    <a:pt x="3881" y="0"/>
                  </a:lnTo>
                  <a:cubicBezTo>
                    <a:pt x="2488" y="502"/>
                    <a:pt x="1210" y="1164"/>
                    <a:pt x="0" y="1918"/>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5" name="Google Shape;7925;p57"/>
            <p:cNvSpPr/>
            <p:nvPr/>
          </p:nvSpPr>
          <p:spPr>
            <a:xfrm>
              <a:off x="7480700" y="2682638"/>
              <a:ext cx="103300" cy="78200"/>
            </a:xfrm>
            <a:custGeom>
              <a:avLst/>
              <a:gdLst/>
              <a:ahLst/>
              <a:cxnLst/>
              <a:rect l="l" t="t" r="r" b="b"/>
              <a:pathLst>
                <a:path w="4132" h="3128" extrusionOk="0">
                  <a:moveTo>
                    <a:pt x="3881" y="0"/>
                  </a:moveTo>
                  <a:cubicBezTo>
                    <a:pt x="2488" y="502"/>
                    <a:pt x="1210" y="1164"/>
                    <a:pt x="0" y="1918"/>
                  </a:cubicBezTo>
                  <a:cubicBezTo>
                    <a:pt x="388" y="2328"/>
                    <a:pt x="799" y="2739"/>
                    <a:pt x="1233" y="3127"/>
                  </a:cubicBezTo>
                  <a:cubicBezTo>
                    <a:pt x="2146" y="2465"/>
                    <a:pt x="3105" y="1895"/>
                    <a:pt x="4132" y="1393"/>
                  </a:cubicBezTo>
                  <a:cubicBezTo>
                    <a:pt x="4063" y="936"/>
                    <a:pt x="3972" y="480"/>
                    <a:pt x="388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6" name="Google Shape;7926;p57"/>
            <p:cNvSpPr/>
            <p:nvPr/>
          </p:nvSpPr>
          <p:spPr>
            <a:xfrm>
              <a:off x="7480700" y="2682638"/>
              <a:ext cx="103300" cy="78200"/>
            </a:xfrm>
            <a:custGeom>
              <a:avLst/>
              <a:gdLst/>
              <a:ahLst/>
              <a:cxnLst/>
              <a:rect l="l" t="t" r="r" b="b"/>
              <a:pathLst>
                <a:path w="4132" h="3128" extrusionOk="0">
                  <a:moveTo>
                    <a:pt x="3881" y="0"/>
                  </a:moveTo>
                  <a:cubicBezTo>
                    <a:pt x="2488" y="502"/>
                    <a:pt x="1210" y="1164"/>
                    <a:pt x="0" y="1918"/>
                  </a:cubicBezTo>
                  <a:cubicBezTo>
                    <a:pt x="388" y="2328"/>
                    <a:pt x="799" y="2739"/>
                    <a:pt x="1233" y="3127"/>
                  </a:cubicBezTo>
                  <a:cubicBezTo>
                    <a:pt x="2146" y="2465"/>
                    <a:pt x="3105" y="1895"/>
                    <a:pt x="4132" y="1393"/>
                  </a:cubicBezTo>
                  <a:cubicBezTo>
                    <a:pt x="4063" y="936"/>
                    <a:pt x="3972" y="480"/>
                    <a:pt x="388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7" name="Google Shape;7927;p57"/>
            <p:cNvSpPr/>
            <p:nvPr/>
          </p:nvSpPr>
          <p:spPr>
            <a:xfrm>
              <a:off x="7480700" y="2682638"/>
              <a:ext cx="103300" cy="78200"/>
            </a:xfrm>
            <a:custGeom>
              <a:avLst/>
              <a:gdLst/>
              <a:ahLst/>
              <a:cxnLst/>
              <a:rect l="l" t="t" r="r" b="b"/>
              <a:pathLst>
                <a:path w="4132" h="3128" extrusionOk="0">
                  <a:moveTo>
                    <a:pt x="3881" y="0"/>
                  </a:moveTo>
                  <a:cubicBezTo>
                    <a:pt x="2488" y="502"/>
                    <a:pt x="1210" y="1164"/>
                    <a:pt x="0" y="1918"/>
                  </a:cubicBezTo>
                  <a:cubicBezTo>
                    <a:pt x="388" y="2328"/>
                    <a:pt x="799" y="2739"/>
                    <a:pt x="1233" y="3127"/>
                  </a:cubicBezTo>
                  <a:cubicBezTo>
                    <a:pt x="2146" y="2465"/>
                    <a:pt x="3105" y="1895"/>
                    <a:pt x="4132" y="1393"/>
                  </a:cubicBezTo>
                  <a:cubicBezTo>
                    <a:pt x="4063" y="936"/>
                    <a:pt x="3972" y="480"/>
                    <a:pt x="388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8" name="Google Shape;7928;p57"/>
            <p:cNvSpPr/>
            <p:nvPr/>
          </p:nvSpPr>
          <p:spPr>
            <a:xfrm>
              <a:off x="7480700" y="2682638"/>
              <a:ext cx="103300" cy="78200"/>
            </a:xfrm>
            <a:custGeom>
              <a:avLst/>
              <a:gdLst/>
              <a:ahLst/>
              <a:cxnLst/>
              <a:rect l="l" t="t" r="r" b="b"/>
              <a:pathLst>
                <a:path w="4132" h="3128" extrusionOk="0">
                  <a:moveTo>
                    <a:pt x="3881" y="0"/>
                  </a:moveTo>
                  <a:cubicBezTo>
                    <a:pt x="2488" y="502"/>
                    <a:pt x="1210" y="1164"/>
                    <a:pt x="0" y="1918"/>
                  </a:cubicBezTo>
                  <a:cubicBezTo>
                    <a:pt x="388" y="2328"/>
                    <a:pt x="799" y="2739"/>
                    <a:pt x="1233" y="3127"/>
                  </a:cubicBezTo>
                  <a:cubicBezTo>
                    <a:pt x="2146" y="2465"/>
                    <a:pt x="3105" y="1895"/>
                    <a:pt x="4132" y="1393"/>
                  </a:cubicBezTo>
                  <a:cubicBezTo>
                    <a:pt x="4063" y="936"/>
                    <a:pt x="3972" y="480"/>
                    <a:pt x="388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9" name="Google Shape;7929;p57"/>
            <p:cNvSpPr/>
            <p:nvPr/>
          </p:nvSpPr>
          <p:spPr>
            <a:xfrm>
              <a:off x="7480700" y="2682638"/>
              <a:ext cx="103300" cy="78200"/>
            </a:xfrm>
            <a:custGeom>
              <a:avLst/>
              <a:gdLst/>
              <a:ahLst/>
              <a:cxnLst/>
              <a:rect l="l" t="t" r="r" b="b"/>
              <a:pathLst>
                <a:path w="4132" h="3128" extrusionOk="0">
                  <a:moveTo>
                    <a:pt x="3881" y="0"/>
                  </a:moveTo>
                  <a:cubicBezTo>
                    <a:pt x="2488" y="502"/>
                    <a:pt x="1210" y="1164"/>
                    <a:pt x="0" y="1918"/>
                  </a:cubicBezTo>
                  <a:cubicBezTo>
                    <a:pt x="388" y="2328"/>
                    <a:pt x="799" y="2739"/>
                    <a:pt x="1233" y="3127"/>
                  </a:cubicBezTo>
                  <a:cubicBezTo>
                    <a:pt x="2146" y="2465"/>
                    <a:pt x="3105" y="1895"/>
                    <a:pt x="4132" y="1393"/>
                  </a:cubicBezTo>
                  <a:cubicBezTo>
                    <a:pt x="4063" y="936"/>
                    <a:pt x="3972" y="480"/>
                    <a:pt x="388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0" name="Google Shape;7930;p57"/>
            <p:cNvSpPr/>
            <p:nvPr/>
          </p:nvSpPr>
          <p:spPr>
            <a:xfrm>
              <a:off x="7315200" y="2957113"/>
              <a:ext cx="129575" cy="211150"/>
            </a:xfrm>
            <a:custGeom>
              <a:avLst/>
              <a:gdLst/>
              <a:ahLst/>
              <a:cxnLst/>
              <a:rect l="l" t="t" r="r" b="b"/>
              <a:pathLst>
                <a:path w="5183" h="8446" extrusionOk="0">
                  <a:moveTo>
                    <a:pt x="5182" y="0"/>
                  </a:moveTo>
                  <a:lnTo>
                    <a:pt x="5182" y="0"/>
                  </a:lnTo>
                  <a:cubicBezTo>
                    <a:pt x="3950" y="616"/>
                    <a:pt x="2626" y="1096"/>
                    <a:pt x="1233" y="1438"/>
                  </a:cubicBezTo>
                  <a:cubicBezTo>
                    <a:pt x="1097" y="1461"/>
                    <a:pt x="982" y="1484"/>
                    <a:pt x="845" y="1529"/>
                  </a:cubicBezTo>
                  <a:cubicBezTo>
                    <a:pt x="480" y="2579"/>
                    <a:pt x="184" y="3652"/>
                    <a:pt x="1" y="4748"/>
                  </a:cubicBezTo>
                  <a:cubicBezTo>
                    <a:pt x="252" y="5433"/>
                    <a:pt x="457" y="6140"/>
                    <a:pt x="640" y="6848"/>
                  </a:cubicBezTo>
                  <a:cubicBezTo>
                    <a:pt x="686" y="7053"/>
                    <a:pt x="731" y="7259"/>
                    <a:pt x="777" y="7464"/>
                  </a:cubicBezTo>
                  <a:cubicBezTo>
                    <a:pt x="1370" y="7898"/>
                    <a:pt x="2078" y="8263"/>
                    <a:pt x="2854" y="8446"/>
                  </a:cubicBezTo>
                  <a:cubicBezTo>
                    <a:pt x="2991" y="5455"/>
                    <a:pt x="3813" y="2579"/>
                    <a:pt x="518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1" name="Google Shape;7931;p57"/>
            <p:cNvSpPr/>
            <p:nvPr/>
          </p:nvSpPr>
          <p:spPr>
            <a:xfrm>
              <a:off x="7315200" y="2957113"/>
              <a:ext cx="129575" cy="211150"/>
            </a:xfrm>
            <a:custGeom>
              <a:avLst/>
              <a:gdLst/>
              <a:ahLst/>
              <a:cxnLst/>
              <a:rect l="l" t="t" r="r" b="b"/>
              <a:pathLst>
                <a:path w="5183" h="8446" extrusionOk="0">
                  <a:moveTo>
                    <a:pt x="1233" y="1438"/>
                  </a:moveTo>
                  <a:cubicBezTo>
                    <a:pt x="1097" y="1461"/>
                    <a:pt x="982" y="1507"/>
                    <a:pt x="845" y="1529"/>
                  </a:cubicBezTo>
                  <a:lnTo>
                    <a:pt x="845" y="1529"/>
                  </a:lnTo>
                  <a:cubicBezTo>
                    <a:pt x="480" y="2579"/>
                    <a:pt x="184" y="3652"/>
                    <a:pt x="1" y="4748"/>
                  </a:cubicBezTo>
                  <a:lnTo>
                    <a:pt x="1" y="4748"/>
                  </a:lnTo>
                  <a:cubicBezTo>
                    <a:pt x="252" y="5433"/>
                    <a:pt x="457" y="6140"/>
                    <a:pt x="640" y="6848"/>
                  </a:cubicBezTo>
                  <a:lnTo>
                    <a:pt x="640" y="6848"/>
                  </a:lnTo>
                  <a:cubicBezTo>
                    <a:pt x="686" y="7053"/>
                    <a:pt x="731" y="7259"/>
                    <a:pt x="777" y="7464"/>
                  </a:cubicBezTo>
                  <a:lnTo>
                    <a:pt x="777" y="7464"/>
                  </a:lnTo>
                  <a:cubicBezTo>
                    <a:pt x="1370" y="7898"/>
                    <a:pt x="2078" y="8263"/>
                    <a:pt x="2854" y="8446"/>
                  </a:cubicBezTo>
                  <a:lnTo>
                    <a:pt x="2854" y="8446"/>
                  </a:lnTo>
                  <a:cubicBezTo>
                    <a:pt x="2991" y="5455"/>
                    <a:pt x="3790" y="2579"/>
                    <a:pt x="5182" y="0"/>
                  </a:cubicBezTo>
                  <a:lnTo>
                    <a:pt x="5182" y="0"/>
                  </a:lnTo>
                  <a:cubicBezTo>
                    <a:pt x="3950" y="616"/>
                    <a:pt x="2626" y="1096"/>
                    <a:pt x="1233" y="1438"/>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2" name="Google Shape;7932;p57"/>
            <p:cNvSpPr/>
            <p:nvPr/>
          </p:nvSpPr>
          <p:spPr>
            <a:xfrm>
              <a:off x="7315200" y="2957113"/>
              <a:ext cx="129575" cy="211150"/>
            </a:xfrm>
            <a:custGeom>
              <a:avLst/>
              <a:gdLst/>
              <a:ahLst/>
              <a:cxnLst/>
              <a:rect l="l" t="t" r="r" b="b"/>
              <a:pathLst>
                <a:path w="5183" h="8446" extrusionOk="0">
                  <a:moveTo>
                    <a:pt x="5182" y="0"/>
                  </a:moveTo>
                  <a:lnTo>
                    <a:pt x="5182" y="0"/>
                  </a:lnTo>
                  <a:cubicBezTo>
                    <a:pt x="3950" y="616"/>
                    <a:pt x="2626" y="1096"/>
                    <a:pt x="1233" y="1438"/>
                  </a:cubicBezTo>
                  <a:cubicBezTo>
                    <a:pt x="1097" y="1461"/>
                    <a:pt x="982" y="1484"/>
                    <a:pt x="845" y="1529"/>
                  </a:cubicBezTo>
                  <a:cubicBezTo>
                    <a:pt x="480" y="2579"/>
                    <a:pt x="184" y="3652"/>
                    <a:pt x="1" y="4748"/>
                  </a:cubicBezTo>
                  <a:cubicBezTo>
                    <a:pt x="252" y="5433"/>
                    <a:pt x="457" y="6140"/>
                    <a:pt x="640" y="6848"/>
                  </a:cubicBezTo>
                  <a:cubicBezTo>
                    <a:pt x="686" y="7053"/>
                    <a:pt x="731" y="7259"/>
                    <a:pt x="777" y="7464"/>
                  </a:cubicBezTo>
                  <a:cubicBezTo>
                    <a:pt x="1370" y="7898"/>
                    <a:pt x="2078" y="8263"/>
                    <a:pt x="2854" y="8446"/>
                  </a:cubicBezTo>
                  <a:cubicBezTo>
                    <a:pt x="2991" y="5455"/>
                    <a:pt x="3813" y="2579"/>
                    <a:pt x="518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3" name="Google Shape;7933;p57"/>
            <p:cNvSpPr/>
            <p:nvPr/>
          </p:nvSpPr>
          <p:spPr>
            <a:xfrm>
              <a:off x="7315200" y="2957113"/>
              <a:ext cx="129575" cy="211150"/>
            </a:xfrm>
            <a:custGeom>
              <a:avLst/>
              <a:gdLst/>
              <a:ahLst/>
              <a:cxnLst/>
              <a:rect l="l" t="t" r="r" b="b"/>
              <a:pathLst>
                <a:path w="5183" h="8446" extrusionOk="0">
                  <a:moveTo>
                    <a:pt x="5182" y="0"/>
                  </a:moveTo>
                  <a:lnTo>
                    <a:pt x="5182" y="0"/>
                  </a:lnTo>
                  <a:cubicBezTo>
                    <a:pt x="3950" y="616"/>
                    <a:pt x="2626" y="1096"/>
                    <a:pt x="1233" y="1438"/>
                  </a:cubicBezTo>
                  <a:cubicBezTo>
                    <a:pt x="1097" y="1461"/>
                    <a:pt x="982" y="1484"/>
                    <a:pt x="845" y="1529"/>
                  </a:cubicBezTo>
                  <a:cubicBezTo>
                    <a:pt x="480" y="2579"/>
                    <a:pt x="184" y="3652"/>
                    <a:pt x="1" y="4748"/>
                  </a:cubicBezTo>
                  <a:cubicBezTo>
                    <a:pt x="252" y="5433"/>
                    <a:pt x="457" y="6140"/>
                    <a:pt x="640" y="6848"/>
                  </a:cubicBezTo>
                  <a:cubicBezTo>
                    <a:pt x="686" y="7053"/>
                    <a:pt x="731" y="7259"/>
                    <a:pt x="777" y="7464"/>
                  </a:cubicBezTo>
                  <a:cubicBezTo>
                    <a:pt x="1370" y="7898"/>
                    <a:pt x="2078" y="8263"/>
                    <a:pt x="2854" y="8446"/>
                  </a:cubicBezTo>
                  <a:cubicBezTo>
                    <a:pt x="2991" y="5455"/>
                    <a:pt x="3813" y="2579"/>
                    <a:pt x="518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4" name="Google Shape;7934;p57"/>
            <p:cNvSpPr/>
            <p:nvPr/>
          </p:nvSpPr>
          <p:spPr>
            <a:xfrm>
              <a:off x="7309500" y="3075788"/>
              <a:ext cx="25125" cy="67950"/>
            </a:xfrm>
            <a:custGeom>
              <a:avLst/>
              <a:gdLst/>
              <a:ahLst/>
              <a:cxnLst/>
              <a:rect l="l" t="t" r="r" b="b"/>
              <a:pathLst>
                <a:path w="1005" h="2718" extrusionOk="0">
                  <a:moveTo>
                    <a:pt x="229" y="1"/>
                  </a:moveTo>
                  <a:cubicBezTo>
                    <a:pt x="115" y="640"/>
                    <a:pt x="46" y="1256"/>
                    <a:pt x="1" y="1895"/>
                  </a:cubicBezTo>
                  <a:cubicBezTo>
                    <a:pt x="297" y="2169"/>
                    <a:pt x="617" y="2466"/>
                    <a:pt x="1005" y="2717"/>
                  </a:cubicBezTo>
                  <a:cubicBezTo>
                    <a:pt x="959" y="2512"/>
                    <a:pt x="914" y="2306"/>
                    <a:pt x="868" y="2101"/>
                  </a:cubicBezTo>
                  <a:cubicBezTo>
                    <a:pt x="685" y="1393"/>
                    <a:pt x="480" y="686"/>
                    <a:pt x="229" y="1"/>
                  </a:cubicBezTo>
                  <a:close/>
                </a:path>
              </a:pathLst>
            </a:custGeom>
            <a:solidFill>
              <a:srgbClr val="3EE7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5" name="Google Shape;7935;p57"/>
            <p:cNvSpPr/>
            <p:nvPr/>
          </p:nvSpPr>
          <p:spPr>
            <a:xfrm>
              <a:off x="7309500" y="3075788"/>
              <a:ext cx="25125" cy="67950"/>
            </a:xfrm>
            <a:custGeom>
              <a:avLst/>
              <a:gdLst/>
              <a:ahLst/>
              <a:cxnLst/>
              <a:rect l="l" t="t" r="r" b="b"/>
              <a:pathLst>
                <a:path w="1005" h="2718" extrusionOk="0">
                  <a:moveTo>
                    <a:pt x="1" y="1895"/>
                  </a:moveTo>
                  <a:cubicBezTo>
                    <a:pt x="297" y="2169"/>
                    <a:pt x="617" y="2466"/>
                    <a:pt x="1005" y="2717"/>
                  </a:cubicBezTo>
                  <a:lnTo>
                    <a:pt x="1005" y="2717"/>
                  </a:lnTo>
                  <a:cubicBezTo>
                    <a:pt x="959" y="2512"/>
                    <a:pt x="914" y="2306"/>
                    <a:pt x="868" y="2101"/>
                  </a:cubicBezTo>
                  <a:lnTo>
                    <a:pt x="868" y="2101"/>
                  </a:lnTo>
                  <a:cubicBezTo>
                    <a:pt x="685" y="1393"/>
                    <a:pt x="480" y="686"/>
                    <a:pt x="229" y="1"/>
                  </a:cubicBezTo>
                  <a:lnTo>
                    <a:pt x="229" y="1"/>
                  </a:lnTo>
                  <a:cubicBezTo>
                    <a:pt x="115" y="640"/>
                    <a:pt x="46" y="1256"/>
                    <a:pt x="1" y="1895"/>
                  </a:cubicBezTo>
                </a:path>
              </a:pathLst>
            </a:custGeom>
            <a:solidFill>
              <a:srgbClr val="05A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6" name="Google Shape;7936;p57"/>
            <p:cNvSpPr/>
            <p:nvPr/>
          </p:nvSpPr>
          <p:spPr>
            <a:xfrm>
              <a:off x="7309500" y="3075788"/>
              <a:ext cx="25125" cy="67950"/>
            </a:xfrm>
            <a:custGeom>
              <a:avLst/>
              <a:gdLst/>
              <a:ahLst/>
              <a:cxnLst/>
              <a:rect l="l" t="t" r="r" b="b"/>
              <a:pathLst>
                <a:path w="1005" h="2718" extrusionOk="0">
                  <a:moveTo>
                    <a:pt x="229" y="1"/>
                  </a:moveTo>
                  <a:cubicBezTo>
                    <a:pt x="115" y="640"/>
                    <a:pt x="46" y="1256"/>
                    <a:pt x="1" y="1895"/>
                  </a:cubicBezTo>
                  <a:cubicBezTo>
                    <a:pt x="297" y="2169"/>
                    <a:pt x="617" y="2466"/>
                    <a:pt x="1005" y="2717"/>
                  </a:cubicBezTo>
                  <a:cubicBezTo>
                    <a:pt x="959" y="2512"/>
                    <a:pt x="914" y="2306"/>
                    <a:pt x="868" y="2101"/>
                  </a:cubicBezTo>
                  <a:cubicBezTo>
                    <a:pt x="685" y="1393"/>
                    <a:pt x="480" y="686"/>
                    <a:pt x="229"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7" name="Google Shape;7937;p57"/>
            <p:cNvSpPr/>
            <p:nvPr/>
          </p:nvSpPr>
          <p:spPr>
            <a:xfrm>
              <a:off x="7336325" y="2955388"/>
              <a:ext cx="109575" cy="39975"/>
            </a:xfrm>
            <a:custGeom>
              <a:avLst/>
              <a:gdLst/>
              <a:ahLst/>
              <a:cxnLst/>
              <a:rect l="l" t="t" r="r" b="b"/>
              <a:pathLst>
                <a:path w="4383" h="1599" extrusionOk="0">
                  <a:moveTo>
                    <a:pt x="4383" y="1"/>
                  </a:moveTo>
                  <a:cubicBezTo>
                    <a:pt x="3670" y="78"/>
                    <a:pt x="2950" y="119"/>
                    <a:pt x="2235" y="119"/>
                  </a:cubicBezTo>
                  <a:cubicBezTo>
                    <a:pt x="1691" y="119"/>
                    <a:pt x="1150" y="96"/>
                    <a:pt x="617" y="46"/>
                  </a:cubicBezTo>
                  <a:cubicBezTo>
                    <a:pt x="388" y="549"/>
                    <a:pt x="183" y="1073"/>
                    <a:pt x="0" y="1598"/>
                  </a:cubicBezTo>
                  <a:cubicBezTo>
                    <a:pt x="137" y="1553"/>
                    <a:pt x="252" y="1530"/>
                    <a:pt x="388" y="1507"/>
                  </a:cubicBezTo>
                  <a:cubicBezTo>
                    <a:pt x="1781" y="1165"/>
                    <a:pt x="3105" y="685"/>
                    <a:pt x="4337" y="69"/>
                  </a:cubicBezTo>
                  <a:cubicBezTo>
                    <a:pt x="4360" y="46"/>
                    <a:pt x="4360" y="24"/>
                    <a:pt x="438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8" name="Google Shape;7938;p57"/>
            <p:cNvSpPr/>
            <p:nvPr/>
          </p:nvSpPr>
          <p:spPr>
            <a:xfrm>
              <a:off x="7336325" y="2955388"/>
              <a:ext cx="109575" cy="39975"/>
            </a:xfrm>
            <a:custGeom>
              <a:avLst/>
              <a:gdLst/>
              <a:ahLst/>
              <a:cxnLst/>
              <a:rect l="l" t="t" r="r" b="b"/>
              <a:pathLst>
                <a:path w="4383" h="1599" extrusionOk="0">
                  <a:moveTo>
                    <a:pt x="617" y="46"/>
                  </a:moveTo>
                  <a:cubicBezTo>
                    <a:pt x="388" y="549"/>
                    <a:pt x="183" y="1073"/>
                    <a:pt x="0" y="1598"/>
                  </a:cubicBezTo>
                  <a:lnTo>
                    <a:pt x="0" y="1598"/>
                  </a:lnTo>
                  <a:cubicBezTo>
                    <a:pt x="137" y="1576"/>
                    <a:pt x="252" y="1530"/>
                    <a:pt x="388" y="1507"/>
                  </a:cubicBezTo>
                  <a:lnTo>
                    <a:pt x="388" y="1507"/>
                  </a:lnTo>
                  <a:cubicBezTo>
                    <a:pt x="1781" y="1165"/>
                    <a:pt x="3105" y="685"/>
                    <a:pt x="4337" y="69"/>
                  </a:cubicBezTo>
                  <a:lnTo>
                    <a:pt x="4337" y="69"/>
                  </a:lnTo>
                  <a:cubicBezTo>
                    <a:pt x="4360" y="46"/>
                    <a:pt x="4360" y="24"/>
                    <a:pt x="4383" y="1"/>
                  </a:cubicBezTo>
                  <a:lnTo>
                    <a:pt x="4383" y="1"/>
                  </a:lnTo>
                  <a:cubicBezTo>
                    <a:pt x="3128" y="138"/>
                    <a:pt x="1849" y="160"/>
                    <a:pt x="617" y="46"/>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9" name="Google Shape;7939;p57"/>
            <p:cNvSpPr/>
            <p:nvPr/>
          </p:nvSpPr>
          <p:spPr>
            <a:xfrm>
              <a:off x="7336325" y="2955388"/>
              <a:ext cx="109575" cy="39975"/>
            </a:xfrm>
            <a:custGeom>
              <a:avLst/>
              <a:gdLst/>
              <a:ahLst/>
              <a:cxnLst/>
              <a:rect l="l" t="t" r="r" b="b"/>
              <a:pathLst>
                <a:path w="4383" h="1599" extrusionOk="0">
                  <a:moveTo>
                    <a:pt x="4383" y="1"/>
                  </a:moveTo>
                  <a:cubicBezTo>
                    <a:pt x="3670" y="78"/>
                    <a:pt x="2950" y="119"/>
                    <a:pt x="2235" y="119"/>
                  </a:cubicBezTo>
                  <a:cubicBezTo>
                    <a:pt x="1691" y="119"/>
                    <a:pt x="1150" y="96"/>
                    <a:pt x="617" y="46"/>
                  </a:cubicBezTo>
                  <a:cubicBezTo>
                    <a:pt x="388" y="549"/>
                    <a:pt x="183" y="1073"/>
                    <a:pt x="0" y="1598"/>
                  </a:cubicBezTo>
                  <a:cubicBezTo>
                    <a:pt x="137" y="1553"/>
                    <a:pt x="252" y="1530"/>
                    <a:pt x="388" y="1507"/>
                  </a:cubicBezTo>
                  <a:cubicBezTo>
                    <a:pt x="1781" y="1165"/>
                    <a:pt x="3105" y="685"/>
                    <a:pt x="4337" y="69"/>
                  </a:cubicBezTo>
                  <a:cubicBezTo>
                    <a:pt x="4360" y="46"/>
                    <a:pt x="4360" y="24"/>
                    <a:pt x="438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0" name="Google Shape;7940;p57"/>
            <p:cNvSpPr/>
            <p:nvPr/>
          </p:nvSpPr>
          <p:spPr>
            <a:xfrm>
              <a:off x="7336325" y="2955388"/>
              <a:ext cx="109575" cy="39975"/>
            </a:xfrm>
            <a:custGeom>
              <a:avLst/>
              <a:gdLst/>
              <a:ahLst/>
              <a:cxnLst/>
              <a:rect l="l" t="t" r="r" b="b"/>
              <a:pathLst>
                <a:path w="4383" h="1599" extrusionOk="0">
                  <a:moveTo>
                    <a:pt x="4383" y="1"/>
                  </a:moveTo>
                  <a:cubicBezTo>
                    <a:pt x="3670" y="78"/>
                    <a:pt x="2950" y="119"/>
                    <a:pt x="2235" y="119"/>
                  </a:cubicBezTo>
                  <a:cubicBezTo>
                    <a:pt x="1691" y="119"/>
                    <a:pt x="1150" y="96"/>
                    <a:pt x="617" y="46"/>
                  </a:cubicBezTo>
                  <a:cubicBezTo>
                    <a:pt x="388" y="549"/>
                    <a:pt x="183" y="1073"/>
                    <a:pt x="0" y="1598"/>
                  </a:cubicBezTo>
                  <a:cubicBezTo>
                    <a:pt x="137" y="1553"/>
                    <a:pt x="252" y="1530"/>
                    <a:pt x="388" y="1507"/>
                  </a:cubicBezTo>
                  <a:cubicBezTo>
                    <a:pt x="1781" y="1165"/>
                    <a:pt x="3105" y="685"/>
                    <a:pt x="4337" y="69"/>
                  </a:cubicBezTo>
                  <a:cubicBezTo>
                    <a:pt x="4360" y="46"/>
                    <a:pt x="4360" y="24"/>
                    <a:pt x="438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1" name="Google Shape;7941;p57"/>
            <p:cNvSpPr/>
            <p:nvPr/>
          </p:nvSpPr>
          <p:spPr>
            <a:xfrm>
              <a:off x="7336325" y="2955388"/>
              <a:ext cx="109575" cy="39975"/>
            </a:xfrm>
            <a:custGeom>
              <a:avLst/>
              <a:gdLst/>
              <a:ahLst/>
              <a:cxnLst/>
              <a:rect l="l" t="t" r="r" b="b"/>
              <a:pathLst>
                <a:path w="4383" h="1599" extrusionOk="0">
                  <a:moveTo>
                    <a:pt x="4383" y="1"/>
                  </a:moveTo>
                  <a:cubicBezTo>
                    <a:pt x="3670" y="78"/>
                    <a:pt x="2950" y="119"/>
                    <a:pt x="2235" y="119"/>
                  </a:cubicBezTo>
                  <a:cubicBezTo>
                    <a:pt x="1691" y="119"/>
                    <a:pt x="1150" y="96"/>
                    <a:pt x="617" y="46"/>
                  </a:cubicBezTo>
                  <a:cubicBezTo>
                    <a:pt x="388" y="549"/>
                    <a:pt x="183" y="1073"/>
                    <a:pt x="0" y="1598"/>
                  </a:cubicBezTo>
                  <a:cubicBezTo>
                    <a:pt x="137" y="1553"/>
                    <a:pt x="252" y="1530"/>
                    <a:pt x="388" y="1507"/>
                  </a:cubicBezTo>
                  <a:cubicBezTo>
                    <a:pt x="1781" y="1165"/>
                    <a:pt x="3105" y="685"/>
                    <a:pt x="4337" y="69"/>
                  </a:cubicBezTo>
                  <a:cubicBezTo>
                    <a:pt x="4360" y="46"/>
                    <a:pt x="4360" y="24"/>
                    <a:pt x="438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2" name="Google Shape;7942;p57"/>
            <p:cNvSpPr/>
            <p:nvPr/>
          </p:nvSpPr>
          <p:spPr>
            <a:xfrm>
              <a:off x="7351725" y="2832713"/>
              <a:ext cx="153525" cy="125675"/>
            </a:xfrm>
            <a:custGeom>
              <a:avLst/>
              <a:gdLst/>
              <a:ahLst/>
              <a:cxnLst/>
              <a:rect l="l" t="t" r="r" b="b"/>
              <a:pathLst>
                <a:path w="6141" h="5027" extrusionOk="0">
                  <a:moveTo>
                    <a:pt x="3219" y="0"/>
                  </a:moveTo>
                  <a:cubicBezTo>
                    <a:pt x="1895" y="1484"/>
                    <a:pt x="822" y="3150"/>
                    <a:pt x="1" y="4953"/>
                  </a:cubicBezTo>
                  <a:cubicBezTo>
                    <a:pt x="534" y="5003"/>
                    <a:pt x="1075" y="5026"/>
                    <a:pt x="1619" y="5026"/>
                  </a:cubicBezTo>
                  <a:cubicBezTo>
                    <a:pt x="2334" y="5026"/>
                    <a:pt x="3054" y="4985"/>
                    <a:pt x="3767" y="4908"/>
                  </a:cubicBezTo>
                  <a:cubicBezTo>
                    <a:pt x="4429" y="3675"/>
                    <a:pt x="5228" y="2534"/>
                    <a:pt x="6141" y="1461"/>
                  </a:cubicBezTo>
                  <a:cubicBezTo>
                    <a:pt x="5136" y="1050"/>
                    <a:pt x="4155" y="571"/>
                    <a:pt x="321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3" name="Google Shape;7943;p57"/>
            <p:cNvSpPr/>
            <p:nvPr/>
          </p:nvSpPr>
          <p:spPr>
            <a:xfrm>
              <a:off x="7351725" y="2832713"/>
              <a:ext cx="153525" cy="126700"/>
            </a:xfrm>
            <a:custGeom>
              <a:avLst/>
              <a:gdLst/>
              <a:ahLst/>
              <a:cxnLst/>
              <a:rect l="l" t="t" r="r" b="b"/>
              <a:pathLst>
                <a:path w="6141" h="5068" extrusionOk="0">
                  <a:moveTo>
                    <a:pt x="1" y="4953"/>
                  </a:moveTo>
                  <a:cubicBezTo>
                    <a:pt x="1233" y="5067"/>
                    <a:pt x="2512" y="5045"/>
                    <a:pt x="3767" y="4908"/>
                  </a:cubicBezTo>
                  <a:lnTo>
                    <a:pt x="3767" y="4908"/>
                  </a:lnTo>
                  <a:cubicBezTo>
                    <a:pt x="4429" y="3675"/>
                    <a:pt x="5228" y="2534"/>
                    <a:pt x="6141" y="1461"/>
                  </a:cubicBezTo>
                  <a:lnTo>
                    <a:pt x="6141" y="1461"/>
                  </a:lnTo>
                  <a:cubicBezTo>
                    <a:pt x="5136" y="1050"/>
                    <a:pt x="4155" y="571"/>
                    <a:pt x="3219" y="0"/>
                  </a:cubicBezTo>
                  <a:lnTo>
                    <a:pt x="3219" y="0"/>
                  </a:lnTo>
                  <a:cubicBezTo>
                    <a:pt x="1895" y="1484"/>
                    <a:pt x="822" y="3150"/>
                    <a:pt x="1" y="4953"/>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4" name="Google Shape;7944;p57"/>
            <p:cNvSpPr/>
            <p:nvPr/>
          </p:nvSpPr>
          <p:spPr>
            <a:xfrm>
              <a:off x="7351725" y="2832713"/>
              <a:ext cx="153525" cy="125675"/>
            </a:xfrm>
            <a:custGeom>
              <a:avLst/>
              <a:gdLst/>
              <a:ahLst/>
              <a:cxnLst/>
              <a:rect l="l" t="t" r="r" b="b"/>
              <a:pathLst>
                <a:path w="6141" h="5027" extrusionOk="0">
                  <a:moveTo>
                    <a:pt x="3219" y="0"/>
                  </a:moveTo>
                  <a:cubicBezTo>
                    <a:pt x="1895" y="1484"/>
                    <a:pt x="822" y="3150"/>
                    <a:pt x="1" y="4953"/>
                  </a:cubicBezTo>
                  <a:cubicBezTo>
                    <a:pt x="534" y="5003"/>
                    <a:pt x="1075" y="5026"/>
                    <a:pt x="1619" y="5026"/>
                  </a:cubicBezTo>
                  <a:cubicBezTo>
                    <a:pt x="2334" y="5026"/>
                    <a:pt x="3054" y="4985"/>
                    <a:pt x="3767" y="4908"/>
                  </a:cubicBezTo>
                  <a:cubicBezTo>
                    <a:pt x="4429" y="3675"/>
                    <a:pt x="5228" y="2534"/>
                    <a:pt x="6141" y="1461"/>
                  </a:cubicBezTo>
                  <a:cubicBezTo>
                    <a:pt x="5136" y="1050"/>
                    <a:pt x="4155" y="571"/>
                    <a:pt x="321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5" name="Google Shape;7945;p57"/>
            <p:cNvSpPr/>
            <p:nvPr/>
          </p:nvSpPr>
          <p:spPr>
            <a:xfrm>
              <a:off x="7351725" y="2832713"/>
              <a:ext cx="153525" cy="125675"/>
            </a:xfrm>
            <a:custGeom>
              <a:avLst/>
              <a:gdLst/>
              <a:ahLst/>
              <a:cxnLst/>
              <a:rect l="l" t="t" r="r" b="b"/>
              <a:pathLst>
                <a:path w="6141" h="5027" extrusionOk="0">
                  <a:moveTo>
                    <a:pt x="3219" y="0"/>
                  </a:moveTo>
                  <a:cubicBezTo>
                    <a:pt x="1895" y="1484"/>
                    <a:pt x="822" y="3150"/>
                    <a:pt x="1" y="4953"/>
                  </a:cubicBezTo>
                  <a:cubicBezTo>
                    <a:pt x="534" y="5003"/>
                    <a:pt x="1075" y="5026"/>
                    <a:pt x="1619" y="5026"/>
                  </a:cubicBezTo>
                  <a:cubicBezTo>
                    <a:pt x="2334" y="5026"/>
                    <a:pt x="3054" y="4985"/>
                    <a:pt x="3767" y="4908"/>
                  </a:cubicBezTo>
                  <a:cubicBezTo>
                    <a:pt x="4429" y="3675"/>
                    <a:pt x="5228" y="2534"/>
                    <a:pt x="6141" y="1461"/>
                  </a:cubicBezTo>
                  <a:cubicBezTo>
                    <a:pt x="5136" y="1050"/>
                    <a:pt x="4155" y="571"/>
                    <a:pt x="321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6" name="Google Shape;7946;p57"/>
            <p:cNvSpPr/>
            <p:nvPr/>
          </p:nvSpPr>
          <p:spPr>
            <a:xfrm>
              <a:off x="7351725" y="2832713"/>
              <a:ext cx="153525" cy="125675"/>
            </a:xfrm>
            <a:custGeom>
              <a:avLst/>
              <a:gdLst/>
              <a:ahLst/>
              <a:cxnLst/>
              <a:rect l="l" t="t" r="r" b="b"/>
              <a:pathLst>
                <a:path w="6141" h="5027" extrusionOk="0">
                  <a:moveTo>
                    <a:pt x="3219" y="0"/>
                  </a:moveTo>
                  <a:cubicBezTo>
                    <a:pt x="1895" y="1484"/>
                    <a:pt x="822" y="3150"/>
                    <a:pt x="1" y="4953"/>
                  </a:cubicBezTo>
                  <a:cubicBezTo>
                    <a:pt x="534" y="5003"/>
                    <a:pt x="1075" y="5026"/>
                    <a:pt x="1619" y="5026"/>
                  </a:cubicBezTo>
                  <a:cubicBezTo>
                    <a:pt x="2334" y="5026"/>
                    <a:pt x="3054" y="4985"/>
                    <a:pt x="3767" y="4908"/>
                  </a:cubicBezTo>
                  <a:cubicBezTo>
                    <a:pt x="4429" y="3675"/>
                    <a:pt x="5228" y="2534"/>
                    <a:pt x="6141" y="1461"/>
                  </a:cubicBezTo>
                  <a:cubicBezTo>
                    <a:pt x="5136" y="1050"/>
                    <a:pt x="4155" y="571"/>
                    <a:pt x="321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7" name="Google Shape;7947;p57"/>
            <p:cNvSpPr/>
            <p:nvPr/>
          </p:nvSpPr>
          <p:spPr>
            <a:xfrm>
              <a:off x="7351725" y="2832713"/>
              <a:ext cx="153525" cy="125675"/>
            </a:xfrm>
            <a:custGeom>
              <a:avLst/>
              <a:gdLst/>
              <a:ahLst/>
              <a:cxnLst/>
              <a:rect l="l" t="t" r="r" b="b"/>
              <a:pathLst>
                <a:path w="6141" h="5027" extrusionOk="0">
                  <a:moveTo>
                    <a:pt x="3219" y="0"/>
                  </a:moveTo>
                  <a:cubicBezTo>
                    <a:pt x="1895" y="1484"/>
                    <a:pt x="822" y="3150"/>
                    <a:pt x="1" y="4953"/>
                  </a:cubicBezTo>
                  <a:cubicBezTo>
                    <a:pt x="534" y="5003"/>
                    <a:pt x="1075" y="5026"/>
                    <a:pt x="1619" y="5026"/>
                  </a:cubicBezTo>
                  <a:cubicBezTo>
                    <a:pt x="2334" y="5026"/>
                    <a:pt x="3054" y="4985"/>
                    <a:pt x="3767" y="4908"/>
                  </a:cubicBezTo>
                  <a:cubicBezTo>
                    <a:pt x="4429" y="3675"/>
                    <a:pt x="5228" y="2534"/>
                    <a:pt x="6141" y="1461"/>
                  </a:cubicBezTo>
                  <a:cubicBezTo>
                    <a:pt x="5136" y="1050"/>
                    <a:pt x="4155" y="571"/>
                    <a:pt x="321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8" name="Google Shape;7948;p57"/>
            <p:cNvSpPr/>
            <p:nvPr/>
          </p:nvSpPr>
          <p:spPr>
            <a:xfrm>
              <a:off x="7432200" y="2760813"/>
              <a:ext cx="138675" cy="108450"/>
            </a:xfrm>
            <a:custGeom>
              <a:avLst/>
              <a:gdLst/>
              <a:ahLst/>
              <a:cxnLst/>
              <a:rect l="l" t="t" r="r" b="b"/>
              <a:pathLst>
                <a:path w="5547" h="4338" extrusionOk="0">
                  <a:moveTo>
                    <a:pt x="3173" y="0"/>
                  </a:moveTo>
                  <a:cubicBezTo>
                    <a:pt x="2009" y="845"/>
                    <a:pt x="936" y="1803"/>
                    <a:pt x="0" y="2876"/>
                  </a:cubicBezTo>
                  <a:cubicBezTo>
                    <a:pt x="936" y="3447"/>
                    <a:pt x="1917" y="3926"/>
                    <a:pt x="2922" y="4337"/>
                  </a:cubicBezTo>
                  <a:cubicBezTo>
                    <a:pt x="3721" y="3424"/>
                    <a:pt x="4611" y="2580"/>
                    <a:pt x="5547" y="1803"/>
                  </a:cubicBezTo>
                  <a:cubicBezTo>
                    <a:pt x="4725" y="1278"/>
                    <a:pt x="3926" y="662"/>
                    <a:pt x="317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9" name="Google Shape;7949;p57"/>
            <p:cNvSpPr/>
            <p:nvPr/>
          </p:nvSpPr>
          <p:spPr>
            <a:xfrm>
              <a:off x="7432200" y="2760813"/>
              <a:ext cx="138675" cy="108450"/>
            </a:xfrm>
            <a:custGeom>
              <a:avLst/>
              <a:gdLst/>
              <a:ahLst/>
              <a:cxnLst/>
              <a:rect l="l" t="t" r="r" b="b"/>
              <a:pathLst>
                <a:path w="5547" h="4338" extrusionOk="0">
                  <a:moveTo>
                    <a:pt x="0" y="2876"/>
                  </a:moveTo>
                  <a:cubicBezTo>
                    <a:pt x="936" y="3447"/>
                    <a:pt x="1917" y="3926"/>
                    <a:pt x="2922" y="4337"/>
                  </a:cubicBezTo>
                  <a:lnTo>
                    <a:pt x="2922" y="4337"/>
                  </a:lnTo>
                  <a:cubicBezTo>
                    <a:pt x="3721" y="3424"/>
                    <a:pt x="4611" y="2580"/>
                    <a:pt x="5547" y="1803"/>
                  </a:cubicBezTo>
                  <a:lnTo>
                    <a:pt x="5547" y="1803"/>
                  </a:lnTo>
                  <a:cubicBezTo>
                    <a:pt x="4725" y="1278"/>
                    <a:pt x="3926" y="662"/>
                    <a:pt x="3173" y="0"/>
                  </a:cubicBezTo>
                  <a:lnTo>
                    <a:pt x="3173" y="0"/>
                  </a:lnTo>
                  <a:cubicBezTo>
                    <a:pt x="2009" y="845"/>
                    <a:pt x="936" y="1803"/>
                    <a:pt x="0" y="2876"/>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0" name="Google Shape;7950;p57"/>
            <p:cNvSpPr/>
            <p:nvPr/>
          </p:nvSpPr>
          <p:spPr>
            <a:xfrm>
              <a:off x="7432200" y="2760813"/>
              <a:ext cx="138675" cy="108450"/>
            </a:xfrm>
            <a:custGeom>
              <a:avLst/>
              <a:gdLst/>
              <a:ahLst/>
              <a:cxnLst/>
              <a:rect l="l" t="t" r="r" b="b"/>
              <a:pathLst>
                <a:path w="5547" h="4338" extrusionOk="0">
                  <a:moveTo>
                    <a:pt x="3173" y="0"/>
                  </a:moveTo>
                  <a:cubicBezTo>
                    <a:pt x="2009" y="845"/>
                    <a:pt x="936" y="1803"/>
                    <a:pt x="0" y="2876"/>
                  </a:cubicBezTo>
                  <a:cubicBezTo>
                    <a:pt x="936" y="3447"/>
                    <a:pt x="1917" y="3926"/>
                    <a:pt x="2922" y="4337"/>
                  </a:cubicBezTo>
                  <a:cubicBezTo>
                    <a:pt x="3721" y="3424"/>
                    <a:pt x="4611" y="2580"/>
                    <a:pt x="5547" y="1803"/>
                  </a:cubicBezTo>
                  <a:cubicBezTo>
                    <a:pt x="4725" y="1278"/>
                    <a:pt x="3926" y="662"/>
                    <a:pt x="317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1" name="Google Shape;7951;p57"/>
            <p:cNvSpPr/>
            <p:nvPr/>
          </p:nvSpPr>
          <p:spPr>
            <a:xfrm>
              <a:off x="7432200" y="2760813"/>
              <a:ext cx="138675" cy="108450"/>
            </a:xfrm>
            <a:custGeom>
              <a:avLst/>
              <a:gdLst/>
              <a:ahLst/>
              <a:cxnLst/>
              <a:rect l="l" t="t" r="r" b="b"/>
              <a:pathLst>
                <a:path w="5547" h="4338" extrusionOk="0">
                  <a:moveTo>
                    <a:pt x="3173" y="0"/>
                  </a:moveTo>
                  <a:cubicBezTo>
                    <a:pt x="2009" y="845"/>
                    <a:pt x="936" y="1803"/>
                    <a:pt x="0" y="2876"/>
                  </a:cubicBezTo>
                  <a:cubicBezTo>
                    <a:pt x="936" y="3447"/>
                    <a:pt x="1917" y="3926"/>
                    <a:pt x="2922" y="4337"/>
                  </a:cubicBezTo>
                  <a:cubicBezTo>
                    <a:pt x="3721" y="3424"/>
                    <a:pt x="4611" y="2580"/>
                    <a:pt x="5547" y="1803"/>
                  </a:cubicBezTo>
                  <a:cubicBezTo>
                    <a:pt x="4725" y="1278"/>
                    <a:pt x="3926" y="662"/>
                    <a:pt x="317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2" name="Google Shape;7952;p57"/>
            <p:cNvSpPr/>
            <p:nvPr/>
          </p:nvSpPr>
          <p:spPr>
            <a:xfrm>
              <a:off x="7432200" y="2760813"/>
              <a:ext cx="138675" cy="108450"/>
            </a:xfrm>
            <a:custGeom>
              <a:avLst/>
              <a:gdLst/>
              <a:ahLst/>
              <a:cxnLst/>
              <a:rect l="l" t="t" r="r" b="b"/>
              <a:pathLst>
                <a:path w="5547" h="4338" extrusionOk="0">
                  <a:moveTo>
                    <a:pt x="3173" y="0"/>
                  </a:moveTo>
                  <a:cubicBezTo>
                    <a:pt x="2009" y="845"/>
                    <a:pt x="936" y="1803"/>
                    <a:pt x="0" y="2876"/>
                  </a:cubicBezTo>
                  <a:cubicBezTo>
                    <a:pt x="936" y="3447"/>
                    <a:pt x="1917" y="3926"/>
                    <a:pt x="2922" y="4337"/>
                  </a:cubicBezTo>
                  <a:cubicBezTo>
                    <a:pt x="3721" y="3424"/>
                    <a:pt x="4611" y="2580"/>
                    <a:pt x="5547" y="1803"/>
                  </a:cubicBezTo>
                  <a:cubicBezTo>
                    <a:pt x="4725" y="1278"/>
                    <a:pt x="3926" y="662"/>
                    <a:pt x="317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3" name="Google Shape;7953;p57"/>
            <p:cNvSpPr/>
            <p:nvPr/>
          </p:nvSpPr>
          <p:spPr>
            <a:xfrm>
              <a:off x="7432200" y="2760813"/>
              <a:ext cx="138675" cy="108450"/>
            </a:xfrm>
            <a:custGeom>
              <a:avLst/>
              <a:gdLst/>
              <a:ahLst/>
              <a:cxnLst/>
              <a:rect l="l" t="t" r="r" b="b"/>
              <a:pathLst>
                <a:path w="5547" h="4338" extrusionOk="0">
                  <a:moveTo>
                    <a:pt x="3173" y="0"/>
                  </a:moveTo>
                  <a:cubicBezTo>
                    <a:pt x="2009" y="845"/>
                    <a:pt x="936" y="1803"/>
                    <a:pt x="0" y="2876"/>
                  </a:cubicBezTo>
                  <a:cubicBezTo>
                    <a:pt x="936" y="3447"/>
                    <a:pt x="1917" y="3926"/>
                    <a:pt x="2922" y="4337"/>
                  </a:cubicBezTo>
                  <a:cubicBezTo>
                    <a:pt x="3721" y="3424"/>
                    <a:pt x="4611" y="2580"/>
                    <a:pt x="5547" y="1803"/>
                  </a:cubicBezTo>
                  <a:cubicBezTo>
                    <a:pt x="4725" y="1278"/>
                    <a:pt x="3926" y="662"/>
                    <a:pt x="317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4" name="Google Shape;7954;p57"/>
            <p:cNvSpPr/>
            <p:nvPr/>
          </p:nvSpPr>
          <p:spPr>
            <a:xfrm>
              <a:off x="7432200" y="2760813"/>
              <a:ext cx="138675" cy="108450"/>
            </a:xfrm>
            <a:custGeom>
              <a:avLst/>
              <a:gdLst/>
              <a:ahLst/>
              <a:cxnLst/>
              <a:rect l="l" t="t" r="r" b="b"/>
              <a:pathLst>
                <a:path w="5547" h="4338" extrusionOk="0">
                  <a:moveTo>
                    <a:pt x="3173" y="0"/>
                  </a:moveTo>
                  <a:cubicBezTo>
                    <a:pt x="2009" y="845"/>
                    <a:pt x="936" y="1803"/>
                    <a:pt x="0" y="2876"/>
                  </a:cubicBezTo>
                  <a:cubicBezTo>
                    <a:pt x="936" y="3447"/>
                    <a:pt x="1917" y="3926"/>
                    <a:pt x="2922" y="4337"/>
                  </a:cubicBezTo>
                  <a:cubicBezTo>
                    <a:pt x="3721" y="3424"/>
                    <a:pt x="4611" y="2580"/>
                    <a:pt x="5547" y="1803"/>
                  </a:cubicBezTo>
                  <a:cubicBezTo>
                    <a:pt x="4725" y="1278"/>
                    <a:pt x="3926" y="662"/>
                    <a:pt x="3173"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5" name="Google Shape;7955;p57"/>
            <p:cNvSpPr/>
            <p:nvPr/>
          </p:nvSpPr>
          <p:spPr>
            <a:xfrm>
              <a:off x="7511500" y="2717438"/>
              <a:ext cx="82775" cy="88475"/>
            </a:xfrm>
            <a:custGeom>
              <a:avLst/>
              <a:gdLst/>
              <a:ahLst/>
              <a:cxnLst/>
              <a:rect l="l" t="t" r="r" b="b"/>
              <a:pathLst>
                <a:path w="3311" h="3539" extrusionOk="0">
                  <a:moveTo>
                    <a:pt x="2900" y="1"/>
                  </a:moveTo>
                  <a:cubicBezTo>
                    <a:pt x="1873" y="503"/>
                    <a:pt x="914" y="1073"/>
                    <a:pt x="1" y="1735"/>
                  </a:cubicBezTo>
                  <a:cubicBezTo>
                    <a:pt x="754" y="2397"/>
                    <a:pt x="1553" y="3013"/>
                    <a:pt x="2375" y="3538"/>
                  </a:cubicBezTo>
                  <a:cubicBezTo>
                    <a:pt x="2694" y="3310"/>
                    <a:pt x="2991" y="3082"/>
                    <a:pt x="3311" y="2854"/>
                  </a:cubicBezTo>
                  <a:cubicBezTo>
                    <a:pt x="3219" y="1918"/>
                    <a:pt x="3082" y="959"/>
                    <a:pt x="290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6" name="Google Shape;7956;p57"/>
            <p:cNvSpPr/>
            <p:nvPr/>
          </p:nvSpPr>
          <p:spPr>
            <a:xfrm>
              <a:off x="7511500" y="2717438"/>
              <a:ext cx="82775" cy="88475"/>
            </a:xfrm>
            <a:custGeom>
              <a:avLst/>
              <a:gdLst/>
              <a:ahLst/>
              <a:cxnLst/>
              <a:rect l="l" t="t" r="r" b="b"/>
              <a:pathLst>
                <a:path w="3311" h="3539" extrusionOk="0">
                  <a:moveTo>
                    <a:pt x="1" y="1735"/>
                  </a:moveTo>
                  <a:cubicBezTo>
                    <a:pt x="754" y="2397"/>
                    <a:pt x="1553" y="3013"/>
                    <a:pt x="2375" y="3538"/>
                  </a:cubicBezTo>
                  <a:lnTo>
                    <a:pt x="2375" y="3538"/>
                  </a:lnTo>
                  <a:cubicBezTo>
                    <a:pt x="2694" y="3310"/>
                    <a:pt x="2991" y="3082"/>
                    <a:pt x="3311" y="2854"/>
                  </a:cubicBezTo>
                  <a:lnTo>
                    <a:pt x="3311" y="2854"/>
                  </a:lnTo>
                  <a:cubicBezTo>
                    <a:pt x="3219" y="1918"/>
                    <a:pt x="3082" y="959"/>
                    <a:pt x="2900" y="1"/>
                  </a:cubicBezTo>
                  <a:lnTo>
                    <a:pt x="2900" y="1"/>
                  </a:lnTo>
                  <a:cubicBezTo>
                    <a:pt x="1873" y="503"/>
                    <a:pt x="914" y="1073"/>
                    <a:pt x="1" y="1735"/>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7" name="Google Shape;7957;p57"/>
            <p:cNvSpPr/>
            <p:nvPr/>
          </p:nvSpPr>
          <p:spPr>
            <a:xfrm>
              <a:off x="7511500" y="2717438"/>
              <a:ext cx="82775" cy="88475"/>
            </a:xfrm>
            <a:custGeom>
              <a:avLst/>
              <a:gdLst/>
              <a:ahLst/>
              <a:cxnLst/>
              <a:rect l="l" t="t" r="r" b="b"/>
              <a:pathLst>
                <a:path w="3311" h="3539" extrusionOk="0">
                  <a:moveTo>
                    <a:pt x="2900" y="1"/>
                  </a:moveTo>
                  <a:cubicBezTo>
                    <a:pt x="1873" y="503"/>
                    <a:pt x="914" y="1073"/>
                    <a:pt x="1" y="1735"/>
                  </a:cubicBezTo>
                  <a:cubicBezTo>
                    <a:pt x="754" y="2397"/>
                    <a:pt x="1553" y="3013"/>
                    <a:pt x="2375" y="3538"/>
                  </a:cubicBezTo>
                  <a:cubicBezTo>
                    <a:pt x="2694" y="3310"/>
                    <a:pt x="2991" y="3082"/>
                    <a:pt x="3311" y="2854"/>
                  </a:cubicBezTo>
                  <a:cubicBezTo>
                    <a:pt x="3219" y="1918"/>
                    <a:pt x="3082" y="959"/>
                    <a:pt x="290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8" name="Google Shape;7958;p57"/>
            <p:cNvSpPr/>
            <p:nvPr/>
          </p:nvSpPr>
          <p:spPr>
            <a:xfrm>
              <a:off x="7511500" y="2717438"/>
              <a:ext cx="82775" cy="88475"/>
            </a:xfrm>
            <a:custGeom>
              <a:avLst/>
              <a:gdLst/>
              <a:ahLst/>
              <a:cxnLst/>
              <a:rect l="l" t="t" r="r" b="b"/>
              <a:pathLst>
                <a:path w="3311" h="3539" extrusionOk="0">
                  <a:moveTo>
                    <a:pt x="2900" y="1"/>
                  </a:moveTo>
                  <a:cubicBezTo>
                    <a:pt x="1873" y="503"/>
                    <a:pt x="914" y="1073"/>
                    <a:pt x="1" y="1735"/>
                  </a:cubicBezTo>
                  <a:cubicBezTo>
                    <a:pt x="754" y="2397"/>
                    <a:pt x="1553" y="3013"/>
                    <a:pt x="2375" y="3538"/>
                  </a:cubicBezTo>
                  <a:cubicBezTo>
                    <a:pt x="2694" y="3310"/>
                    <a:pt x="2991" y="3082"/>
                    <a:pt x="3311" y="2854"/>
                  </a:cubicBezTo>
                  <a:cubicBezTo>
                    <a:pt x="3219" y="1918"/>
                    <a:pt x="3082" y="959"/>
                    <a:pt x="290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9" name="Google Shape;7959;p57"/>
            <p:cNvSpPr/>
            <p:nvPr/>
          </p:nvSpPr>
          <p:spPr>
            <a:xfrm>
              <a:off x="7511500" y="2717438"/>
              <a:ext cx="82775" cy="88475"/>
            </a:xfrm>
            <a:custGeom>
              <a:avLst/>
              <a:gdLst/>
              <a:ahLst/>
              <a:cxnLst/>
              <a:rect l="l" t="t" r="r" b="b"/>
              <a:pathLst>
                <a:path w="3311" h="3539" extrusionOk="0">
                  <a:moveTo>
                    <a:pt x="2900" y="1"/>
                  </a:moveTo>
                  <a:cubicBezTo>
                    <a:pt x="1873" y="503"/>
                    <a:pt x="914" y="1073"/>
                    <a:pt x="1" y="1735"/>
                  </a:cubicBezTo>
                  <a:cubicBezTo>
                    <a:pt x="754" y="2397"/>
                    <a:pt x="1553" y="3013"/>
                    <a:pt x="2375" y="3538"/>
                  </a:cubicBezTo>
                  <a:cubicBezTo>
                    <a:pt x="2694" y="3310"/>
                    <a:pt x="2991" y="3082"/>
                    <a:pt x="3311" y="2854"/>
                  </a:cubicBezTo>
                  <a:cubicBezTo>
                    <a:pt x="3219" y="1918"/>
                    <a:pt x="3082" y="959"/>
                    <a:pt x="290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0" name="Google Shape;7960;p57"/>
            <p:cNvSpPr/>
            <p:nvPr/>
          </p:nvSpPr>
          <p:spPr>
            <a:xfrm>
              <a:off x="7511500" y="2717438"/>
              <a:ext cx="82775" cy="88475"/>
            </a:xfrm>
            <a:custGeom>
              <a:avLst/>
              <a:gdLst/>
              <a:ahLst/>
              <a:cxnLst/>
              <a:rect l="l" t="t" r="r" b="b"/>
              <a:pathLst>
                <a:path w="3311" h="3539" extrusionOk="0">
                  <a:moveTo>
                    <a:pt x="2900" y="1"/>
                  </a:moveTo>
                  <a:cubicBezTo>
                    <a:pt x="1873" y="503"/>
                    <a:pt x="914" y="1073"/>
                    <a:pt x="1" y="1735"/>
                  </a:cubicBezTo>
                  <a:cubicBezTo>
                    <a:pt x="754" y="2397"/>
                    <a:pt x="1553" y="3013"/>
                    <a:pt x="2375" y="3538"/>
                  </a:cubicBezTo>
                  <a:cubicBezTo>
                    <a:pt x="2694" y="3310"/>
                    <a:pt x="2991" y="3082"/>
                    <a:pt x="3311" y="2854"/>
                  </a:cubicBezTo>
                  <a:cubicBezTo>
                    <a:pt x="3219" y="1918"/>
                    <a:pt x="3082" y="959"/>
                    <a:pt x="290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1" name="Google Shape;7961;p57"/>
            <p:cNvSpPr/>
            <p:nvPr/>
          </p:nvSpPr>
          <p:spPr>
            <a:xfrm>
              <a:off x="7511500" y="2717438"/>
              <a:ext cx="82775" cy="88475"/>
            </a:xfrm>
            <a:custGeom>
              <a:avLst/>
              <a:gdLst/>
              <a:ahLst/>
              <a:cxnLst/>
              <a:rect l="l" t="t" r="r" b="b"/>
              <a:pathLst>
                <a:path w="3311" h="3539" extrusionOk="0">
                  <a:moveTo>
                    <a:pt x="2900" y="1"/>
                  </a:moveTo>
                  <a:cubicBezTo>
                    <a:pt x="1873" y="503"/>
                    <a:pt x="914" y="1073"/>
                    <a:pt x="1" y="1735"/>
                  </a:cubicBezTo>
                  <a:cubicBezTo>
                    <a:pt x="754" y="2397"/>
                    <a:pt x="1553" y="3013"/>
                    <a:pt x="2375" y="3538"/>
                  </a:cubicBezTo>
                  <a:cubicBezTo>
                    <a:pt x="2694" y="3310"/>
                    <a:pt x="2991" y="3082"/>
                    <a:pt x="3311" y="2854"/>
                  </a:cubicBezTo>
                  <a:cubicBezTo>
                    <a:pt x="3219" y="1918"/>
                    <a:pt x="3082" y="959"/>
                    <a:pt x="290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2" name="Google Shape;7962;p57"/>
            <p:cNvSpPr/>
            <p:nvPr/>
          </p:nvSpPr>
          <p:spPr>
            <a:xfrm>
              <a:off x="7511500" y="2717438"/>
              <a:ext cx="82775" cy="88475"/>
            </a:xfrm>
            <a:custGeom>
              <a:avLst/>
              <a:gdLst/>
              <a:ahLst/>
              <a:cxnLst/>
              <a:rect l="l" t="t" r="r" b="b"/>
              <a:pathLst>
                <a:path w="3311" h="3539" extrusionOk="0">
                  <a:moveTo>
                    <a:pt x="2900" y="1"/>
                  </a:moveTo>
                  <a:cubicBezTo>
                    <a:pt x="1873" y="503"/>
                    <a:pt x="914" y="1073"/>
                    <a:pt x="1" y="1735"/>
                  </a:cubicBezTo>
                  <a:cubicBezTo>
                    <a:pt x="754" y="2397"/>
                    <a:pt x="1553" y="3013"/>
                    <a:pt x="2375" y="3538"/>
                  </a:cubicBezTo>
                  <a:cubicBezTo>
                    <a:pt x="2694" y="3310"/>
                    <a:pt x="2991" y="3082"/>
                    <a:pt x="3311" y="2854"/>
                  </a:cubicBezTo>
                  <a:cubicBezTo>
                    <a:pt x="3219" y="1918"/>
                    <a:pt x="3082" y="959"/>
                    <a:pt x="290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3" name="Google Shape;7963;p57"/>
            <p:cNvSpPr/>
            <p:nvPr/>
          </p:nvSpPr>
          <p:spPr>
            <a:xfrm>
              <a:off x="7386550" y="2913163"/>
              <a:ext cx="210575" cy="258150"/>
            </a:xfrm>
            <a:custGeom>
              <a:avLst/>
              <a:gdLst/>
              <a:ahLst/>
              <a:cxnLst/>
              <a:rect l="l" t="t" r="r" b="b"/>
              <a:pathLst>
                <a:path w="8423" h="10326" extrusionOk="0">
                  <a:moveTo>
                    <a:pt x="8423" y="1"/>
                  </a:moveTo>
                  <a:lnTo>
                    <a:pt x="8423" y="1"/>
                  </a:lnTo>
                  <a:cubicBezTo>
                    <a:pt x="7304" y="526"/>
                    <a:pt x="6117" y="936"/>
                    <a:pt x="4862" y="1233"/>
                  </a:cubicBezTo>
                  <a:cubicBezTo>
                    <a:pt x="4086" y="1439"/>
                    <a:pt x="3310" y="1576"/>
                    <a:pt x="2557" y="1667"/>
                  </a:cubicBezTo>
                  <a:cubicBezTo>
                    <a:pt x="2465" y="1690"/>
                    <a:pt x="2397" y="1735"/>
                    <a:pt x="2328" y="1758"/>
                  </a:cubicBezTo>
                  <a:cubicBezTo>
                    <a:pt x="959" y="4337"/>
                    <a:pt x="137" y="7213"/>
                    <a:pt x="0" y="10204"/>
                  </a:cubicBezTo>
                  <a:cubicBezTo>
                    <a:pt x="328" y="10282"/>
                    <a:pt x="670" y="10326"/>
                    <a:pt x="1024" y="10326"/>
                  </a:cubicBezTo>
                  <a:cubicBezTo>
                    <a:pt x="2738" y="10326"/>
                    <a:pt x="4728" y="9292"/>
                    <a:pt x="6734" y="6095"/>
                  </a:cubicBezTo>
                  <a:cubicBezTo>
                    <a:pt x="7692" y="4543"/>
                    <a:pt x="8240" y="2443"/>
                    <a:pt x="842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4" name="Google Shape;7964;p57"/>
            <p:cNvSpPr/>
            <p:nvPr/>
          </p:nvSpPr>
          <p:spPr>
            <a:xfrm>
              <a:off x="7386550" y="2913163"/>
              <a:ext cx="210575" cy="266525"/>
            </a:xfrm>
            <a:custGeom>
              <a:avLst/>
              <a:gdLst/>
              <a:ahLst/>
              <a:cxnLst/>
              <a:rect l="l" t="t" r="r" b="b"/>
              <a:pathLst>
                <a:path w="8423" h="10661" extrusionOk="0">
                  <a:moveTo>
                    <a:pt x="4862" y="1233"/>
                  </a:moveTo>
                  <a:cubicBezTo>
                    <a:pt x="4086" y="1439"/>
                    <a:pt x="3310" y="1576"/>
                    <a:pt x="2557" y="1667"/>
                  </a:cubicBezTo>
                  <a:lnTo>
                    <a:pt x="2557" y="1667"/>
                  </a:lnTo>
                  <a:cubicBezTo>
                    <a:pt x="2465" y="1690"/>
                    <a:pt x="2397" y="1735"/>
                    <a:pt x="2328" y="1758"/>
                  </a:cubicBezTo>
                  <a:lnTo>
                    <a:pt x="2328" y="1758"/>
                  </a:lnTo>
                  <a:cubicBezTo>
                    <a:pt x="936" y="4337"/>
                    <a:pt x="137" y="7213"/>
                    <a:pt x="0" y="10204"/>
                  </a:cubicBezTo>
                  <a:lnTo>
                    <a:pt x="0" y="10204"/>
                  </a:lnTo>
                  <a:cubicBezTo>
                    <a:pt x="1917" y="10660"/>
                    <a:pt x="4314" y="9952"/>
                    <a:pt x="6734" y="6095"/>
                  </a:cubicBezTo>
                  <a:lnTo>
                    <a:pt x="6734" y="6095"/>
                  </a:lnTo>
                  <a:cubicBezTo>
                    <a:pt x="7692" y="4543"/>
                    <a:pt x="8240" y="2443"/>
                    <a:pt x="8423" y="1"/>
                  </a:cubicBezTo>
                  <a:lnTo>
                    <a:pt x="8423" y="1"/>
                  </a:lnTo>
                  <a:cubicBezTo>
                    <a:pt x="7304" y="526"/>
                    <a:pt x="6117" y="936"/>
                    <a:pt x="4862" y="1233"/>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5" name="Google Shape;7965;p57"/>
            <p:cNvSpPr/>
            <p:nvPr/>
          </p:nvSpPr>
          <p:spPr>
            <a:xfrm>
              <a:off x="7386550" y="2913163"/>
              <a:ext cx="210575" cy="258150"/>
            </a:xfrm>
            <a:custGeom>
              <a:avLst/>
              <a:gdLst/>
              <a:ahLst/>
              <a:cxnLst/>
              <a:rect l="l" t="t" r="r" b="b"/>
              <a:pathLst>
                <a:path w="8423" h="10326" extrusionOk="0">
                  <a:moveTo>
                    <a:pt x="8423" y="1"/>
                  </a:moveTo>
                  <a:lnTo>
                    <a:pt x="8423" y="1"/>
                  </a:lnTo>
                  <a:cubicBezTo>
                    <a:pt x="7304" y="526"/>
                    <a:pt x="6117" y="936"/>
                    <a:pt x="4862" y="1233"/>
                  </a:cubicBezTo>
                  <a:cubicBezTo>
                    <a:pt x="4086" y="1439"/>
                    <a:pt x="3310" y="1576"/>
                    <a:pt x="2557" y="1667"/>
                  </a:cubicBezTo>
                  <a:cubicBezTo>
                    <a:pt x="2465" y="1690"/>
                    <a:pt x="2397" y="1735"/>
                    <a:pt x="2328" y="1758"/>
                  </a:cubicBezTo>
                  <a:cubicBezTo>
                    <a:pt x="959" y="4337"/>
                    <a:pt x="137" y="7213"/>
                    <a:pt x="0" y="10204"/>
                  </a:cubicBezTo>
                  <a:cubicBezTo>
                    <a:pt x="328" y="10282"/>
                    <a:pt x="670" y="10326"/>
                    <a:pt x="1024" y="10326"/>
                  </a:cubicBezTo>
                  <a:cubicBezTo>
                    <a:pt x="2738" y="10326"/>
                    <a:pt x="4728" y="9292"/>
                    <a:pt x="6734" y="6095"/>
                  </a:cubicBezTo>
                  <a:cubicBezTo>
                    <a:pt x="7692" y="4543"/>
                    <a:pt x="8240" y="2443"/>
                    <a:pt x="842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6" name="Google Shape;7966;p57"/>
            <p:cNvSpPr/>
            <p:nvPr/>
          </p:nvSpPr>
          <p:spPr>
            <a:xfrm>
              <a:off x="7386550" y="2913163"/>
              <a:ext cx="210575" cy="258150"/>
            </a:xfrm>
            <a:custGeom>
              <a:avLst/>
              <a:gdLst/>
              <a:ahLst/>
              <a:cxnLst/>
              <a:rect l="l" t="t" r="r" b="b"/>
              <a:pathLst>
                <a:path w="8423" h="10326" extrusionOk="0">
                  <a:moveTo>
                    <a:pt x="8423" y="1"/>
                  </a:moveTo>
                  <a:lnTo>
                    <a:pt x="8423" y="1"/>
                  </a:lnTo>
                  <a:cubicBezTo>
                    <a:pt x="7304" y="526"/>
                    <a:pt x="6117" y="936"/>
                    <a:pt x="4862" y="1233"/>
                  </a:cubicBezTo>
                  <a:cubicBezTo>
                    <a:pt x="4086" y="1439"/>
                    <a:pt x="3310" y="1576"/>
                    <a:pt x="2557" y="1667"/>
                  </a:cubicBezTo>
                  <a:cubicBezTo>
                    <a:pt x="2465" y="1690"/>
                    <a:pt x="2397" y="1735"/>
                    <a:pt x="2328" y="1758"/>
                  </a:cubicBezTo>
                  <a:cubicBezTo>
                    <a:pt x="959" y="4337"/>
                    <a:pt x="137" y="7213"/>
                    <a:pt x="0" y="10204"/>
                  </a:cubicBezTo>
                  <a:cubicBezTo>
                    <a:pt x="328" y="10282"/>
                    <a:pt x="670" y="10326"/>
                    <a:pt x="1024" y="10326"/>
                  </a:cubicBezTo>
                  <a:cubicBezTo>
                    <a:pt x="2738" y="10326"/>
                    <a:pt x="4728" y="9292"/>
                    <a:pt x="6734" y="6095"/>
                  </a:cubicBezTo>
                  <a:cubicBezTo>
                    <a:pt x="7692" y="4543"/>
                    <a:pt x="8240" y="2443"/>
                    <a:pt x="842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7" name="Google Shape;7967;p57"/>
            <p:cNvSpPr/>
            <p:nvPr/>
          </p:nvSpPr>
          <p:spPr>
            <a:xfrm>
              <a:off x="7386550" y="2913163"/>
              <a:ext cx="210575" cy="258150"/>
            </a:xfrm>
            <a:custGeom>
              <a:avLst/>
              <a:gdLst/>
              <a:ahLst/>
              <a:cxnLst/>
              <a:rect l="l" t="t" r="r" b="b"/>
              <a:pathLst>
                <a:path w="8423" h="10326" extrusionOk="0">
                  <a:moveTo>
                    <a:pt x="8423" y="1"/>
                  </a:moveTo>
                  <a:lnTo>
                    <a:pt x="8423" y="1"/>
                  </a:lnTo>
                  <a:cubicBezTo>
                    <a:pt x="7304" y="526"/>
                    <a:pt x="6117" y="936"/>
                    <a:pt x="4862" y="1233"/>
                  </a:cubicBezTo>
                  <a:cubicBezTo>
                    <a:pt x="4086" y="1439"/>
                    <a:pt x="3310" y="1576"/>
                    <a:pt x="2557" y="1667"/>
                  </a:cubicBezTo>
                  <a:cubicBezTo>
                    <a:pt x="2465" y="1690"/>
                    <a:pt x="2397" y="1735"/>
                    <a:pt x="2328" y="1758"/>
                  </a:cubicBezTo>
                  <a:cubicBezTo>
                    <a:pt x="959" y="4337"/>
                    <a:pt x="137" y="7213"/>
                    <a:pt x="0" y="10204"/>
                  </a:cubicBezTo>
                  <a:cubicBezTo>
                    <a:pt x="328" y="10282"/>
                    <a:pt x="670" y="10326"/>
                    <a:pt x="1024" y="10326"/>
                  </a:cubicBezTo>
                  <a:cubicBezTo>
                    <a:pt x="2738" y="10326"/>
                    <a:pt x="4728" y="9292"/>
                    <a:pt x="6734" y="6095"/>
                  </a:cubicBezTo>
                  <a:cubicBezTo>
                    <a:pt x="7692" y="4543"/>
                    <a:pt x="8240" y="2443"/>
                    <a:pt x="8423"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8" name="Google Shape;7968;p57"/>
            <p:cNvSpPr/>
            <p:nvPr/>
          </p:nvSpPr>
          <p:spPr>
            <a:xfrm>
              <a:off x="7444750" y="2954813"/>
              <a:ext cx="5725" cy="2325"/>
            </a:xfrm>
            <a:custGeom>
              <a:avLst/>
              <a:gdLst/>
              <a:ahLst/>
              <a:cxnLst/>
              <a:rect l="l" t="t" r="r" b="b"/>
              <a:pathLst>
                <a:path w="229" h="93" extrusionOk="0">
                  <a:moveTo>
                    <a:pt x="229" y="1"/>
                  </a:moveTo>
                  <a:cubicBezTo>
                    <a:pt x="160" y="1"/>
                    <a:pt x="114" y="1"/>
                    <a:pt x="46" y="24"/>
                  </a:cubicBezTo>
                  <a:cubicBezTo>
                    <a:pt x="23" y="47"/>
                    <a:pt x="23" y="69"/>
                    <a:pt x="0" y="92"/>
                  </a:cubicBezTo>
                  <a:cubicBezTo>
                    <a:pt x="69" y="69"/>
                    <a:pt x="137" y="24"/>
                    <a:pt x="229"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9" name="Google Shape;7969;p57"/>
            <p:cNvSpPr/>
            <p:nvPr/>
          </p:nvSpPr>
          <p:spPr>
            <a:xfrm>
              <a:off x="7444750" y="2954813"/>
              <a:ext cx="5725" cy="2325"/>
            </a:xfrm>
            <a:custGeom>
              <a:avLst/>
              <a:gdLst/>
              <a:ahLst/>
              <a:cxnLst/>
              <a:rect l="l" t="t" r="r" b="b"/>
              <a:pathLst>
                <a:path w="229" h="93" extrusionOk="0">
                  <a:moveTo>
                    <a:pt x="46" y="24"/>
                  </a:moveTo>
                  <a:cubicBezTo>
                    <a:pt x="23" y="47"/>
                    <a:pt x="23" y="69"/>
                    <a:pt x="0" y="92"/>
                  </a:cubicBezTo>
                  <a:lnTo>
                    <a:pt x="0" y="92"/>
                  </a:lnTo>
                  <a:cubicBezTo>
                    <a:pt x="69" y="69"/>
                    <a:pt x="137" y="24"/>
                    <a:pt x="229" y="1"/>
                  </a:cubicBezTo>
                  <a:lnTo>
                    <a:pt x="229" y="1"/>
                  </a:lnTo>
                  <a:cubicBezTo>
                    <a:pt x="160" y="1"/>
                    <a:pt x="114" y="1"/>
                    <a:pt x="46" y="24"/>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0" name="Google Shape;7970;p57"/>
            <p:cNvSpPr/>
            <p:nvPr/>
          </p:nvSpPr>
          <p:spPr>
            <a:xfrm>
              <a:off x="7444750" y="2954813"/>
              <a:ext cx="5725" cy="2325"/>
            </a:xfrm>
            <a:custGeom>
              <a:avLst/>
              <a:gdLst/>
              <a:ahLst/>
              <a:cxnLst/>
              <a:rect l="l" t="t" r="r" b="b"/>
              <a:pathLst>
                <a:path w="229" h="93" extrusionOk="0">
                  <a:moveTo>
                    <a:pt x="229" y="1"/>
                  </a:moveTo>
                  <a:cubicBezTo>
                    <a:pt x="160" y="1"/>
                    <a:pt x="114" y="1"/>
                    <a:pt x="46" y="24"/>
                  </a:cubicBezTo>
                  <a:cubicBezTo>
                    <a:pt x="23" y="47"/>
                    <a:pt x="23" y="69"/>
                    <a:pt x="0" y="92"/>
                  </a:cubicBezTo>
                  <a:cubicBezTo>
                    <a:pt x="69" y="69"/>
                    <a:pt x="137" y="24"/>
                    <a:pt x="229"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1" name="Google Shape;7971;p57"/>
            <p:cNvSpPr/>
            <p:nvPr/>
          </p:nvSpPr>
          <p:spPr>
            <a:xfrm>
              <a:off x="7444750" y="2954813"/>
              <a:ext cx="5725" cy="2325"/>
            </a:xfrm>
            <a:custGeom>
              <a:avLst/>
              <a:gdLst/>
              <a:ahLst/>
              <a:cxnLst/>
              <a:rect l="l" t="t" r="r" b="b"/>
              <a:pathLst>
                <a:path w="229" h="93" extrusionOk="0">
                  <a:moveTo>
                    <a:pt x="229" y="1"/>
                  </a:moveTo>
                  <a:cubicBezTo>
                    <a:pt x="160" y="1"/>
                    <a:pt x="114" y="1"/>
                    <a:pt x="46" y="24"/>
                  </a:cubicBezTo>
                  <a:cubicBezTo>
                    <a:pt x="23" y="47"/>
                    <a:pt x="23" y="69"/>
                    <a:pt x="0" y="92"/>
                  </a:cubicBezTo>
                  <a:cubicBezTo>
                    <a:pt x="69" y="69"/>
                    <a:pt x="137" y="24"/>
                    <a:pt x="229"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2" name="Google Shape;7972;p57"/>
            <p:cNvSpPr/>
            <p:nvPr/>
          </p:nvSpPr>
          <p:spPr>
            <a:xfrm>
              <a:off x="7444750" y="2954813"/>
              <a:ext cx="5725" cy="2325"/>
            </a:xfrm>
            <a:custGeom>
              <a:avLst/>
              <a:gdLst/>
              <a:ahLst/>
              <a:cxnLst/>
              <a:rect l="l" t="t" r="r" b="b"/>
              <a:pathLst>
                <a:path w="229" h="93" extrusionOk="0">
                  <a:moveTo>
                    <a:pt x="229" y="1"/>
                  </a:moveTo>
                  <a:cubicBezTo>
                    <a:pt x="160" y="1"/>
                    <a:pt x="114" y="1"/>
                    <a:pt x="46" y="24"/>
                  </a:cubicBezTo>
                  <a:cubicBezTo>
                    <a:pt x="23" y="47"/>
                    <a:pt x="23" y="69"/>
                    <a:pt x="0" y="92"/>
                  </a:cubicBezTo>
                  <a:cubicBezTo>
                    <a:pt x="69" y="69"/>
                    <a:pt x="137" y="24"/>
                    <a:pt x="229"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3" name="Google Shape;7973;p57"/>
            <p:cNvSpPr/>
            <p:nvPr/>
          </p:nvSpPr>
          <p:spPr>
            <a:xfrm>
              <a:off x="7444750" y="2954813"/>
              <a:ext cx="5725" cy="2325"/>
            </a:xfrm>
            <a:custGeom>
              <a:avLst/>
              <a:gdLst/>
              <a:ahLst/>
              <a:cxnLst/>
              <a:rect l="l" t="t" r="r" b="b"/>
              <a:pathLst>
                <a:path w="229" h="93" extrusionOk="0">
                  <a:moveTo>
                    <a:pt x="229" y="1"/>
                  </a:moveTo>
                  <a:cubicBezTo>
                    <a:pt x="160" y="1"/>
                    <a:pt x="114" y="1"/>
                    <a:pt x="46" y="24"/>
                  </a:cubicBezTo>
                  <a:cubicBezTo>
                    <a:pt x="23" y="47"/>
                    <a:pt x="23" y="69"/>
                    <a:pt x="0" y="92"/>
                  </a:cubicBezTo>
                  <a:cubicBezTo>
                    <a:pt x="69" y="69"/>
                    <a:pt x="137" y="24"/>
                    <a:pt x="229"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4" name="Google Shape;7974;p57"/>
            <p:cNvSpPr/>
            <p:nvPr/>
          </p:nvSpPr>
          <p:spPr>
            <a:xfrm>
              <a:off x="7450450" y="2885788"/>
              <a:ext cx="147250" cy="69050"/>
            </a:xfrm>
            <a:custGeom>
              <a:avLst/>
              <a:gdLst/>
              <a:ahLst/>
              <a:cxnLst/>
              <a:rect l="l" t="t" r="r" b="b"/>
              <a:pathLst>
                <a:path w="5890" h="2762" extrusionOk="0">
                  <a:moveTo>
                    <a:pt x="4109" y="0"/>
                  </a:moveTo>
                  <a:cubicBezTo>
                    <a:pt x="2877" y="1073"/>
                    <a:pt x="1484" y="2009"/>
                    <a:pt x="1" y="2762"/>
                  </a:cubicBezTo>
                  <a:cubicBezTo>
                    <a:pt x="754" y="2671"/>
                    <a:pt x="1530" y="2534"/>
                    <a:pt x="2306" y="2328"/>
                  </a:cubicBezTo>
                  <a:cubicBezTo>
                    <a:pt x="3561" y="2031"/>
                    <a:pt x="4748" y="1621"/>
                    <a:pt x="5867" y="1096"/>
                  </a:cubicBezTo>
                  <a:cubicBezTo>
                    <a:pt x="5867" y="890"/>
                    <a:pt x="5889" y="639"/>
                    <a:pt x="5889" y="411"/>
                  </a:cubicBezTo>
                  <a:cubicBezTo>
                    <a:pt x="5296" y="297"/>
                    <a:pt x="4703" y="160"/>
                    <a:pt x="410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5" name="Google Shape;7975;p57"/>
            <p:cNvSpPr/>
            <p:nvPr/>
          </p:nvSpPr>
          <p:spPr>
            <a:xfrm>
              <a:off x="7450450" y="2885788"/>
              <a:ext cx="147250" cy="69050"/>
            </a:xfrm>
            <a:custGeom>
              <a:avLst/>
              <a:gdLst/>
              <a:ahLst/>
              <a:cxnLst/>
              <a:rect l="l" t="t" r="r" b="b"/>
              <a:pathLst>
                <a:path w="5890" h="2762" extrusionOk="0">
                  <a:moveTo>
                    <a:pt x="1" y="2762"/>
                  </a:moveTo>
                  <a:cubicBezTo>
                    <a:pt x="754" y="2671"/>
                    <a:pt x="1530" y="2534"/>
                    <a:pt x="2306" y="2328"/>
                  </a:cubicBezTo>
                  <a:lnTo>
                    <a:pt x="2306" y="2328"/>
                  </a:lnTo>
                  <a:cubicBezTo>
                    <a:pt x="3561" y="2031"/>
                    <a:pt x="4748" y="1621"/>
                    <a:pt x="5867" y="1096"/>
                  </a:cubicBezTo>
                  <a:lnTo>
                    <a:pt x="5867" y="1096"/>
                  </a:lnTo>
                  <a:cubicBezTo>
                    <a:pt x="5867" y="890"/>
                    <a:pt x="5889" y="639"/>
                    <a:pt x="5889" y="411"/>
                  </a:cubicBezTo>
                  <a:lnTo>
                    <a:pt x="5889" y="411"/>
                  </a:lnTo>
                  <a:cubicBezTo>
                    <a:pt x="5296" y="297"/>
                    <a:pt x="4703" y="160"/>
                    <a:pt x="4109" y="0"/>
                  </a:cubicBezTo>
                  <a:lnTo>
                    <a:pt x="4109" y="0"/>
                  </a:lnTo>
                  <a:cubicBezTo>
                    <a:pt x="2877" y="1073"/>
                    <a:pt x="1484" y="2009"/>
                    <a:pt x="1" y="2762"/>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6" name="Google Shape;7976;p57"/>
            <p:cNvSpPr/>
            <p:nvPr/>
          </p:nvSpPr>
          <p:spPr>
            <a:xfrm>
              <a:off x="7450450" y="2885788"/>
              <a:ext cx="147250" cy="69050"/>
            </a:xfrm>
            <a:custGeom>
              <a:avLst/>
              <a:gdLst/>
              <a:ahLst/>
              <a:cxnLst/>
              <a:rect l="l" t="t" r="r" b="b"/>
              <a:pathLst>
                <a:path w="5890" h="2762" extrusionOk="0">
                  <a:moveTo>
                    <a:pt x="4109" y="0"/>
                  </a:moveTo>
                  <a:cubicBezTo>
                    <a:pt x="2877" y="1073"/>
                    <a:pt x="1484" y="2009"/>
                    <a:pt x="1" y="2762"/>
                  </a:cubicBezTo>
                  <a:cubicBezTo>
                    <a:pt x="754" y="2671"/>
                    <a:pt x="1530" y="2534"/>
                    <a:pt x="2306" y="2328"/>
                  </a:cubicBezTo>
                  <a:cubicBezTo>
                    <a:pt x="3561" y="2031"/>
                    <a:pt x="4748" y="1621"/>
                    <a:pt x="5867" y="1096"/>
                  </a:cubicBezTo>
                  <a:cubicBezTo>
                    <a:pt x="5867" y="890"/>
                    <a:pt x="5889" y="639"/>
                    <a:pt x="5889" y="411"/>
                  </a:cubicBezTo>
                  <a:cubicBezTo>
                    <a:pt x="5296" y="297"/>
                    <a:pt x="4703" y="160"/>
                    <a:pt x="410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7" name="Google Shape;7977;p57"/>
            <p:cNvSpPr/>
            <p:nvPr/>
          </p:nvSpPr>
          <p:spPr>
            <a:xfrm>
              <a:off x="7450450" y="2885788"/>
              <a:ext cx="147250" cy="69050"/>
            </a:xfrm>
            <a:custGeom>
              <a:avLst/>
              <a:gdLst/>
              <a:ahLst/>
              <a:cxnLst/>
              <a:rect l="l" t="t" r="r" b="b"/>
              <a:pathLst>
                <a:path w="5890" h="2762" extrusionOk="0">
                  <a:moveTo>
                    <a:pt x="4109" y="0"/>
                  </a:moveTo>
                  <a:cubicBezTo>
                    <a:pt x="2877" y="1073"/>
                    <a:pt x="1484" y="2009"/>
                    <a:pt x="1" y="2762"/>
                  </a:cubicBezTo>
                  <a:cubicBezTo>
                    <a:pt x="754" y="2671"/>
                    <a:pt x="1530" y="2534"/>
                    <a:pt x="2306" y="2328"/>
                  </a:cubicBezTo>
                  <a:cubicBezTo>
                    <a:pt x="3561" y="2031"/>
                    <a:pt x="4748" y="1621"/>
                    <a:pt x="5867" y="1096"/>
                  </a:cubicBezTo>
                  <a:cubicBezTo>
                    <a:pt x="5867" y="890"/>
                    <a:pt x="5889" y="639"/>
                    <a:pt x="5889" y="411"/>
                  </a:cubicBezTo>
                  <a:cubicBezTo>
                    <a:pt x="5296" y="297"/>
                    <a:pt x="4703" y="160"/>
                    <a:pt x="410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8" name="Google Shape;7978;p57"/>
            <p:cNvSpPr/>
            <p:nvPr/>
          </p:nvSpPr>
          <p:spPr>
            <a:xfrm>
              <a:off x="7450450" y="2885788"/>
              <a:ext cx="147250" cy="69050"/>
            </a:xfrm>
            <a:custGeom>
              <a:avLst/>
              <a:gdLst/>
              <a:ahLst/>
              <a:cxnLst/>
              <a:rect l="l" t="t" r="r" b="b"/>
              <a:pathLst>
                <a:path w="5890" h="2762" extrusionOk="0">
                  <a:moveTo>
                    <a:pt x="4109" y="0"/>
                  </a:moveTo>
                  <a:cubicBezTo>
                    <a:pt x="2877" y="1073"/>
                    <a:pt x="1484" y="2009"/>
                    <a:pt x="1" y="2762"/>
                  </a:cubicBezTo>
                  <a:cubicBezTo>
                    <a:pt x="754" y="2671"/>
                    <a:pt x="1530" y="2534"/>
                    <a:pt x="2306" y="2328"/>
                  </a:cubicBezTo>
                  <a:cubicBezTo>
                    <a:pt x="3561" y="2031"/>
                    <a:pt x="4748" y="1621"/>
                    <a:pt x="5867" y="1096"/>
                  </a:cubicBezTo>
                  <a:cubicBezTo>
                    <a:pt x="5867" y="890"/>
                    <a:pt x="5889" y="639"/>
                    <a:pt x="5889" y="411"/>
                  </a:cubicBezTo>
                  <a:cubicBezTo>
                    <a:pt x="5296" y="297"/>
                    <a:pt x="4703" y="160"/>
                    <a:pt x="410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9" name="Google Shape;7979;p57"/>
            <p:cNvSpPr/>
            <p:nvPr/>
          </p:nvSpPr>
          <p:spPr>
            <a:xfrm>
              <a:off x="7450450" y="2885788"/>
              <a:ext cx="147250" cy="69050"/>
            </a:xfrm>
            <a:custGeom>
              <a:avLst/>
              <a:gdLst/>
              <a:ahLst/>
              <a:cxnLst/>
              <a:rect l="l" t="t" r="r" b="b"/>
              <a:pathLst>
                <a:path w="5890" h="2762" extrusionOk="0">
                  <a:moveTo>
                    <a:pt x="4109" y="0"/>
                  </a:moveTo>
                  <a:cubicBezTo>
                    <a:pt x="2877" y="1073"/>
                    <a:pt x="1484" y="2009"/>
                    <a:pt x="1" y="2762"/>
                  </a:cubicBezTo>
                  <a:cubicBezTo>
                    <a:pt x="754" y="2671"/>
                    <a:pt x="1530" y="2534"/>
                    <a:pt x="2306" y="2328"/>
                  </a:cubicBezTo>
                  <a:cubicBezTo>
                    <a:pt x="3561" y="2031"/>
                    <a:pt x="4748" y="1621"/>
                    <a:pt x="5867" y="1096"/>
                  </a:cubicBezTo>
                  <a:cubicBezTo>
                    <a:pt x="5867" y="890"/>
                    <a:pt x="5889" y="639"/>
                    <a:pt x="5889" y="411"/>
                  </a:cubicBezTo>
                  <a:cubicBezTo>
                    <a:pt x="5296" y="297"/>
                    <a:pt x="4703" y="160"/>
                    <a:pt x="4109"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0" name="Google Shape;7980;p57"/>
            <p:cNvSpPr/>
            <p:nvPr/>
          </p:nvSpPr>
          <p:spPr>
            <a:xfrm>
              <a:off x="7445875" y="2869238"/>
              <a:ext cx="107325" cy="86175"/>
            </a:xfrm>
            <a:custGeom>
              <a:avLst/>
              <a:gdLst/>
              <a:ahLst/>
              <a:cxnLst/>
              <a:rect l="l" t="t" r="r" b="b"/>
              <a:pathLst>
                <a:path w="4293" h="3447" extrusionOk="0">
                  <a:moveTo>
                    <a:pt x="2375" y="0"/>
                  </a:moveTo>
                  <a:cubicBezTo>
                    <a:pt x="1462" y="1073"/>
                    <a:pt x="663" y="2214"/>
                    <a:pt x="1" y="3447"/>
                  </a:cubicBezTo>
                  <a:cubicBezTo>
                    <a:pt x="69" y="3424"/>
                    <a:pt x="115" y="3424"/>
                    <a:pt x="184" y="3424"/>
                  </a:cubicBezTo>
                  <a:cubicBezTo>
                    <a:pt x="1667" y="2671"/>
                    <a:pt x="3060" y="1735"/>
                    <a:pt x="4292" y="662"/>
                  </a:cubicBezTo>
                  <a:cubicBezTo>
                    <a:pt x="3630" y="479"/>
                    <a:pt x="3014" y="251"/>
                    <a:pt x="237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1" name="Google Shape;7981;p57"/>
            <p:cNvSpPr/>
            <p:nvPr/>
          </p:nvSpPr>
          <p:spPr>
            <a:xfrm>
              <a:off x="7445875" y="2869238"/>
              <a:ext cx="107325" cy="86175"/>
            </a:xfrm>
            <a:custGeom>
              <a:avLst/>
              <a:gdLst/>
              <a:ahLst/>
              <a:cxnLst/>
              <a:rect l="l" t="t" r="r" b="b"/>
              <a:pathLst>
                <a:path w="4293" h="3447" extrusionOk="0">
                  <a:moveTo>
                    <a:pt x="1" y="3447"/>
                  </a:moveTo>
                  <a:cubicBezTo>
                    <a:pt x="69" y="3424"/>
                    <a:pt x="115" y="3424"/>
                    <a:pt x="184" y="3424"/>
                  </a:cubicBezTo>
                  <a:lnTo>
                    <a:pt x="184" y="3424"/>
                  </a:lnTo>
                  <a:cubicBezTo>
                    <a:pt x="1667" y="2671"/>
                    <a:pt x="3060" y="1735"/>
                    <a:pt x="4292" y="662"/>
                  </a:cubicBezTo>
                  <a:lnTo>
                    <a:pt x="4292" y="662"/>
                  </a:lnTo>
                  <a:cubicBezTo>
                    <a:pt x="3630" y="479"/>
                    <a:pt x="3014" y="251"/>
                    <a:pt x="2375" y="0"/>
                  </a:cubicBezTo>
                  <a:lnTo>
                    <a:pt x="2375" y="0"/>
                  </a:lnTo>
                  <a:cubicBezTo>
                    <a:pt x="1462" y="1073"/>
                    <a:pt x="663" y="2214"/>
                    <a:pt x="1" y="3447"/>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2" name="Google Shape;7982;p57"/>
            <p:cNvSpPr/>
            <p:nvPr/>
          </p:nvSpPr>
          <p:spPr>
            <a:xfrm>
              <a:off x="7445875" y="2869238"/>
              <a:ext cx="107325" cy="86175"/>
            </a:xfrm>
            <a:custGeom>
              <a:avLst/>
              <a:gdLst/>
              <a:ahLst/>
              <a:cxnLst/>
              <a:rect l="l" t="t" r="r" b="b"/>
              <a:pathLst>
                <a:path w="4293" h="3447" extrusionOk="0">
                  <a:moveTo>
                    <a:pt x="2375" y="0"/>
                  </a:moveTo>
                  <a:cubicBezTo>
                    <a:pt x="1462" y="1073"/>
                    <a:pt x="663" y="2214"/>
                    <a:pt x="1" y="3447"/>
                  </a:cubicBezTo>
                  <a:cubicBezTo>
                    <a:pt x="69" y="3424"/>
                    <a:pt x="115" y="3424"/>
                    <a:pt x="184" y="3424"/>
                  </a:cubicBezTo>
                  <a:cubicBezTo>
                    <a:pt x="1667" y="2671"/>
                    <a:pt x="3060" y="1735"/>
                    <a:pt x="4292" y="662"/>
                  </a:cubicBezTo>
                  <a:cubicBezTo>
                    <a:pt x="3630" y="479"/>
                    <a:pt x="3014" y="251"/>
                    <a:pt x="237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3" name="Google Shape;7983;p57"/>
            <p:cNvSpPr/>
            <p:nvPr/>
          </p:nvSpPr>
          <p:spPr>
            <a:xfrm>
              <a:off x="7445875" y="2869238"/>
              <a:ext cx="107325" cy="86175"/>
            </a:xfrm>
            <a:custGeom>
              <a:avLst/>
              <a:gdLst/>
              <a:ahLst/>
              <a:cxnLst/>
              <a:rect l="l" t="t" r="r" b="b"/>
              <a:pathLst>
                <a:path w="4293" h="3447" extrusionOk="0">
                  <a:moveTo>
                    <a:pt x="2375" y="0"/>
                  </a:moveTo>
                  <a:cubicBezTo>
                    <a:pt x="1462" y="1073"/>
                    <a:pt x="663" y="2214"/>
                    <a:pt x="1" y="3447"/>
                  </a:cubicBezTo>
                  <a:cubicBezTo>
                    <a:pt x="69" y="3424"/>
                    <a:pt x="115" y="3424"/>
                    <a:pt x="184" y="3424"/>
                  </a:cubicBezTo>
                  <a:cubicBezTo>
                    <a:pt x="1667" y="2671"/>
                    <a:pt x="3060" y="1735"/>
                    <a:pt x="4292" y="662"/>
                  </a:cubicBezTo>
                  <a:cubicBezTo>
                    <a:pt x="3630" y="479"/>
                    <a:pt x="3014" y="251"/>
                    <a:pt x="237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4" name="Google Shape;7984;p57"/>
            <p:cNvSpPr/>
            <p:nvPr/>
          </p:nvSpPr>
          <p:spPr>
            <a:xfrm>
              <a:off x="7445875" y="2869238"/>
              <a:ext cx="107325" cy="86175"/>
            </a:xfrm>
            <a:custGeom>
              <a:avLst/>
              <a:gdLst/>
              <a:ahLst/>
              <a:cxnLst/>
              <a:rect l="l" t="t" r="r" b="b"/>
              <a:pathLst>
                <a:path w="4293" h="3447" extrusionOk="0">
                  <a:moveTo>
                    <a:pt x="2375" y="0"/>
                  </a:moveTo>
                  <a:cubicBezTo>
                    <a:pt x="1462" y="1073"/>
                    <a:pt x="663" y="2214"/>
                    <a:pt x="1" y="3447"/>
                  </a:cubicBezTo>
                  <a:cubicBezTo>
                    <a:pt x="69" y="3424"/>
                    <a:pt x="115" y="3424"/>
                    <a:pt x="184" y="3424"/>
                  </a:cubicBezTo>
                  <a:cubicBezTo>
                    <a:pt x="1667" y="2671"/>
                    <a:pt x="3060" y="1735"/>
                    <a:pt x="4292" y="662"/>
                  </a:cubicBezTo>
                  <a:cubicBezTo>
                    <a:pt x="3630" y="479"/>
                    <a:pt x="3014" y="251"/>
                    <a:pt x="237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5" name="Google Shape;7985;p57"/>
            <p:cNvSpPr/>
            <p:nvPr/>
          </p:nvSpPr>
          <p:spPr>
            <a:xfrm>
              <a:off x="7445875" y="2869238"/>
              <a:ext cx="107325" cy="86175"/>
            </a:xfrm>
            <a:custGeom>
              <a:avLst/>
              <a:gdLst/>
              <a:ahLst/>
              <a:cxnLst/>
              <a:rect l="l" t="t" r="r" b="b"/>
              <a:pathLst>
                <a:path w="4293" h="3447" extrusionOk="0">
                  <a:moveTo>
                    <a:pt x="2375" y="0"/>
                  </a:moveTo>
                  <a:cubicBezTo>
                    <a:pt x="1462" y="1073"/>
                    <a:pt x="663" y="2214"/>
                    <a:pt x="1" y="3447"/>
                  </a:cubicBezTo>
                  <a:cubicBezTo>
                    <a:pt x="69" y="3424"/>
                    <a:pt x="115" y="3424"/>
                    <a:pt x="184" y="3424"/>
                  </a:cubicBezTo>
                  <a:cubicBezTo>
                    <a:pt x="1667" y="2671"/>
                    <a:pt x="3060" y="1735"/>
                    <a:pt x="4292" y="662"/>
                  </a:cubicBezTo>
                  <a:cubicBezTo>
                    <a:pt x="3630" y="479"/>
                    <a:pt x="3014" y="251"/>
                    <a:pt x="237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6" name="Google Shape;7986;p57"/>
            <p:cNvSpPr/>
            <p:nvPr/>
          </p:nvSpPr>
          <p:spPr>
            <a:xfrm>
              <a:off x="7445875" y="2869238"/>
              <a:ext cx="107325" cy="86175"/>
            </a:xfrm>
            <a:custGeom>
              <a:avLst/>
              <a:gdLst/>
              <a:ahLst/>
              <a:cxnLst/>
              <a:rect l="l" t="t" r="r" b="b"/>
              <a:pathLst>
                <a:path w="4293" h="3447" extrusionOk="0">
                  <a:moveTo>
                    <a:pt x="2375" y="0"/>
                  </a:moveTo>
                  <a:cubicBezTo>
                    <a:pt x="1462" y="1073"/>
                    <a:pt x="663" y="2214"/>
                    <a:pt x="1" y="3447"/>
                  </a:cubicBezTo>
                  <a:cubicBezTo>
                    <a:pt x="69" y="3424"/>
                    <a:pt x="115" y="3424"/>
                    <a:pt x="184" y="3424"/>
                  </a:cubicBezTo>
                  <a:cubicBezTo>
                    <a:pt x="1667" y="2671"/>
                    <a:pt x="3060" y="1735"/>
                    <a:pt x="4292" y="662"/>
                  </a:cubicBezTo>
                  <a:cubicBezTo>
                    <a:pt x="3630" y="479"/>
                    <a:pt x="3014" y="251"/>
                    <a:pt x="2375"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7" name="Google Shape;7987;p57"/>
            <p:cNvSpPr/>
            <p:nvPr/>
          </p:nvSpPr>
          <p:spPr>
            <a:xfrm>
              <a:off x="7553175" y="2840688"/>
              <a:ext cx="45675" cy="55375"/>
            </a:xfrm>
            <a:custGeom>
              <a:avLst/>
              <a:gdLst/>
              <a:ahLst/>
              <a:cxnLst/>
              <a:rect l="l" t="t" r="r" b="b"/>
              <a:pathLst>
                <a:path w="1827" h="2215" extrusionOk="0">
                  <a:moveTo>
                    <a:pt x="1780" y="1"/>
                  </a:moveTo>
                  <a:cubicBezTo>
                    <a:pt x="1233" y="640"/>
                    <a:pt x="639" y="1233"/>
                    <a:pt x="0" y="1804"/>
                  </a:cubicBezTo>
                  <a:cubicBezTo>
                    <a:pt x="594" y="1964"/>
                    <a:pt x="1187" y="2101"/>
                    <a:pt x="1780" y="2215"/>
                  </a:cubicBezTo>
                  <a:cubicBezTo>
                    <a:pt x="1826" y="1507"/>
                    <a:pt x="1826" y="777"/>
                    <a:pt x="178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8" name="Google Shape;7988;p57"/>
            <p:cNvSpPr/>
            <p:nvPr/>
          </p:nvSpPr>
          <p:spPr>
            <a:xfrm>
              <a:off x="7553175" y="2840688"/>
              <a:ext cx="45675" cy="55375"/>
            </a:xfrm>
            <a:custGeom>
              <a:avLst/>
              <a:gdLst/>
              <a:ahLst/>
              <a:cxnLst/>
              <a:rect l="l" t="t" r="r" b="b"/>
              <a:pathLst>
                <a:path w="1827" h="2215" extrusionOk="0">
                  <a:moveTo>
                    <a:pt x="0" y="1804"/>
                  </a:moveTo>
                  <a:cubicBezTo>
                    <a:pt x="594" y="1964"/>
                    <a:pt x="1187" y="2101"/>
                    <a:pt x="1780" y="2215"/>
                  </a:cubicBezTo>
                  <a:lnTo>
                    <a:pt x="1780" y="2215"/>
                  </a:lnTo>
                  <a:cubicBezTo>
                    <a:pt x="1826" y="1507"/>
                    <a:pt x="1826" y="777"/>
                    <a:pt x="1780" y="1"/>
                  </a:cubicBezTo>
                  <a:lnTo>
                    <a:pt x="1780" y="1"/>
                  </a:lnTo>
                  <a:cubicBezTo>
                    <a:pt x="1233" y="640"/>
                    <a:pt x="639" y="1233"/>
                    <a:pt x="0" y="1804"/>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9" name="Google Shape;7989;p57"/>
            <p:cNvSpPr/>
            <p:nvPr/>
          </p:nvSpPr>
          <p:spPr>
            <a:xfrm>
              <a:off x="7553175" y="2840688"/>
              <a:ext cx="45675" cy="55375"/>
            </a:xfrm>
            <a:custGeom>
              <a:avLst/>
              <a:gdLst/>
              <a:ahLst/>
              <a:cxnLst/>
              <a:rect l="l" t="t" r="r" b="b"/>
              <a:pathLst>
                <a:path w="1827" h="2215" extrusionOk="0">
                  <a:moveTo>
                    <a:pt x="1780" y="1"/>
                  </a:moveTo>
                  <a:cubicBezTo>
                    <a:pt x="1233" y="640"/>
                    <a:pt x="639" y="1233"/>
                    <a:pt x="0" y="1804"/>
                  </a:cubicBezTo>
                  <a:cubicBezTo>
                    <a:pt x="594" y="1964"/>
                    <a:pt x="1187" y="2101"/>
                    <a:pt x="1780" y="2215"/>
                  </a:cubicBezTo>
                  <a:cubicBezTo>
                    <a:pt x="1826" y="1507"/>
                    <a:pt x="1826" y="777"/>
                    <a:pt x="178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0" name="Google Shape;7990;p57"/>
            <p:cNvSpPr/>
            <p:nvPr/>
          </p:nvSpPr>
          <p:spPr>
            <a:xfrm>
              <a:off x="7553175" y="2840688"/>
              <a:ext cx="45675" cy="55375"/>
            </a:xfrm>
            <a:custGeom>
              <a:avLst/>
              <a:gdLst/>
              <a:ahLst/>
              <a:cxnLst/>
              <a:rect l="l" t="t" r="r" b="b"/>
              <a:pathLst>
                <a:path w="1827" h="2215" extrusionOk="0">
                  <a:moveTo>
                    <a:pt x="1780" y="1"/>
                  </a:moveTo>
                  <a:cubicBezTo>
                    <a:pt x="1233" y="640"/>
                    <a:pt x="639" y="1233"/>
                    <a:pt x="0" y="1804"/>
                  </a:cubicBezTo>
                  <a:cubicBezTo>
                    <a:pt x="594" y="1964"/>
                    <a:pt x="1187" y="2101"/>
                    <a:pt x="1780" y="2215"/>
                  </a:cubicBezTo>
                  <a:cubicBezTo>
                    <a:pt x="1826" y="1507"/>
                    <a:pt x="1826" y="777"/>
                    <a:pt x="178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1" name="Google Shape;7991;p57"/>
            <p:cNvSpPr/>
            <p:nvPr/>
          </p:nvSpPr>
          <p:spPr>
            <a:xfrm>
              <a:off x="7553175" y="2840688"/>
              <a:ext cx="45675" cy="55375"/>
            </a:xfrm>
            <a:custGeom>
              <a:avLst/>
              <a:gdLst/>
              <a:ahLst/>
              <a:cxnLst/>
              <a:rect l="l" t="t" r="r" b="b"/>
              <a:pathLst>
                <a:path w="1827" h="2215" extrusionOk="0">
                  <a:moveTo>
                    <a:pt x="1780" y="1"/>
                  </a:moveTo>
                  <a:cubicBezTo>
                    <a:pt x="1233" y="640"/>
                    <a:pt x="639" y="1233"/>
                    <a:pt x="0" y="1804"/>
                  </a:cubicBezTo>
                  <a:cubicBezTo>
                    <a:pt x="594" y="1964"/>
                    <a:pt x="1187" y="2101"/>
                    <a:pt x="1780" y="2215"/>
                  </a:cubicBezTo>
                  <a:cubicBezTo>
                    <a:pt x="1826" y="1507"/>
                    <a:pt x="1826" y="777"/>
                    <a:pt x="178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2" name="Google Shape;7992;p57"/>
            <p:cNvSpPr/>
            <p:nvPr/>
          </p:nvSpPr>
          <p:spPr>
            <a:xfrm>
              <a:off x="7553175" y="2840688"/>
              <a:ext cx="45675" cy="55375"/>
            </a:xfrm>
            <a:custGeom>
              <a:avLst/>
              <a:gdLst/>
              <a:ahLst/>
              <a:cxnLst/>
              <a:rect l="l" t="t" r="r" b="b"/>
              <a:pathLst>
                <a:path w="1827" h="2215" extrusionOk="0">
                  <a:moveTo>
                    <a:pt x="1780" y="1"/>
                  </a:moveTo>
                  <a:cubicBezTo>
                    <a:pt x="1233" y="640"/>
                    <a:pt x="639" y="1233"/>
                    <a:pt x="0" y="1804"/>
                  </a:cubicBezTo>
                  <a:cubicBezTo>
                    <a:pt x="594" y="1964"/>
                    <a:pt x="1187" y="2101"/>
                    <a:pt x="1780" y="2215"/>
                  </a:cubicBezTo>
                  <a:cubicBezTo>
                    <a:pt x="1826" y="1507"/>
                    <a:pt x="1826" y="777"/>
                    <a:pt x="178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3" name="Google Shape;7993;p57"/>
            <p:cNvSpPr/>
            <p:nvPr/>
          </p:nvSpPr>
          <p:spPr>
            <a:xfrm>
              <a:off x="7553175" y="2840688"/>
              <a:ext cx="45675" cy="55375"/>
            </a:xfrm>
            <a:custGeom>
              <a:avLst/>
              <a:gdLst/>
              <a:ahLst/>
              <a:cxnLst/>
              <a:rect l="l" t="t" r="r" b="b"/>
              <a:pathLst>
                <a:path w="1827" h="2215" extrusionOk="0">
                  <a:moveTo>
                    <a:pt x="1780" y="1"/>
                  </a:moveTo>
                  <a:cubicBezTo>
                    <a:pt x="1233" y="640"/>
                    <a:pt x="639" y="1233"/>
                    <a:pt x="0" y="1804"/>
                  </a:cubicBezTo>
                  <a:cubicBezTo>
                    <a:pt x="594" y="1964"/>
                    <a:pt x="1187" y="2101"/>
                    <a:pt x="1780" y="2215"/>
                  </a:cubicBezTo>
                  <a:cubicBezTo>
                    <a:pt x="1826" y="1507"/>
                    <a:pt x="1826" y="777"/>
                    <a:pt x="178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4" name="Google Shape;7994;p57"/>
            <p:cNvSpPr/>
            <p:nvPr/>
          </p:nvSpPr>
          <p:spPr>
            <a:xfrm>
              <a:off x="7505225" y="2805888"/>
              <a:ext cx="92475" cy="79925"/>
            </a:xfrm>
            <a:custGeom>
              <a:avLst/>
              <a:gdLst/>
              <a:ahLst/>
              <a:cxnLst/>
              <a:rect l="l" t="t" r="r" b="b"/>
              <a:pathLst>
                <a:path w="3699" h="3197" extrusionOk="0">
                  <a:moveTo>
                    <a:pt x="2626" y="0"/>
                  </a:moveTo>
                  <a:cubicBezTo>
                    <a:pt x="1690" y="777"/>
                    <a:pt x="800" y="1621"/>
                    <a:pt x="1" y="2534"/>
                  </a:cubicBezTo>
                  <a:cubicBezTo>
                    <a:pt x="640" y="2785"/>
                    <a:pt x="1256" y="3013"/>
                    <a:pt x="1918" y="3196"/>
                  </a:cubicBezTo>
                  <a:cubicBezTo>
                    <a:pt x="2557" y="2625"/>
                    <a:pt x="3151" y="2032"/>
                    <a:pt x="3698" y="1393"/>
                  </a:cubicBezTo>
                  <a:cubicBezTo>
                    <a:pt x="3698" y="1142"/>
                    <a:pt x="3676" y="891"/>
                    <a:pt x="3676" y="640"/>
                  </a:cubicBezTo>
                  <a:cubicBezTo>
                    <a:pt x="3310" y="434"/>
                    <a:pt x="2968" y="229"/>
                    <a:pt x="262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5" name="Google Shape;7995;p57"/>
            <p:cNvSpPr/>
            <p:nvPr/>
          </p:nvSpPr>
          <p:spPr>
            <a:xfrm>
              <a:off x="7505225" y="2805888"/>
              <a:ext cx="92475" cy="79925"/>
            </a:xfrm>
            <a:custGeom>
              <a:avLst/>
              <a:gdLst/>
              <a:ahLst/>
              <a:cxnLst/>
              <a:rect l="l" t="t" r="r" b="b"/>
              <a:pathLst>
                <a:path w="3699" h="3197" extrusionOk="0">
                  <a:moveTo>
                    <a:pt x="1" y="2534"/>
                  </a:moveTo>
                  <a:cubicBezTo>
                    <a:pt x="640" y="2785"/>
                    <a:pt x="1256" y="3013"/>
                    <a:pt x="1918" y="3196"/>
                  </a:cubicBezTo>
                  <a:lnTo>
                    <a:pt x="1918" y="3196"/>
                  </a:lnTo>
                  <a:cubicBezTo>
                    <a:pt x="2557" y="2625"/>
                    <a:pt x="3151" y="2032"/>
                    <a:pt x="3698" y="1393"/>
                  </a:cubicBezTo>
                  <a:lnTo>
                    <a:pt x="3698" y="1393"/>
                  </a:lnTo>
                  <a:cubicBezTo>
                    <a:pt x="3698" y="1142"/>
                    <a:pt x="3676" y="891"/>
                    <a:pt x="3676" y="640"/>
                  </a:cubicBezTo>
                  <a:lnTo>
                    <a:pt x="3676" y="640"/>
                  </a:lnTo>
                  <a:cubicBezTo>
                    <a:pt x="3310" y="434"/>
                    <a:pt x="2968" y="229"/>
                    <a:pt x="2626" y="0"/>
                  </a:cubicBezTo>
                  <a:lnTo>
                    <a:pt x="2626" y="0"/>
                  </a:lnTo>
                  <a:cubicBezTo>
                    <a:pt x="1690" y="777"/>
                    <a:pt x="800" y="1621"/>
                    <a:pt x="1" y="2534"/>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6" name="Google Shape;7996;p57"/>
            <p:cNvSpPr/>
            <p:nvPr/>
          </p:nvSpPr>
          <p:spPr>
            <a:xfrm>
              <a:off x="7505225" y="2805888"/>
              <a:ext cx="92475" cy="79925"/>
            </a:xfrm>
            <a:custGeom>
              <a:avLst/>
              <a:gdLst/>
              <a:ahLst/>
              <a:cxnLst/>
              <a:rect l="l" t="t" r="r" b="b"/>
              <a:pathLst>
                <a:path w="3699" h="3197" extrusionOk="0">
                  <a:moveTo>
                    <a:pt x="2626" y="0"/>
                  </a:moveTo>
                  <a:cubicBezTo>
                    <a:pt x="1690" y="777"/>
                    <a:pt x="800" y="1621"/>
                    <a:pt x="1" y="2534"/>
                  </a:cubicBezTo>
                  <a:cubicBezTo>
                    <a:pt x="640" y="2785"/>
                    <a:pt x="1256" y="3013"/>
                    <a:pt x="1918" y="3196"/>
                  </a:cubicBezTo>
                  <a:cubicBezTo>
                    <a:pt x="2557" y="2625"/>
                    <a:pt x="3151" y="2032"/>
                    <a:pt x="3698" y="1393"/>
                  </a:cubicBezTo>
                  <a:cubicBezTo>
                    <a:pt x="3698" y="1142"/>
                    <a:pt x="3676" y="891"/>
                    <a:pt x="3676" y="640"/>
                  </a:cubicBezTo>
                  <a:cubicBezTo>
                    <a:pt x="3310" y="434"/>
                    <a:pt x="2968" y="229"/>
                    <a:pt x="262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7" name="Google Shape;7997;p57"/>
            <p:cNvSpPr/>
            <p:nvPr/>
          </p:nvSpPr>
          <p:spPr>
            <a:xfrm>
              <a:off x="7505225" y="2805888"/>
              <a:ext cx="92475" cy="79925"/>
            </a:xfrm>
            <a:custGeom>
              <a:avLst/>
              <a:gdLst/>
              <a:ahLst/>
              <a:cxnLst/>
              <a:rect l="l" t="t" r="r" b="b"/>
              <a:pathLst>
                <a:path w="3699" h="3197" extrusionOk="0">
                  <a:moveTo>
                    <a:pt x="2626" y="0"/>
                  </a:moveTo>
                  <a:cubicBezTo>
                    <a:pt x="1690" y="777"/>
                    <a:pt x="800" y="1621"/>
                    <a:pt x="1" y="2534"/>
                  </a:cubicBezTo>
                  <a:cubicBezTo>
                    <a:pt x="640" y="2785"/>
                    <a:pt x="1256" y="3013"/>
                    <a:pt x="1918" y="3196"/>
                  </a:cubicBezTo>
                  <a:cubicBezTo>
                    <a:pt x="2557" y="2625"/>
                    <a:pt x="3151" y="2032"/>
                    <a:pt x="3698" y="1393"/>
                  </a:cubicBezTo>
                  <a:cubicBezTo>
                    <a:pt x="3698" y="1142"/>
                    <a:pt x="3676" y="891"/>
                    <a:pt x="3676" y="640"/>
                  </a:cubicBezTo>
                  <a:cubicBezTo>
                    <a:pt x="3310" y="434"/>
                    <a:pt x="2968" y="229"/>
                    <a:pt x="262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8" name="Google Shape;7998;p57"/>
            <p:cNvSpPr/>
            <p:nvPr/>
          </p:nvSpPr>
          <p:spPr>
            <a:xfrm>
              <a:off x="7505225" y="2805888"/>
              <a:ext cx="92475" cy="79925"/>
            </a:xfrm>
            <a:custGeom>
              <a:avLst/>
              <a:gdLst/>
              <a:ahLst/>
              <a:cxnLst/>
              <a:rect l="l" t="t" r="r" b="b"/>
              <a:pathLst>
                <a:path w="3699" h="3197" extrusionOk="0">
                  <a:moveTo>
                    <a:pt x="2626" y="0"/>
                  </a:moveTo>
                  <a:cubicBezTo>
                    <a:pt x="1690" y="777"/>
                    <a:pt x="800" y="1621"/>
                    <a:pt x="1" y="2534"/>
                  </a:cubicBezTo>
                  <a:cubicBezTo>
                    <a:pt x="640" y="2785"/>
                    <a:pt x="1256" y="3013"/>
                    <a:pt x="1918" y="3196"/>
                  </a:cubicBezTo>
                  <a:cubicBezTo>
                    <a:pt x="2557" y="2625"/>
                    <a:pt x="3151" y="2032"/>
                    <a:pt x="3698" y="1393"/>
                  </a:cubicBezTo>
                  <a:cubicBezTo>
                    <a:pt x="3698" y="1142"/>
                    <a:pt x="3676" y="891"/>
                    <a:pt x="3676" y="640"/>
                  </a:cubicBezTo>
                  <a:cubicBezTo>
                    <a:pt x="3310" y="434"/>
                    <a:pt x="2968" y="229"/>
                    <a:pt x="262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9" name="Google Shape;7999;p57"/>
            <p:cNvSpPr/>
            <p:nvPr/>
          </p:nvSpPr>
          <p:spPr>
            <a:xfrm>
              <a:off x="7505225" y="2805888"/>
              <a:ext cx="92475" cy="79925"/>
            </a:xfrm>
            <a:custGeom>
              <a:avLst/>
              <a:gdLst/>
              <a:ahLst/>
              <a:cxnLst/>
              <a:rect l="l" t="t" r="r" b="b"/>
              <a:pathLst>
                <a:path w="3699" h="3197" extrusionOk="0">
                  <a:moveTo>
                    <a:pt x="2626" y="0"/>
                  </a:moveTo>
                  <a:cubicBezTo>
                    <a:pt x="1690" y="777"/>
                    <a:pt x="800" y="1621"/>
                    <a:pt x="1" y="2534"/>
                  </a:cubicBezTo>
                  <a:cubicBezTo>
                    <a:pt x="640" y="2785"/>
                    <a:pt x="1256" y="3013"/>
                    <a:pt x="1918" y="3196"/>
                  </a:cubicBezTo>
                  <a:cubicBezTo>
                    <a:pt x="2557" y="2625"/>
                    <a:pt x="3151" y="2032"/>
                    <a:pt x="3698" y="1393"/>
                  </a:cubicBezTo>
                  <a:cubicBezTo>
                    <a:pt x="3698" y="1142"/>
                    <a:pt x="3676" y="891"/>
                    <a:pt x="3676" y="640"/>
                  </a:cubicBezTo>
                  <a:cubicBezTo>
                    <a:pt x="3310" y="434"/>
                    <a:pt x="2968" y="229"/>
                    <a:pt x="262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0" name="Google Shape;8000;p57"/>
            <p:cNvSpPr/>
            <p:nvPr/>
          </p:nvSpPr>
          <p:spPr>
            <a:xfrm>
              <a:off x="7505225" y="2805888"/>
              <a:ext cx="92475" cy="79925"/>
            </a:xfrm>
            <a:custGeom>
              <a:avLst/>
              <a:gdLst/>
              <a:ahLst/>
              <a:cxnLst/>
              <a:rect l="l" t="t" r="r" b="b"/>
              <a:pathLst>
                <a:path w="3699" h="3197" extrusionOk="0">
                  <a:moveTo>
                    <a:pt x="2626" y="0"/>
                  </a:moveTo>
                  <a:cubicBezTo>
                    <a:pt x="1690" y="777"/>
                    <a:pt x="800" y="1621"/>
                    <a:pt x="1" y="2534"/>
                  </a:cubicBezTo>
                  <a:cubicBezTo>
                    <a:pt x="640" y="2785"/>
                    <a:pt x="1256" y="3013"/>
                    <a:pt x="1918" y="3196"/>
                  </a:cubicBezTo>
                  <a:cubicBezTo>
                    <a:pt x="2557" y="2625"/>
                    <a:pt x="3151" y="2032"/>
                    <a:pt x="3698" y="1393"/>
                  </a:cubicBezTo>
                  <a:cubicBezTo>
                    <a:pt x="3698" y="1142"/>
                    <a:pt x="3676" y="891"/>
                    <a:pt x="3676" y="640"/>
                  </a:cubicBezTo>
                  <a:cubicBezTo>
                    <a:pt x="3310" y="434"/>
                    <a:pt x="2968" y="229"/>
                    <a:pt x="262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1" name="Google Shape;8001;p57"/>
            <p:cNvSpPr/>
            <p:nvPr/>
          </p:nvSpPr>
          <p:spPr>
            <a:xfrm>
              <a:off x="7505225" y="2805888"/>
              <a:ext cx="92475" cy="79925"/>
            </a:xfrm>
            <a:custGeom>
              <a:avLst/>
              <a:gdLst/>
              <a:ahLst/>
              <a:cxnLst/>
              <a:rect l="l" t="t" r="r" b="b"/>
              <a:pathLst>
                <a:path w="3699" h="3197" extrusionOk="0">
                  <a:moveTo>
                    <a:pt x="2626" y="0"/>
                  </a:moveTo>
                  <a:cubicBezTo>
                    <a:pt x="1690" y="777"/>
                    <a:pt x="800" y="1621"/>
                    <a:pt x="1" y="2534"/>
                  </a:cubicBezTo>
                  <a:cubicBezTo>
                    <a:pt x="640" y="2785"/>
                    <a:pt x="1256" y="3013"/>
                    <a:pt x="1918" y="3196"/>
                  </a:cubicBezTo>
                  <a:cubicBezTo>
                    <a:pt x="2557" y="2625"/>
                    <a:pt x="3151" y="2032"/>
                    <a:pt x="3698" y="1393"/>
                  </a:cubicBezTo>
                  <a:cubicBezTo>
                    <a:pt x="3698" y="1142"/>
                    <a:pt x="3676" y="891"/>
                    <a:pt x="3676" y="640"/>
                  </a:cubicBezTo>
                  <a:cubicBezTo>
                    <a:pt x="3310" y="434"/>
                    <a:pt x="2968" y="229"/>
                    <a:pt x="262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2" name="Google Shape;8002;p57"/>
            <p:cNvSpPr/>
            <p:nvPr/>
          </p:nvSpPr>
          <p:spPr>
            <a:xfrm>
              <a:off x="7570850" y="2788763"/>
              <a:ext cx="26275" cy="33125"/>
            </a:xfrm>
            <a:custGeom>
              <a:avLst/>
              <a:gdLst/>
              <a:ahLst/>
              <a:cxnLst/>
              <a:rect l="l" t="t" r="r" b="b"/>
              <a:pathLst>
                <a:path w="1051" h="1325" extrusionOk="0">
                  <a:moveTo>
                    <a:pt x="937" y="1"/>
                  </a:moveTo>
                  <a:cubicBezTo>
                    <a:pt x="617" y="229"/>
                    <a:pt x="320" y="457"/>
                    <a:pt x="1" y="685"/>
                  </a:cubicBezTo>
                  <a:cubicBezTo>
                    <a:pt x="343" y="914"/>
                    <a:pt x="685" y="1119"/>
                    <a:pt x="1051" y="1325"/>
                  </a:cubicBezTo>
                  <a:cubicBezTo>
                    <a:pt x="1028" y="891"/>
                    <a:pt x="982" y="457"/>
                    <a:pt x="93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3" name="Google Shape;8003;p57"/>
            <p:cNvSpPr/>
            <p:nvPr/>
          </p:nvSpPr>
          <p:spPr>
            <a:xfrm>
              <a:off x="7570850" y="2788763"/>
              <a:ext cx="26275" cy="33125"/>
            </a:xfrm>
            <a:custGeom>
              <a:avLst/>
              <a:gdLst/>
              <a:ahLst/>
              <a:cxnLst/>
              <a:rect l="l" t="t" r="r" b="b"/>
              <a:pathLst>
                <a:path w="1051" h="1325" extrusionOk="0">
                  <a:moveTo>
                    <a:pt x="1" y="685"/>
                  </a:moveTo>
                  <a:cubicBezTo>
                    <a:pt x="343" y="914"/>
                    <a:pt x="685" y="1119"/>
                    <a:pt x="1051" y="1325"/>
                  </a:cubicBezTo>
                  <a:lnTo>
                    <a:pt x="1051" y="1325"/>
                  </a:lnTo>
                  <a:cubicBezTo>
                    <a:pt x="1028" y="891"/>
                    <a:pt x="982" y="457"/>
                    <a:pt x="937" y="1"/>
                  </a:cubicBezTo>
                  <a:lnTo>
                    <a:pt x="937" y="1"/>
                  </a:lnTo>
                  <a:cubicBezTo>
                    <a:pt x="617" y="229"/>
                    <a:pt x="320" y="457"/>
                    <a:pt x="1" y="685"/>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4" name="Google Shape;8004;p57"/>
            <p:cNvSpPr/>
            <p:nvPr/>
          </p:nvSpPr>
          <p:spPr>
            <a:xfrm>
              <a:off x="7570850" y="2788763"/>
              <a:ext cx="26275" cy="33125"/>
            </a:xfrm>
            <a:custGeom>
              <a:avLst/>
              <a:gdLst/>
              <a:ahLst/>
              <a:cxnLst/>
              <a:rect l="l" t="t" r="r" b="b"/>
              <a:pathLst>
                <a:path w="1051" h="1325" extrusionOk="0">
                  <a:moveTo>
                    <a:pt x="937" y="1"/>
                  </a:moveTo>
                  <a:cubicBezTo>
                    <a:pt x="617" y="229"/>
                    <a:pt x="320" y="457"/>
                    <a:pt x="1" y="685"/>
                  </a:cubicBezTo>
                  <a:cubicBezTo>
                    <a:pt x="343" y="914"/>
                    <a:pt x="685" y="1119"/>
                    <a:pt x="1051" y="1325"/>
                  </a:cubicBezTo>
                  <a:cubicBezTo>
                    <a:pt x="1028" y="891"/>
                    <a:pt x="982" y="457"/>
                    <a:pt x="93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5" name="Google Shape;8005;p57"/>
            <p:cNvSpPr/>
            <p:nvPr/>
          </p:nvSpPr>
          <p:spPr>
            <a:xfrm>
              <a:off x="7570850" y="2788763"/>
              <a:ext cx="26275" cy="33125"/>
            </a:xfrm>
            <a:custGeom>
              <a:avLst/>
              <a:gdLst/>
              <a:ahLst/>
              <a:cxnLst/>
              <a:rect l="l" t="t" r="r" b="b"/>
              <a:pathLst>
                <a:path w="1051" h="1325" extrusionOk="0">
                  <a:moveTo>
                    <a:pt x="937" y="1"/>
                  </a:moveTo>
                  <a:cubicBezTo>
                    <a:pt x="617" y="229"/>
                    <a:pt x="320" y="457"/>
                    <a:pt x="1" y="685"/>
                  </a:cubicBezTo>
                  <a:cubicBezTo>
                    <a:pt x="343" y="914"/>
                    <a:pt x="685" y="1119"/>
                    <a:pt x="1051" y="1325"/>
                  </a:cubicBezTo>
                  <a:cubicBezTo>
                    <a:pt x="1028" y="891"/>
                    <a:pt x="982" y="457"/>
                    <a:pt x="93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6" name="Google Shape;8006;p57"/>
            <p:cNvSpPr/>
            <p:nvPr/>
          </p:nvSpPr>
          <p:spPr>
            <a:xfrm>
              <a:off x="7570850" y="2788763"/>
              <a:ext cx="26275" cy="33125"/>
            </a:xfrm>
            <a:custGeom>
              <a:avLst/>
              <a:gdLst/>
              <a:ahLst/>
              <a:cxnLst/>
              <a:rect l="l" t="t" r="r" b="b"/>
              <a:pathLst>
                <a:path w="1051" h="1325" extrusionOk="0">
                  <a:moveTo>
                    <a:pt x="937" y="1"/>
                  </a:moveTo>
                  <a:cubicBezTo>
                    <a:pt x="617" y="229"/>
                    <a:pt x="320" y="457"/>
                    <a:pt x="1" y="685"/>
                  </a:cubicBezTo>
                  <a:cubicBezTo>
                    <a:pt x="343" y="914"/>
                    <a:pt x="685" y="1119"/>
                    <a:pt x="1051" y="1325"/>
                  </a:cubicBezTo>
                  <a:cubicBezTo>
                    <a:pt x="1028" y="891"/>
                    <a:pt x="982" y="457"/>
                    <a:pt x="93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7" name="Google Shape;8007;p57"/>
            <p:cNvSpPr/>
            <p:nvPr/>
          </p:nvSpPr>
          <p:spPr>
            <a:xfrm>
              <a:off x="7570850" y="2788763"/>
              <a:ext cx="26275" cy="33125"/>
            </a:xfrm>
            <a:custGeom>
              <a:avLst/>
              <a:gdLst/>
              <a:ahLst/>
              <a:cxnLst/>
              <a:rect l="l" t="t" r="r" b="b"/>
              <a:pathLst>
                <a:path w="1051" h="1325" extrusionOk="0">
                  <a:moveTo>
                    <a:pt x="937" y="1"/>
                  </a:moveTo>
                  <a:cubicBezTo>
                    <a:pt x="617" y="229"/>
                    <a:pt x="320" y="457"/>
                    <a:pt x="1" y="685"/>
                  </a:cubicBezTo>
                  <a:cubicBezTo>
                    <a:pt x="343" y="914"/>
                    <a:pt x="685" y="1119"/>
                    <a:pt x="1051" y="1325"/>
                  </a:cubicBezTo>
                  <a:cubicBezTo>
                    <a:pt x="1028" y="891"/>
                    <a:pt x="982" y="457"/>
                    <a:pt x="93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8" name="Google Shape;8008;p57"/>
            <p:cNvSpPr/>
            <p:nvPr/>
          </p:nvSpPr>
          <p:spPr>
            <a:xfrm>
              <a:off x="7570850" y="2788763"/>
              <a:ext cx="26275" cy="33125"/>
            </a:xfrm>
            <a:custGeom>
              <a:avLst/>
              <a:gdLst/>
              <a:ahLst/>
              <a:cxnLst/>
              <a:rect l="l" t="t" r="r" b="b"/>
              <a:pathLst>
                <a:path w="1051" h="1325" extrusionOk="0">
                  <a:moveTo>
                    <a:pt x="937" y="1"/>
                  </a:moveTo>
                  <a:cubicBezTo>
                    <a:pt x="617" y="229"/>
                    <a:pt x="320" y="457"/>
                    <a:pt x="1" y="685"/>
                  </a:cubicBezTo>
                  <a:cubicBezTo>
                    <a:pt x="343" y="914"/>
                    <a:pt x="685" y="1119"/>
                    <a:pt x="1051" y="1325"/>
                  </a:cubicBezTo>
                  <a:cubicBezTo>
                    <a:pt x="1028" y="891"/>
                    <a:pt x="982" y="457"/>
                    <a:pt x="93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9" name="Google Shape;8009;p57"/>
            <p:cNvSpPr/>
            <p:nvPr/>
          </p:nvSpPr>
          <p:spPr>
            <a:xfrm>
              <a:off x="7570850" y="2788763"/>
              <a:ext cx="26275" cy="33125"/>
            </a:xfrm>
            <a:custGeom>
              <a:avLst/>
              <a:gdLst/>
              <a:ahLst/>
              <a:cxnLst/>
              <a:rect l="l" t="t" r="r" b="b"/>
              <a:pathLst>
                <a:path w="1051" h="1325" extrusionOk="0">
                  <a:moveTo>
                    <a:pt x="937" y="1"/>
                  </a:moveTo>
                  <a:cubicBezTo>
                    <a:pt x="617" y="229"/>
                    <a:pt x="320" y="457"/>
                    <a:pt x="1" y="685"/>
                  </a:cubicBezTo>
                  <a:cubicBezTo>
                    <a:pt x="343" y="914"/>
                    <a:pt x="685" y="1119"/>
                    <a:pt x="1051" y="1325"/>
                  </a:cubicBezTo>
                  <a:cubicBezTo>
                    <a:pt x="1028" y="891"/>
                    <a:pt x="982" y="457"/>
                    <a:pt x="93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0" name="Google Shape;8010;p57"/>
            <p:cNvSpPr/>
            <p:nvPr/>
          </p:nvSpPr>
          <p:spPr>
            <a:xfrm>
              <a:off x="7570850" y="2788763"/>
              <a:ext cx="26275" cy="33125"/>
            </a:xfrm>
            <a:custGeom>
              <a:avLst/>
              <a:gdLst/>
              <a:ahLst/>
              <a:cxnLst/>
              <a:rect l="l" t="t" r="r" b="b"/>
              <a:pathLst>
                <a:path w="1051" h="1325" extrusionOk="0">
                  <a:moveTo>
                    <a:pt x="937" y="1"/>
                  </a:moveTo>
                  <a:cubicBezTo>
                    <a:pt x="617" y="229"/>
                    <a:pt x="320" y="457"/>
                    <a:pt x="1" y="685"/>
                  </a:cubicBezTo>
                  <a:cubicBezTo>
                    <a:pt x="343" y="914"/>
                    <a:pt x="685" y="1119"/>
                    <a:pt x="1051" y="1325"/>
                  </a:cubicBezTo>
                  <a:cubicBezTo>
                    <a:pt x="1028" y="891"/>
                    <a:pt x="982" y="457"/>
                    <a:pt x="937"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1" name="Google Shape;8011;p57"/>
            <p:cNvSpPr/>
            <p:nvPr/>
          </p:nvSpPr>
          <p:spPr>
            <a:xfrm>
              <a:off x="6248125" y="2132538"/>
              <a:ext cx="505025" cy="846275"/>
            </a:xfrm>
            <a:custGeom>
              <a:avLst/>
              <a:gdLst/>
              <a:ahLst/>
              <a:cxnLst/>
              <a:rect l="l" t="t" r="r" b="b"/>
              <a:pathLst>
                <a:path w="20201" h="33851" extrusionOk="0">
                  <a:moveTo>
                    <a:pt x="11606" y="0"/>
                  </a:moveTo>
                  <a:cubicBezTo>
                    <a:pt x="8342" y="0"/>
                    <a:pt x="5386" y="636"/>
                    <a:pt x="2740" y="1735"/>
                  </a:cubicBezTo>
                  <a:cubicBezTo>
                    <a:pt x="5867" y="4337"/>
                    <a:pt x="8218" y="7921"/>
                    <a:pt x="9245" y="12167"/>
                  </a:cubicBezTo>
                  <a:cubicBezTo>
                    <a:pt x="11368" y="20840"/>
                    <a:pt x="7373" y="29582"/>
                    <a:pt x="1" y="33851"/>
                  </a:cubicBezTo>
                  <a:cubicBezTo>
                    <a:pt x="2260" y="33531"/>
                    <a:pt x="3858" y="32549"/>
                    <a:pt x="3858" y="32549"/>
                  </a:cubicBezTo>
                  <a:cubicBezTo>
                    <a:pt x="3972" y="32869"/>
                    <a:pt x="4086" y="33166"/>
                    <a:pt x="4223" y="33417"/>
                  </a:cubicBezTo>
                  <a:cubicBezTo>
                    <a:pt x="14198" y="30450"/>
                    <a:pt x="20201" y="20155"/>
                    <a:pt x="17690" y="9930"/>
                  </a:cubicBezTo>
                  <a:cubicBezTo>
                    <a:pt x="16732" y="5935"/>
                    <a:pt x="14609" y="2557"/>
                    <a:pt x="11778" y="1"/>
                  </a:cubicBezTo>
                  <a:cubicBezTo>
                    <a:pt x="11721" y="0"/>
                    <a:pt x="11663" y="0"/>
                    <a:pt x="1160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2" name="Google Shape;8012;p57"/>
            <p:cNvSpPr/>
            <p:nvPr/>
          </p:nvSpPr>
          <p:spPr>
            <a:xfrm>
              <a:off x="6248125" y="2132538"/>
              <a:ext cx="505025" cy="846275"/>
            </a:xfrm>
            <a:custGeom>
              <a:avLst/>
              <a:gdLst/>
              <a:ahLst/>
              <a:cxnLst/>
              <a:rect l="l" t="t" r="r" b="b"/>
              <a:pathLst>
                <a:path w="20201" h="33851" extrusionOk="0">
                  <a:moveTo>
                    <a:pt x="2740" y="1735"/>
                  </a:moveTo>
                  <a:cubicBezTo>
                    <a:pt x="5867" y="4337"/>
                    <a:pt x="8218" y="7921"/>
                    <a:pt x="9245" y="12167"/>
                  </a:cubicBezTo>
                  <a:lnTo>
                    <a:pt x="9245" y="12167"/>
                  </a:lnTo>
                  <a:cubicBezTo>
                    <a:pt x="11368" y="20840"/>
                    <a:pt x="7373" y="29582"/>
                    <a:pt x="1" y="33851"/>
                  </a:cubicBezTo>
                  <a:lnTo>
                    <a:pt x="1" y="33851"/>
                  </a:lnTo>
                  <a:cubicBezTo>
                    <a:pt x="2260" y="33531"/>
                    <a:pt x="3858" y="32572"/>
                    <a:pt x="3858" y="32572"/>
                  </a:cubicBezTo>
                  <a:lnTo>
                    <a:pt x="3858" y="32572"/>
                  </a:lnTo>
                  <a:cubicBezTo>
                    <a:pt x="3972" y="32869"/>
                    <a:pt x="4086" y="33166"/>
                    <a:pt x="4223" y="33417"/>
                  </a:cubicBezTo>
                  <a:lnTo>
                    <a:pt x="4223" y="33417"/>
                  </a:lnTo>
                  <a:cubicBezTo>
                    <a:pt x="14198" y="30450"/>
                    <a:pt x="20201" y="20155"/>
                    <a:pt x="17690" y="9930"/>
                  </a:cubicBezTo>
                  <a:lnTo>
                    <a:pt x="17690" y="9930"/>
                  </a:lnTo>
                  <a:cubicBezTo>
                    <a:pt x="16732" y="5935"/>
                    <a:pt x="14609" y="2557"/>
                    <a:pt x="11778" y="1"/>
                  </a:cubicBezTo>
                  <a:lnTo>
                    <a:pt x="11778" y="1"/>
                  </a:lnTo>
                  <a:cubicBezTo>
                    <a:pt x="11710" y="1"/>
                    <a:pt x="11664" y="1"/>
                    <a:pt x="11596" y="1"/>
                  </a:cubicBezTo>
                  <a:lnTo>
                    <a:pt x="11596" y="1"/>
                  </a:lnTo>
                  <a:cubicBezTo>
                    <a:pt x="8332" y="1"/>
                    <a:pt x="5387" y="640"/>
                    <a:pt x="2740" y="1735"/>
                  </a:cubicBezTo>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3" name="Google Shape;8013;p57"/>
            <p:cNvSpPr/>
            <p:nvPr/>
          </p:nvSpPr>
          <p:spPr>
            <a:xfrm>
              <a:off x="6248125" y="2132538"/>
              <a:ext cx="505025" cy="846275"/>
            </a:xfrm>
            <a:custGeom>
              <a:avLst/>
              <a:gdLst/>
              <a:ahLst/>
              <a:cxnLst/>
              <a:rect l="l" t="t" r="r" b="b"/>
              <a:pathLst>
                <a:path w="20201" h="33851" extrusionOk="0">
                  <a:moveTo>
                    <a:pt x="11606" y="0"/>
                  </a:moveTo>
                  <a:cubicBezTo>
                    <a:pt x="8342" y="0"/>
                    <a:pt x="5386" y="636"/>
                    <a:pt x="2740" y="1735"/>
                  </a:cubicBezTo>
                  <a:cubicBezTo>
                    <a:pt x="5867" y="4337"/>
                    <a:pt x="8218" y="7921"/>
                    <a:pt x="9245" y="12167"/>
                  </a:cubicBezTo>
                  <a:cubicBezTo>
                    <a:pt x="11368" y="20840"/>
                    <a:pt x="7373" y="29582"/>
                    <a:pt x="1" y="33851"/>
                  </a:cubicBezTo>
                  <a:cubicBezTo>
                    <a:pt x="2260" y="33531"/>
                    <a:pt x="3858" y="32549"/>
                    <a:pt x="3858" y="32549"/>
                  </a:cubicBezTo>
                  <a:cubicBezTo>
                    <a:pt x="3972" y="32869"/>
                    <a:pt x="4086" y="33166"/>
                    <a:pt x="4223" y="33417"/>
                  </a:cubicBezTo>
                  <a:cubicBezTo>
                    <a:pt x="14198" y="30450"/>
                    <a:pt x="20201" y="20155"/>
                    <a:pt x="17690" y="9930"/>
                  </a:cubicBezTo>
                  <a:cubicBezTo>
                    <a:pt x="16732" y="5935"/>
                    <a:pt x="14609" y="2557"/>
                    <a:pt x="11778" y="1"/>
                  </a:cubicBezTo>
                  <a:cubicBezTo>
                    <a:pt x="11721" y="0"/>
                    <a:pt x="11663" y="0"/>
                    <a:pt x="1160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4" name="Google Shape;8014;p57"/>
            <p:cNvSpPr/>
            <p:nvPr/>
          </p:nvSpPr>
          <p:spPr>
            <a:xfrm>
              <a:off x="6248125" y="2132538"/>
              <a:ext cx="505025" cy="846275"/>
            </a:xfrm>
            <a:custGeom>
              <a:avLst/>
              <a:gdLst/>
              <a:ahLst/>
              <a:cxnLst/>
              <a:rect l="l" t="t" r="r" b="b"/>
              <a:pathLst>
                <a:path w="20201" h="33851" extrusionOk="0">
                  <a:moveTo>
                    <a:pt x="11606" y="0"/>
                  </a:moveTo>
                  <a:cubicBezTo>
                    <a:pt x="8342" y="0"/>
                    <a:pt x="5386" y="636"/>
                    <a:pt x="2740" y="1735"/>
                  </a:cubicBezTo>
                  <a:cubicBezTo>
                    <a:pt x="5867" y="4337"/>
                    <a:pt x="8218" y="7921"/>
                    <a:pt x="9245" y="12167"/>
                  </a:cubicBezTo>
                  <a:cubicBezTo>
                    <a:pt x="11368" y="20840"/>
                    <a:pt x="7373" y="29582"/>
                    <a:pt x="1" y="33851"/>
                  </a:cubicBezTo>
                  <a:cubicBezTo>
                    <a:pt x="2260" y="33531"/>
                    <a:pt x="3858" y="32549"/>
                    <a:pt x="3858" y="32549"/>
                  </a:cubicBezTo>
                  <a:cubicBezTo>
                    <a:pt x="3972" y="32869"/>
                    <a:pt x="4086" y="33166"/>
                    <a:pt x="4223" y="33417"/>
                  </a:cubicBezTo>
                  <a:cubicBezTo>
                    <a:pt x="14198" y="30450"/>
                    <a:pt x="20201" y="20155"/>
                    <a:pt x="17690" y="9930"/>
                  </a:cubicBezTo>
                  <a:cubicBezTo>
                    <a:pt x="16732" y="5935"/>
                    <a:pt x="14609" y="2557"/>
                    <a:pt x="11778" y="1"/>
                  </a:cubicBezTo>
                  <a:cubicBezTo>
                    <a:pt x="11721" y="0"/>
                    <a:pt x="11663" y="0"/>
                    <a:pt x="11606"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5" name="Google Shape;8015;p57"/>
            <p:cNvSpPr/>
            <p:nvPr/>
          </p:nvSpPr>
          <p:spPr>
            <a:xfrm>
              <a:off x="6164825" y="2175913"/>
              <a:ext cx="367500" cy="805150"/>
            </a:xfrm>
            <a:custGeom>
              <a:avLst/>
              <a:gdLst/>
              <a:ahLst/>
              <a:cxnLst/>
              <a:rect l="l" t="t" r="r" b="b"/>
              <a:pathLst>
                <a:path w="14700" h="32206" extrusionOk="0">
                  <a:moveTo>
                    <a:pt x="6072" y="0"/>
                  </a:moveTo>
                  <a:cubicBezTo>
                    <a:pt x="4109" y="822"/>
                    <a:pt x="2328" y="1895"/>
                    <a:pt x="753" y="3150"/>
                  </a:cubicBezTo>
                  <a:cubicBezTo>
                    <a:pt x="3310" y="5638"/>
                    <a:pt x="5204" y="8834"/>
                    <a:pt x="6117" y="12554"/>
                  </a:cubicBezTo>
                  <a:cubicBezTo>
                    <a:pt x="7920" y="19904"/>
                    <a:pt x="5318" y="27299"/>
                    <a:pt x="0" y="31979"/>
                  </a:cubicBezTo>
                  <a:cubicBezTo>
                    <a:pt x="695" y="32139"/>
                    <a:pt x="1375" y="32205"/>
                    <a:pt x="2021" y="32205"/>
                  </a:cubicBezTo>
                  <a:cubicBezTo>
                    <a:pt x="2477" y="32205"/>
                    <a:pt x="2917" y="32172"/>
                    <a:pt x="3333" y="32116"/>
                  </a:cubicBezTo>
                  <a:cubicBezTo>
                    <a:pt x="10705" y="27847"/>
                    <a:pt x="14700" y="19105"/>
                    <a:pt x="12577" y="10432"/>
                  </a:cubicBezTo>
                  <a:cubicBezTo>
                    <a:pt x="11550" y="6186"/>
                    <a:pt x="9199" y="2602"/>
                    <a:pt x="607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6" name="Google Shape;8016;p57"/>
            <p:cNvSpPr/>
            <p:nvPr/>
          </p:nvSpPr>
          <p:spPr>
            <a:xfrm>
              <a:off x="6164825" y="2175913"/>
              <a:ext cx="367500" cy="806325"/>
            </a:xfrm>
            <a:custGeom>
              <a:avLst/>
              <a:gdLst/>
              <a:ahLst/>
              <a:cxnLst/>
              <a:rect l="l" t="t" r="r" b="b"/>
              <a:pathLst>
                <a:path w="14700" h="32253" extrusionOk="0">
                  <a:moveTo>
                    <a:pt x="753" y="3150"/>
                  </a:moveTo>
                  <a:cubicBezTo>
                    <a:pt x="3310" y="5638"/>
                    <a:pt x="5204" y="8834"/>
                    <a:pt x="6117" y="12554"/>
                  </a:cubicBezTo>
                  <a:lnTo>
                    <a:pt x="6117" y="12554"/>
                  </a:lnTo>
                  <a:cubicBezTo>
                    <a:pt x="7920" y="19904"/>
                    <a:pt x="5318" y="27299"/>
                    <a:pt x="0" y="31979"/>
                  </a:cubicBezTo>
                  <a:lnTo>
                    <a:pt x="0" y="31979"/>
                  </a:lnTo>
                  <a:cubicBezTo>
                    <a:pt x="1187" y="32252"/>
                    <a:pt x="2328" y="32252"/>
                    <a:pt x="3333" y="32116"/>
                  </a:cubicBezTo>
                  <a:lnTo>
                    <a:pt x="3333" y="32116"/>
                  </a:lnTo>
                  <a:cubicBezTo>
                    <a:pt x="10705" y="27847"/>
                    <a:pt x="14700" y="19105"/>
                    <a:pt x="12577" y="10432"/>
                  </a:cubicBezTo>
                  <a:lnTo>
                    <a:pt x="12577" y="10432"/>
                  </a:lnTo>
                  <a:cubicBezTo>
                    <a:pt x="11550" y="6186"/>
                    <a:pt x="9199" y="2602"/>
                    <a:pt x="6072" y="0"/>
                  </a:cubicBezTo>
                  <a:lnTo>
                    <a:pt x="6072" y="0"/>
                  </a:lnTo>
                  <a:cubicBezTo>
                    <a:pt x="4109" y="822"/>
                    <a:pt x="2328" y="1895"/>
                    <a:pt x="753" y="315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7" name="Google Shape;8017;p57"/>
            <p:cNvSpPr/>
            <p:nvPr/>
          </p:nvSpPr>
          <p:spPr>
            <a:xfrm>
              <a:off x="6164825" y="2175913"/>
              <a:ext cx="367500" cy="805150"/>
            </a:xfrm>
            <a:custGeom>
              <a:avLst/>
              <a:gdLst/>
              <a:ahLst/>
              <a:cxnLst/>
              <a:rect l="l" t="t" r="r" b="b"/>
              <a:pathLst>
                <a:path w="14700" h="32206" extrusionOk="0">
                  <a:moveTo>
                    <a:pt x="6072" y="0"/>
                  </a:moveTo>
                  <a:cubicBezTo>
                    <a:pt x="4109" y="822"/>
                    <a:pt x="2328" y="1895"/>
                    <a:pt x="753" y="3150"/>
                  </a:cubicBezTo>
                  <a:cubicBezTo>
                    <a:pt x="3310" y="5638"/>
                    <a:pt x="5204" y="8834"/>
                    <a:pt x="6117" y="12554"/>
                  </a:cubicBezTo>
                  <a:cubicBezTo>
                    <a:pt x="7920" y="19904"/>
                    <a:pt x="5318" y="27299"/>
                    <a:pt x="0" y="31979"/>
                  </a:cubicBezTo>
                  <a:cubicBezTo>
                    <a:pt x="695" y="32139"/>
                    <a:pt x="1375" y="32205"/>
                    <a:pt x="2021" y="32205"/>
                  </a:cubicBezTo>
                  <a:cubicBezTo>
                    <a:pt x="2477" y="32205"/>
                    <a:pt x="2917" y="32172"/>
                    <a:pt x="3333" y="32116"/>
                  </a:cubicBezTo>
                  <a:cubicBezTo>
                    <a:pt x="10705" y="27847"/>
                    <a:pt x="14700" y="19105"/>
                    <a:pt x="12577" y="10432"/>
                  </a:cubicBezTo>
                  <a:cubicBezTo>
                    <a:pt x="11550" y="6186"/>
                    <a:pt x="9199" y="2602"/>
                    <a:pt x="607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8" name="Google Shape;8018;p57"/>
            <p:cNvSpPr/>
            <p:nvPr/>
          </p:nvSpPr>
          <p:spPr>
            <a:xfrm>
              <a:off x="6164825" y="2175913"/>
              <a:ext cx="367500" cy="805150"/>
            </a:xfrm>
            <a:custGeom>
              <a:avLst/>
              <a:gdLst/>
              <a:ahLst/>
              <a:cxnLst/>
              <a:rect l="l" t="t" r="r" b="b"/>
              <a:pathLst>
                <a:path w="14700" h="32206" extrusionOk="0">
                  <a:moveTo>
                    <a:pt x="6072" y="0"/>
                  </a:moveTo>
                  <a:cubicBezTo>
                    <a:pt x="4109" y="822"/>
                    <a:pt x="2328" y="1895"/>
                    <a:pt x="753" y="3150"/>
                  </a:cubicBezTo>
                  <a:cubicBezTo>
                    <a:pt x="3310" y="5638"/>
                    <a:pt x="5204" y="8834"/>
                    <a:pt x="6117" y="12554"/>
                  </a:cubicBezTo>
                  <a:cubicBezTo>
                    <a:pt x="7920" y="19904"/>
                    <a:pt x="5318" y="27299"/>
                    <a:pt x="0" y="31979"/>
                  </a:cubicBezTo>
                  <a:cubicBezTo>
                    <a:pt x="695" y="32139"/>
                    <a:pt x="1375" y="32205"/>
                    <a:pt x="2021" y="32205"/>
                  </a:cubicBezTo>
                  <a:cubicBezTo>
                    <a:pt x="2477" y="32205"/>
                    <a:pt x="2917" y="32172"/>
                    <a:pt x="3333" y="32116"/>
                  </a:cubicBezTo>
                  <a:cubicBezTo>
                    <a:pt x="10705" y="27847"/>
                    <a:pt x="14700" y="19105"/>
                    <a:pt x="12577" y="10432"/>
                  </a:cubicBezTo>
                  <a:cubicBezTo>
                    <a:pt x="11550" y="6186"/>
                    <a:pt x="9199" y="2602"/>
                    <a:pt x="607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9" name="Google Shape;8019;p57"/>
            <p:cNvSpPr/>
            <p:nvPr/>
          </p:nvSpPr>
          <p:spPr>
            <a:xfrm>
              <a:off x="6164825" y="2175913"/>
              <a:ext cx="367500" cy="805150"/>
            </a:xfrm>
            <a:custGeom>
              <a:avLst/>
              <a:gdLst/>
              <a:ahLst/>
              <a:cxnLst/>
              <a:rect l="l" t="t" r="r" b="b"/>
              <a:pathLst>
                <a:path w="14700" h="32206" extrusionOk="0">
                  <a:moveTo>
                    <a:pt x="6072" y="0"/>
                  </a:moveTo>
                  <a:cubicBezTo>
                    <a:pt x="4109" y="822"/>
                    <a:pt x="2328" y="1895"/>
                    <a:pt x="753" y="3150"/>
                  </a:cubicBezTo>
                  <a:cubicBezTo>
                    <a:pt x="3310" y="5638"/>
                    <a:pt x="5204" y="8834"/>
                    <a:pt x="6117" y="12554"/>
                  </a:cubicBezTo>
                  <a:cubicBezTo>
                    <a:pt x="7920" y="19904"/>
                    <a:pt x="5318" y="27299"/>
                    <a:pt x="0" y="31979"/>
                  </a:cubicBezTo>
                  <a:cubicBezTo>
                    <a:pt x="695" y="32139"/>
                    <a:pt x="1375" y="32205"/>
                    <a:pt x="2021" y="32205"/>
                  </a:cubicBezTo>
                  <a:cubicBezTo>
                    <a:pt x="2477" y="32205"/>
                    <a:pt x="2917" y="32172"/>
                    <a:pt x="3333" y="32116"/>
                  </a:cubicBezTo>
                  <a:cubicBezTo>
                    <a:pt x="10705" y="27847"/>
                    <a:pt x="14700" y="19105"/>
                    <a:pt x="12577" y="10432"/>
                  </a:cubicBezTo>
                  <a:cubicBezTo>
                    <a:pt x="11550" y="6186"/>
                    <a:pt x="9199" y="2602"/>
                    <a:pt x="6072"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0" name="Google Shape;8020;p57"/>
            <p:cNvSpPr/>
            <p:nvPr/>
          </p:nvSpPr>
          <p:spPr>
            <a:xfrm>
              <a:off x="5910875" y="2254663"/>
              <a:ext cx="451975" cy="720725"/>
            </a:xfrm>
            <a:custGeom>
              <a:avLst/>
              <a:gdLst/>
              <a:ahLst/>
              <a:cxnLst/>
              <a:rect l="l" t="t" r="r" b="b"/>
              <a:pathLst>
                <a:path w="18079" h="28829" extrusionOk="0">
                  <a:moveTo>
                    <a:pt x="10911" y="0"/>
                  </a:moveTo>
                  <a:cubicBezTo>
                    <a:pt x="3082" y="6163"/>
                    <a:pt x="1" y="16777"/>
                    <a:pt x="3379" y="23008"/>
                  </a:cubicBezTo>
                  <a:cubicBezTo>
                    <a:pt x="5388" y="26729"/>
                    <a:pt x="7853" y="28304"/>
                    <a:pt x="10158" y="28829"/>
                  </a:cubicBezTo>
                  <a:cubicBezTo>
                    <a:pt x="15476" y="24149"/>
                    <a:pt x="18078" y="16754"/>
                    <a:pt x="16275" y="9404"/>
                  </a:cubicBezTo>
                  <a:cubicBezTo>
                    <a:pt x="15362" y="5684"/>
                    <a:pt x="13468" y="2488"/>
                    <a:pt x="1091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1" name="Google Shape;8021;p57"/>
            <p:cNvSpPr/>
            <p:nvPr/>
          </p:nvSpPr>
          <p:spPr>
            <a:xfrm>
              <a:off x="5910875" y="2254663"/>
              <a:ext cx="451975" cy="720725"/>
            </a:xfrm>
            <a:custGeom>
              <a:avLst/>
              <a:gdLst/>
              <a:ahLst/>
              <a:cxnLst/>
              <a:rect l="l" t="t" r="r" b="b"/>
              <a:pathLst>
                <a:path w="18079" h="28829" extrusionOk="0">
                  <a:moveTo>
                    <a:pt x="3379" y="23008"/>
                  </a:moveTo>
                  <a:cubicBezTo>
                    <a:pt x="5388" y="26729"/>
                    <a:pt x="7853" y="28304"/>
                    <a:pt x="10158" y="28829"/>
                  </a:cubicBezTo>
                  <a:lnTo>
                    <a:pt x="10158" y="28829"/>
                  </a:lnTo>
                  <a:cubicBezTo>
                    <a:pt x="15476" y="24149"/>
                    <a:pt x="18078" y="16754"/>
                    <a:pt x="16275" y="9404"/>
                  </a:cubicBezTo>
                  <a:lnTo>
                    <a:pt x="16275" y="9404"/>
                  </a:lnTo>
                  <a:cubicBezTo>
                    <a:pt x="15362" y="5684"/>
                    <a:pt x="13468" y="2488"/>
                    <a:pt x="10911" y="0"/>
                  </a:cubicBezTo>
                  <a:lnTo>
                    <a:pt x="10911" y="0"/>
                  </a:lnTo>
                  <a:cubicBezTo>
                    <a:pt x="3082" y="6163"/>
                    <a:pt x="1" y="16777"/>
                    <a:pt x="3379" y="23008"/>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2" name="Google Shape;8022;p57"/>
            <p:cNvSpPr/>
            <p:nvPr/>
          </p:nvSpPr>
          <p:spPr>
            <a:xfrm>
              <a:off x="5910875" y="2254663"/>
              <a:ext cx="451975" cy="720725"/>
            </a:xfrm>
            <a:custGeom>
              <a:avLst/>
              <a:gdLst/>
              <a:ahLst/>
              <a:cxnLst/>
              <a:rect l="l" t="t" r="r" b="b"/>
              <a:pathLst>
                <a:path w="18079" h="28829" extrusionOk="0">
                  <a:moveTo>
                    <a:pt x="10911" y="0"/>
                  </a:moveTo>
                  <a:cubicBezTo>
                    <a:pt x="3082" y="6163"/>
                    <a:pt x="1" y="16777"/>
                    <a:pt x="3379" y="23008"/>
                  </a:cubicBezTo>
                  <a:cubicBezTo>
                    <a:pt x="5388" y="26729"/>
                    <a:pt x="7853" y="28304"/>
                    <a:pt x="10158" y="28829"/>
                  </a:cubicBezTo>
                  <a:cubicBezTo>
                    <a:pt x="15476" y="24149"/>
                    <a:pt x="18078" y="16754"/>
                    <a:pt x="16275" y="9404"/>
                  </a:cubicBezTo>
                  <a:cubicBezTo>
                    <a:pt x="15362" y="5684"/>
                    <a:pt x="13468" y="2488"/>
                    <a:pt x="1091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3" name="Google Shape;8023;p57"/>
            <p:cNvSpPr/>
            <p:nvPr/>
          </p:nvSpPr>
          <p:spPr>
            <a:xfrm>
              <a:off x="5910875" y="2254663"/>
              <a:ext cx="451975" cy="720725"/>
            </a:xfrm>
            <a:custGeom>
              <a:avLst/>
              <a:gdLst/>
              <a:ahLst/>
              <a:cxnLst/>
              <a:rect l="l" t="t" r="r" b="b"/>
              <a:pathLst>
                <a:path w="18079" h="28829" extrusionOk="0">
                  <a:moveTo>
                    <a:pt x="10911" y="0"/>
                  </a:moveTo>
                  <a:cubicBezTo>
                    <a:pt x="3082" y="6163"/>
                    <a:pt x="1" y="16777"/>
                    <a:pt x="3379" y="23008"/>
                  </a:cubicBezTo>
                  <a:cubicBezTo>
                    <a:pt x="5388" y="26729"/>
                    <a:pt x="7853" y="28304"/>
                    <a:pt x="10158" y="28829"/>
                  </a:cubicBezTo>
                  <a:cubicBezTo>
                    <a:pt x="15476" y="24149"/>
                    <a:pt x="18078" y="16754"/>
                    <a:pt x="16275" y="9404"/>
                  </a:cubicBezTo>
                  <a:cubicBezTo>
                    <a:pt x="15362" y="5684"/>
                    <a:pt x="13468" y="2488"/>
                    <a:pt x="1091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4" name="Google Shape;8024;p57"/>
            <p:cNvSpPr/>
            <p:nvPr/>
          </p:nvSpPr>
          <p:spPr>
            <a:xfrm>
              <a:off x="5910875" y="2254663"/>
              <a:ext cx="451975" cy="720725"/>
            </a:xfrm>
            <a:custGeom>
              <a:avLst/>
              <a:gdLst/>
              <a:ahLst/>
              <a:cxnLst/>
              <a:rect l="l" t="t" r="r" b="b"/>
              <a:pathLst>
                <a:path w="18079" h="28829" extrusionOk="0">
                  <a:moveTo>
                    <a:pt x="10911" y="0"/>
                  </a:moveTo>
                  <a:cubicBezTo>
                    <a:pt x="3082" y="6163"/>
                    <a:pt x="1" y="16777"/>
                    <a:pt x="3379" y="23008"/>
                  </a:cubicBezTo>
                  <a:cubicBezTo>
                    <a:pt x="5388" y="26729"/>
                    <a:pt x="7853" y="28304"/>
                    <a:pt x="10158" y="28829"/>
                  </a:cubicBezTo>
                  <a:cubicBezTo>
                    <a:pt x="15476" y="24149"/>
                    <a:pt x="18078" y="16754"/>
                    <a:pt x="16275" y="9404"/>
                  </a:cubicBezTo>
                  <a:cubicBezTo>
                    <a:pt x="15362" y="5684"/>
                    <a:pt x="13468" y="2488"/>
                    <a:pt x="1091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5" name="Google Shape;8025;p57"/>
            <p:cNvSpPr/>
            <p:nvPr/>
          </p:nvSpPr>
          <p:spPr>
            <a:xfrm>
              <a:off x="5910875" y="2254663"/>
              <a:ext cx="451975" cy="720725"/>
            </a:xfrm>
            <a:custGeom>
              <a:avLst/>
              <a:gdLst/>
              <a:ahLst/>
              <a:cxnLst/>
              <a:rect l="l" t="t" r="r" b="b"/>
              <a:pathLst>
                <a:path w="18079" h="28829" extrusionOk="0">
                  <a:moveTo>
                    <a:pt x="10911" y="0"/>
                  </a:moveTo>
                  <a:cubicBezTo>
                    <a:pt x="3082" y="6163"/>
                    <a:pt x="1" y="16777"/>
                    <a:pt x="3379" y="23008"/>
                  </a:cubicBezTo>
                  <a:cubicBezTo>
                    <a:pt x="5388" y="26729"/>
                    <a:pt x="7853" y="28304"/>
                    <a:pt x="10158" y="28829"/>
                  </a:cubicBezTo>
                  <a:cubicBezTo>
                    <a:pt x="15476" y="24149"/>
                    <a:pt x="18078" y="16754"/>
                    <a:pt x="16275" y="9404"/>
                  </a:cubicBezTo>
                  <a:cubicBezTo>
                    <a:pt x="15362" y="5684"/>
                    <a:pt x="13468" y="2488"/>
                    <a:pt x="10911" y="0"/>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6" name="Google Shape;8026;p57"/>
            <p:cNvSpPr/>
            <p:nvPr/>
          </p:nvSpPr>
          <p:spPr>
            <a:xfrm>
              <a:off x="6592800" y="2134813"/>
              <a:ext cx="703600" cy="975250"/>
            </a:xfrm>
            <a:custGeom>
              <a:avLst/>
              <a:gdLst/>
              <a:ahLst/>
              <a:cxnLst/>
              <a:rect l="l" t="t" r="r" b="b"/>
              <a:pathLst>
                <a:path w="28144" h="39010" extrusionOk="0">
                  <a:moveTo>
                    <a:pt x="0" y="1"/>
                  </a:moveTo>
                  <a:lnTo>
                    <a:pt x="0" y="1"/>
                  </a:lnTo>
                  <a:cubicBezTo>
                    <a:pt x="26934" y="9131"/>
                    <a:pt x="28144" y="39009"/>
                    <a:pt x="28144" y="39009"/>
                  </a:cubicBezTo>
                  <a:cubicBezTo>
                    <a:pt x="27687" y="3380"/>
                    <a:pt x="1" y="1"/>
                    <a:pt x="0"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7" name="Google Shape;8027;p57"/>
            <p:cNvSpPr/>
            <p:nvPr/>
          </p:nvSpPr>
          <p:spPr>
            <a:xfrm>
              <a:off x="6589375" y="3070388"/>
              <a:ext cx="641975" cy="237075"/>
            </a:xfrm>
            <a:custGeom>
              <a:avLst/>
              <a:gdLst/>
              <a:ahLst/>
              <a:cxnLst/>
              <a:rect l="l" t="t" r="r" b="b"/>
              <a:pathLst>
                <a:path w="25679" h="9483" extrusionOk="0">
                  <a:moveTo>
                    <a:pt x="11276" y="1"/>
                  </a:moveTo>
                  <a:cubicBezTo>
                    <a:pt x="9740" y="1"/>
                    <a:pt x="8179" y="182"/>
                    <a:pt x="6619" y="559"/>
                  </a:cubicBezTo>
                  <a:cubicBezTo>
                    <a:pt x="4177" y="1153"/>
                    <a:pt x="1940" y="2180"/>
                    <a:pt x="0" y="3549"/>
                  </a:cubicBezTo>
                  <a:cubicBezTo>
                    <a:pt x="936" y="4691"/>
                    <a:pt x="2579" y="5741"/>
                    <a:pt x="5501" y="6197"/>
                  </a:cubicBezTo>
                  <a:cubicBezTo>
                    <a:pt x="6417" y="6335"/>
                    <a:pt x="7201" y="6395"/>
                    <a:pt x="7870" y="6395"/>
                  </a:cubicBezTo>
                  <a:cubicBezTo>
                    <a:pt x="10866" y="6395"/>
                    <a:pt x="11562" y="5177"/>
                    <a:pt x="11618" y="4188"/>
                  </a:cubicBezTo>
                  <a:cubicBezTo>
                    <a:pt x="12433" y="7393"/>
                    <a:pt x="15250" y="9482"/>
                    <a:pt x="18591" y="9482"/>
                  </a:cubicBezTo>
                  <a:cubicBezTo>
                    <a:pt x="20867" y="9482"/>
                    <a:pt x="23385" y="8513"/>
                    <a:pt x="25679" y="6266"/>
                  </a:cubicBezTo>
                  <a:cubicBezTo>
                    <a:pt x="22000" y="2337"/>
                    <a:pt x="16798" y="1"/>
                    <a:pt x="11276" y="1"/>
                  </a:cubicBezTo>
                  <a:close/>
                </a:path>
              </a:pathLst>
            </a:custGeom>
            <a:solidFill>
              <a:srgbClr val="00E0FF">
                <a:alpha val="28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Turing Test for Realistic Humanoid Robots Thesis by Slidesgo">
  <a:themeElements>
    <a:clrScheme name="Simple Light">
      <a:dk1>
        <a:srgbClr val="FFFFFF"/>
      </a:dk1>
      <a:lt1>
        <a:srgbClr val="00031B"/>
      </a:lt1>
      <a:dk2>
        <a:srgbClr val="002AB1"/>
      </a:dk2>
      <a:lt2>
        <a:srgbClr val="00E0FF"/>
      </a:lt2>
      <a:accent1>
        <a:srgbClr val="87D0FF"/>
      </a:accent1>
      <a:accent2>
        <a:srgbClr val="004A67"/>
      </a:accent2>
      <a:accent3>
        <a:srgbClr val="92BCCA"/>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401</Words>
  <Application>Microsoft Office PowerPoint</Application>
  <PresentationFormat>On-screen Show (16:9)</PresentationFormat>
  <Paragraphs>50</Paragraphs>
  <Slides>12</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Cambay</vt:lpstr>
      <vt:lpstr>Big Shoulders Text</vt:lpstr>
      <vt:lpstr>Nunito Light</vt:lpstr>
      <vt:lpstr>Montserrat ExtraBold</vt:lpstr>
      <vt:lpstr>Arial</vt:lpstr>
      <vt:lpstr>Big Shoulders Text ExtraBold</vt:lpstr>
      <vt:lpstr>Times New Roman</vt:lpstr>
      <vt:lpstr>Turing Test for Realistic Humanoid Robots Thesis by Slidesgo</vt:lpstr>
      <vt:lpstr>Robot tự hành</vt:lpstr>
      <vt:lpstr>Ý tưởng</vt:lpstr>
      <vt:lpstr>Ý tưởng</vt:lpstr>
      <vt:lpstr>Giới thiệu về QR code</vt:lpstr>
      <vt:lpstr>Cách thức hoạt động</vt:lpstr>
      <vt:lpstr>Quét mã QR với Raspberry Pi 4</vt:lpstr>
      <vt:lpstr>Thuật toán</vt:lpstr>
      <vt:lpstr>Thư viện sử dụng</vt:lpstr>
      <vt:lpstr>Phân loại</vt:lpstr>
      <vt:lpstr>Bao gồm 4 mã: </vt:lpstr>
      <vt:lpstr>PowerPoint Presentation</vt:lpstr>
      <vt:lpstr>Cảm ơn mọi người đã lắng nghe!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Turing test for realistic humanoid robots thesis</dc:title>
  <dc:creator>Trang Bùi</dc:creator>
  <cp:lastModifiedBy>Trang Bùi</cp:lastModifiedBy>
  <cp:revision>2</cp:revision>
  <dcterms:modified xsi:type="dcterms:W3CDTF">2022-12-19T15:54:25Z</dcterms:modified>
</cp:coreProperties>
</file>